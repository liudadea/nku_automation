
<file path=[Content_Types].xml><?xml version="1.0" encoding="utf-8"?>
<Types xmlns="http://schemas.openxmlformats.org/package/2006/content-types">
  <Default Extension="jpeg" ContentType="image/jpeg"/>
  <Default Extension="JPG" ContentType="image/.jpg"/>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3" r:id="rId3"/>
  </p:sldMasterIdLst>
  <p:notesMasterIdLst>
    <p:notesMasterId r:id="rId5"/>
  </p:notesMasterIdLst>
  <p:handoutMasterIdLst>
    <p:handoutMasterId r:id="rId34"/>
  </p:handoutMasterIdLst>
  <p:sldIdLst>
    <p:sldId id="257" r:id="rId4"/>
    <p:sldId id="261" r:id="rId6"/>
    <p:sldId id="263" r:id="rId7"/>
    <p:sldId id="275" r:id="rId8"/>
    <p:sldId id="276" r:id="rId9"/>
    <p:sldId id="278" r:id="rId10"/>
    <p:sldId id="279" r:id="rId11"/>
    <p:sldId id="280" r:id="rId12"/>
    <p:sldId id="283" r:id="rId13"/>
    <p:sldId id="286" r:id="rId14"/>
    <p:sldId id="289" r:id="rId15"/>
    <p:sldId id="290" r:id="rId16"/>
    <p:sldId id="291" r:id="rId17"/>
    <p:sldId id="292" r:id="rId18"/>
    <p:sldId id="298" r:id="rId19"/>
    <p:sldId id="302" r:id="rId20"/>
    <p:sldId id="305" r:id="rId21"/>
    <p:sldId id="308" r:id="rId22"/>
    <p:sldId id="309" r:id="rId23"/>
    <p:sldId id="312" r:id="rId24"/>
    <p:sldId id="313" r:id="rId25"/>
    <p:sldId id="314" r:id="rId26"/>
    <p:sldId id="315" r:id="rId27"/>
    <p:sldId id="316" r:id="rId28"/>
    <p:sldId id="318" r:id="rId29"/>
    <p:sldId id="319" r:id="rId30"/>
    <p:sldId id="320" r:id="rId31"/>
    <p:sldId id="321" r:id="rId32"/>
    <p:sldId id="322" r:id="rId33"/>
  </p:sldIdLst>
  <p:sldSz cx="9144000" cy="6858000" type="screen4x3"/>
  <p:notesSz cx="6858000" cy="9144000"/>
  <p:custDataLst>
    <p:tags r:id="rId38"/>
  </p:custDataLst>
  <p:defaultTextStyle>
    <a:defPPr>
      <a:defRPr lang="zh-CN"/>
    </a:defPPr>
    <a:lvl1pPr algn="l" rtl="0" fontAlgn="base">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78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6600"/>
    <a:srgbClr val="062E67"/>
    <a:srgbClr val="FFFFCC"/>
    <a:srgbClr val="FFFF99"/>
    <a:srgbClr val="99CCFF"/>
    <a:srgbClr val="FF0000"/>
    <a:srgbClr val="003300"/>
    <a:srgbClr val="CC3300"/>
    <a:srgbClr val="66FF66"/>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8882" autoAdjust="0"/>
    <p:restoredTop sz="86496" autoAdjust="0"/>
  </p:normalViewPr>
  <p:slideViewPr>
    <p:cSldViewPr showGuides="1">
      <p:cViewPr varScale="1">
        <p:scale>
          <a:sx n="103" d="100"/>
          <a:sy n="103" d="100"/>
        </p:scale>
        <p:origin x="2160" y="108"/>
      </p:cViewPr>
      <p:guideLst>
        <p:guide orient="horz" pos="2160"/>
        <p:guide pos="2789"/>
      </p:guideLst>
    </p:cSldViewPr>
  </p:slideViewPr>
  <p:outlineViewPr>
    <p:cViewPr>
      <p:scale>
        <a:sx n="33" d="100"/>
        <a:sy n="33" d="100"/>
      </p:scale>
      <p:origin x="234" y="72762"/>
    </p:cViewPr>
  </p:outlineViewPr>
  <p:notesTextViewPr>
    <p:cViewPr>
      <p:scale>
        <a:sx n="100" d="100"/>
        <a:sy n="100" d="100"/>
      </p:scale>
      <p:origin x="0" y="0"/>
    </p:cViewPr>
  </p:notesTextViewPr>
  <p:sorterViewPr>
    <p:cViewPr>
      <p:scale>
        <a:sx n="66" d="100"/>
        <a:sy n="66" d="100"/>
      </p:scale>
      <p:origin x="0" y="2286"/>
    </p:cViewPr>
  </p:sorterViewPr>
  <p:notesViewPr>
    <p:cSldViewPr>
      <p:cViewPr varScale="1">
        <p:scale>
          <a:sx n="58" d="100"/>
          <a:sy n="58" d="100"/>
        </p:scale>
        <p:origin x="-1812" y="-7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8" Type="http://schemas.openxmlformats.org/officeDocument/2006/relationships/tags" Target="tags/tag5.xml"/><Relationship Id="rId37" Type="http://schemas.openxmlformats.org/officeDocument/2006/relationships/tableStyles" Target="tableStyles.xml"/><Relationship Id="rId36" Type="http://schemas.openxmlformats.org/officeDocument/2006/relationships/viewProps" Target="viewProps.xml"/><Relationship Id="rId35" Type="http://schemas.openxmlformats.org/officeDocument/2006/relationships/presProps" Target="presProps.xml"/><Relationship Id="rId34" Type="http://schemas.openxmlformats.org/officeDocument/2006/relationships/handoutMaster" Target="handoutMasters/handoutMaster1.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accent1_5#1">
  <dgm:title val=""/>
  <dgm:desc val=""/>
  <dgm:catLst>
    <dgm:cat type="accent1" pri="11500"/>
  </dgm:catLst>
  <dgm:styleLbl name="align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Node1">
    <dgm:fillClrLst>
      <a:schemeClr val="accent1">
        <a:alpha val="90000"/>
      </a:schemeClr>
      <a:schemeClr val="accent1">
        <a:alpha val="50000"/>
      </a:schemeClr>
    </dgm:fillClrLst>
    <dgm:linClrLst>
      <a:schemeClr val="accent1">
        <a:alpha val="90000"/>
      </a:schemeClr>
      <a:schemeClr val="accent1">
        <a:alpha val="50000"/>
      </a:schemeClr>
    </dgm:linClrLst>
    <dgm:effectClrLst/>
    <dgm:txLinClrLst/>
    <dgm:txFillClrLst/>
    <dgm:txEffectClrLst/>
  </dgm:styleLbl>
  <dgm:styleLbl name="asst0">
    <dgm:fillClrLst meth="repeat">
      <a:schemeClr val="accent1">
        <a:alpha val="90000"/>
      </a:schemeClr>
    </dgm:fillClrLst>
    <dgm:linClrLst meth="repeat">
      <a:schemeClr val="lt1"/>
    </dgm:linClrLst>
    <dgm:effectClrLst/>
    <dgm:txLinClrLst/>
    <dgm:txFillClrLst/>
    <dgm:txEffectClrLst/>
  </dgm:styleLbl>
  <dgm:styleLbl name="asst1">
    <dgm:fillClrLst meth="repeat">
      <a:schemeClr val="accent1">
        <a:alpha val="90000"/>
      </a:schemeClr>
    </dgm:fillClrLst>
    <dgm:linClrLst meth="repeat">
      <a:schemeClr val="lt1"/>
    </dgm:linClrLst>
    <dgm:effectClrLst/>
    <dgm:txLinClrLst/>
    <dgm:txFillClrLst/>
    <dgm:txEffectClrLst/>
  </dgm:styleLbl>
  <dgm:styleLbl name="asst2">
    <dgm:fillClrLst>
      <a:schemeClr val="accent1">
        <a:alpha val="90000"/>
      </a:schemeClr>
    </dgm:fillClrLst>
    <dgm:linClrLst meth="repeat">
      <a:schemeClr val="lt1"/>
    </dgm:linClrLst>
    <dgm:effectClrLst/>
    <dgm:txLinClrLst/>
    <dgm:txFillClrLst/>
    <dgm:txEffectClrLst/>
  </dgm:styleLbl>
  <dgm:styleLbl name="asst3">
    <dgm:fillClrLst>
      <a:schemeClr val="accent1">
        <a:alpha val="70000"/>
      </a:schemeClr>
    </dgm:fillClrLst>
    <dgm:linClrLst meth="repeat">
      <a:schemeClr val="lt1"/>
    </dgm:linClrLst>
    <dgm:effectClrLst/>
    <dgm:txLinClrLst/>
    <dgm:txFillClrLst/>
    <dgm:txEffectClrLst/>
  </dgm:styleLbl>
  <dgm:styleLbl name="asst4">
    <dgm:fillClrLst>
      <a:schemeClr val="accent1">
        <a:alpha val="50000"/>
      </a:schemeClr>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con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fgAccFollowNode1">
    <dgm:fillClrLst>
      <a:schemeClr val="accent1">
        <a:alpha val="90000"/>
        <a:tint val="40000"/>
      </a:schemeClr>
      <a:schemeClr val="accent1">
        <a:alpha val="5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a:schemeClr val="accent1">
        <a:tint val="50000"/>
        <a:alpha val="90000"/>
      </a:schemeClr>
      <a:schemeClr val="accent1">
        <a:tint val="20000"/>
        <a:alpha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lnNode1">
    <dgm:fillClrLst>
      <a:schemeClr val="accent1">
        <a:shade val="90000"/>
      </a:schemeClr>
      <a:schemeClr val="accent1">
        <a:alpha val="50000"/>
        <a:tint val="50000"/>
      </a:schemeClr>
    </dgm:fillClrLst>
    <dgm:linClrLst meth="repeat">
      <a:schemeClr val="lt1"/>
    </dgm:linClrLst>
    <dgm:effectClrLst/>
    <dgm:txLinClrLst/>
    <dgm:txFillClrLst/>
    <dgm:txEffectClrLst/>
  </dgm:styleLbl>
  <dgm:styleLbl name="node0">
    <dgm:fillClrLst meth="cycle">
      <a:schemeClr val="accent1">
        <a:alpha val="80000"/>
      </a:schemeClr>
    </dgm:fillClrLst>
    <dgm:linClrLst meth="repeat">
      <a:schemeClr val="lt1"/>
    </dgm:linClrLst>
    <dgm:effectClrLst/>
    <dgm:txLinClrLst/>
    <dgm:txFillClrLst/>
    <dgm:txEffectClrLst/>
  </dgm:styleLbl>
  <dgm:styleLbl name="node1">
    <dgm:fillClrLst>
      <a:schemeClr val="accent1">
        <a:alpha val="90000"/>
      </a:schemeClr>
      <a:schemeClr val="accent1">
        <a:alpha val="50000"/>
      </a:schemeClr>
    </dgm:fillClrLst>
    <dgm:linClrLst meth="repeat">
      <a:schemeClr val="lt1"/>
    </dgm:linClrLst>
    <dgm:effectClrLst/>
    <dgm:txLinClrLst/>
    <dgm:txFillClrLst/>
    <dgm:txEffectClrLst/>
  </dgm:styleLbl>
  <dgm:styleLbl name="node2">
    <dgm:fillClrLst>
      <a:schemeClr val="accent1">
        <a:alpha val="70000"/>
      </a:schemeClr>
    </dgm:fillClrLst>
    <dgm:linClrLst meth="repeat">
      <a:schemeClr val="lt1"/>
    </dgm:linClrLst>
    <dgm:effectClrLst/>
    <dgm:txLinClrLst/>
    <dgm:txFillClrLst/>
    <dgm:txEffectClrLst/>
  </dgm:styleLbl>
  <dgm:styleLbl name="node3">
    <dgm:fillClrLst>
      <a:schemeClr val="accent1">
        <a:alpha val="50000"/>
      </a:schemeClr>
    </dgm:fillClrLst>
    <dgm:linClrLst meth="repeat">
      <a:schemeClr val="lt1"/>
    </dgm:linClrLst>
    <dgm:effectClrLst/>
    <dgm:txLinClrLst/>
    <dgm:txFillClrLst/>
    <dgm:txEffectClrLst/>
  </dgm:styleLbl>
  <dgm:styleLbl name="node4">
    <dgm:fillClrLst>
      <a:schemeClr val="accent1">
        <a:alpha val="30000"/>
      </a:schemeClr>
    </dgm:fillClrLst>
    <dgm:linClrLst meth="repeat">
      <a:schemeClr val="lt1"/>
    </dgm:linClrLst>
    <dgm:effectClrLst/>
    <dgm:txLinClrLst/>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parChTrans2D1">
    <dgm:fillClrLst meth="repeat">
      <a:schemeClr val="accent1">
        <a:shade val="8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meth="repeat">
      <a:schemeClr val="tx1"/>
    </dgm:txFillClrLst>
    <dgm:txEffectClrLst/>
  </dgm:styleLbl>
  <dgm:styleLbl name="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a:schemeClr val="accent1">
        <a:alpha val="90000"/>
      </a:schemeClr>
      <a:schemeClr val="accent1">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a:schemeClr val="accent1">
        <a:shade val="80000"/>
        <a:alpha val="50000"/>
      </a:schemeClr>
      <a:schemeClr val="accent1">
        <a:alpha val="8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BAF1A115-6D9F-4858-91DA-A60313B6A1F6}" type="doc">
      <dgm:prSet loTypeId="urn:microsoft.com/office/officeart/2005/8/layout/vList5" loCatId="list" qsTypeId="urn:microsoft.com/office/officeart/2005/8/quickstyle/simple1#2" qsCatId="simple" csTypeId="urn:microsoft.com/office/officeart/2005/8/colors/accent1_5#1" csCatId="accent1" phldr="1"/>
      <dgm:spPr/>
      <dgm:t>
        <a:bodyPr/>
        <a:lstStyle/>
        <a:p>
          <a:endParaRPr lang="zh-CN" altLang="en-US"/>
        </a:p>
      </dgm:t>
    </dgm:pt>
    <dgm:pt modelId="{2974A597-CDE2-4B46-A823-4F78BB3B91E3}">
      <dgm:prSet phldrT="[文本]" custT="1"/>
      <dgm:spPr/>
      <dgm:t>
        <a:bodyPr/>
        <a:lstStyle/>
        <a:p>
          <a:pPr algn="l"/>
          <a:r>
            <a:rPr lang="zh-CN" altLang="en-US" sz="2000" b="0" dirty="0" smtClean="0">
              <a:solidFill>
                <a:schemeClr val="tx1"/>
              </a:solidFill>
              <a:latin typeface="宋体" panose="02010600030101010101" pitchFamily="2" charset="-122"/>
              <a:ea typeface="宋体" panose="02010600030101010101" pitchFamily="2" charset="-122"/>
            </a:rPr>
            <a:t>一、听觉系统：听力损伤、噪声性耳聋</a:t>
          </a:r>
          <a:endParaRPr lang="zh-CN" altLang="en-US" sz="2000" b="0" dirty="0">
            <a:solidFill>
              <a:schemeClr val="tx1"/>
            </a:solidFill>
            <a:latin typeface="宋体" panose="02010600030101010101" pitchFamily="2" charset="-122"/>
            <a:ea typeface="宋体" panose="02010600030101010101" pitchFamily="2" charset="-122"/>
          </a:endParaRPr>
        </a:p>
      </dgm:t>
    </dgm:pt>
    <dgm:pt modelId="{032EAE98-BE25-4DBA-9DC9-46D24F76B0EC}" cxnId="{08DD677D-81EB-4374-B479-F392DBA755DE}" type="parTrans">
      <dgm:prSet/>
      <dgm:spPr/>
      <dgm:t>
        <a:bodyPr/>
        <a:lstStyle/>
        <a:p>
          <a:pPr algn="l"/>
          <a:endParaRPr lang="zh-CN" altLang="en-US" sz="2000" b="1">
            <a:solidFill>
              <a:schemeClr val="tx1"/>
            </a:solidFill>
            <a:latin typeface="宋体" panose="02010600030101010101" pitchFamily="2" charset="-122"/>
            <a:ea typeface="宋体" panose="02010600030101010101" pitchFamily="2" charset="-122"/>
          </a:endParaRPr>
        </a:p>
      </dgm:t>
    </dgm:pt>
    <dgm:pt modelId="{4AAB552D-F9AE-4C1E-ACAB-639DE08AFE44}" cxnId="{08DD677D-81EB-4374-B479-F392DBA755DE}" type="sibTrans">
      <dgm:prSet/>
      <dgm:spPr/>
      <dgm:t>
        <a:bodyPr/>
        <a:lstStyle/>
        <a:p>
          <a:pPr algn="l"/>
          <a:endParaRPr lang="zh-CN" altLang="en-US" sz="2000" b="1">
            <a:solidFill>
              <a:schemeClr val="tx1"/>
            </a:solidFill>
            <a:latin typeface="宋体" panose="02010600030101010101" pitchFamily="2" charset="-122"/>
            <a:ea typeface="宋体" panose="02010600030101010101" pitchFamily="2" charset="-122"/>
          </a:endParaRPr>
        </a:p>
      </dgm:t>
    </dgm:pt>
    <dgm:pt modelId="{8D95A0F8-DC49-4D28-A6CD-06D25EA917C1}">
      <dgm:prSet phldrT="[文本]" custT="1"/>
      <dgm:spPr/>
      <dgm:t>
        <a:bodyPr/>
        <a:lstStyle/>
        <a:p>
          <a:pPr algn="l"/>
          <a:r>
            <a:rPr lang="zh-CN" altLang="en-US" sz="2000" b="0" dirty="0" smtClean="0">
              <a:solidFill>
                <a:schemeClr val="tx1"/>
              </a:solidFill>
              <a:latin typeface="宋体" panose="02010600030101010101" pitchFamily="2" charset="-122"/>
              <a:ea typeface="宋体" panose="02010600030101010101" pitchFamily="2" charset="-122"/>
            </a:rPr>
            <a:t>二、神经系统：头痛、头晕、心悸、注意力不集中、睡眠障碍等</a:t>
          </a:r>
          <a:endParaRPr lang="zh-CN" altLang="en-US" sz="2000" b="0" dirty="0">
            <a:solidFill>
              <a:schemeClr val="tx1"/>
            </a:solidFill>
            <a:latin typeface="宋体" panose="02010600030101010101" pitchFamily="2" charset="-122"/>
            <a:ea typeface="宋体" panose="02010600030101010101" pitchFamily="2" charset="-122"/>
          </a:endParaRPr>
        </a:p>
      </dgm:t>
    </dgm:pt>
    <dgm:pt modelId="{DAC9286E-E53A-43BA-9663-CCD7C0C29D6E}" cxnId="{CD62F964-D7FF-4448-BC57-89F2E058591B}" type="parTrans">
      <dgm:prSet/>
      <dgm:spPr/>
      <dgm:t>
        <a:bodyPr/>
        <a:lstStyle/>
        <a:p>
          <a:pPr algn="l"/>
          <a:endParaRPr lang="zh-CN" altLang="en-US" sz="2000" b="1">
            <a:solidFill>
              <a:schemeClr val="tx1"/>
            </a:solidFill>
            <a:latin typeface="宋体" panose="02010600030101010101" pitchFamily="2" charset="-122"/>
            <a:ea typeface="宋体" panose="02010600030101010101" pitchFamily="2" charset="-122"/>
          </a:endParaRPr>
        </a:p>
      </dgm:t>
    </dgm:pt>
    <dgm:pt modelId="{C2D1DE84-AEAB-4230-A667-9AF40503B1E9}" cxnId="{CD62F964-D7FF-4448-BC57-89F2E058591B}" type="sibTrans">
      <dgm:prSet/>
      <dgm:spPr/>
      <dgm:t>
        <a:bodyPr/>
        <a:lstStyle/>
        <a:p>
          <a:pPr algn="l"/>
          <a:endParaRPr lang="zh-CN" altLang="en-US" sz="2000" b="1">
            <a:solidFill>
              <a:schemeClr val="tx1"/>
            </a:solidFill>
            <a:latin typeface="宋体" panose="02010600030101010101" pitchFamily="2" charset="-122"/>
            <a:ea typeface="宋体" panose="02010600030101010101" pitchFamily="2" charset="-122"/>
          </a:endParaRPr>
        </a:p>
      </dgm:t>
    </dgm:pt>
    <dgm:pt modelId="{AB982332-1710-4E9C-904B-92031EE9296A}">
      <dgm:prSet phldrT="[文本]" custT="1"/>
      <dgm:spPr/>
      <dgm:t>
        <a:bodyPr/>
        <a:lstStyle/>
        <a:p>
          <a:pPr algn="l"/>
          <a:r>
            <a:rPr lang="zh-CN" altLang="en-US" sz="2000" b="0" dirty="0" smtClean="0">
              <a:solidFill>
                <a:schemeClr val="tx1"/>
              </a:solidFill>
              <a:latin typeface="宋体" panose="02010600030101010101" pitchFamily="2" charset="-122"/>
              <a:ea typeface="宋体" panose="02010600030101010101" pitchFamily="2" charset="-122"/>
            </a:rPr>
            <a:t>三、心血管系统：自主神经功能紊乱、心动过速或过缓、血压升高</a:t>
          </a:r>
          <a:endParaRPr lang="zh-CN" altLang="en-US" sz="2000" b="0" dirty="0">
            <a:solidFill>
              <a:schemeClr val="tx1"/>
            </a:solidFill>
            <a:latin typeface="宋体" panose="02010600030101010101" pitchFamily="2" charset="-122"/>
            <a:ea typeface="宋体" panose="02010600030101010101" pitchFamily="2" charset="-122"/>
          </a:endParaRPr>
        </a:p>
      </dgm:t>
    </dgm:pt>
    <dgm:pt modelId="{A673D6EB-2134-4B75-82E0-BCEF2924683F}" cxnId="{B2D9EB2D-D192-43D2-8140-792D7183B5AE}" type="parTrans">
      <dgm:prSet/>
      <dgm:spPr/>
      <dgm:t>
        <a:bodyPr/>
        <a:lstStyle/>
        <a:p>
          <a:pPr algn="l"/>
          <a:endParaRPr lang="zh-CN" altLang="en-US" sz="2000" b="1">
            <a:solidFill>
              <a:schemeClr val="tx1"/>
            </a:solidFill>
            <a:latin typeface="宋体" panose="02010600030101010101" pitchFamily="2" charset="-122"/>
            <a:ea typeface="宋体" panose="02010600030101010101" pitchFamily="2" charset="-122"/>
          </a:endParaRPr>
        </a:p>
      </dgm:t>
    </dgm:pt>
    <dgm:pt modelId="{492C1BCF-8C22-482E-80FC-34DAC78806D7}" cxnId="{B2D9EB2D-D192-43D2-8140-792D7183B5AE}" type="sibTrans">
      <dgm:prSet/>
      <dgm:spPr/>
      <dgm:t>
        <a:bodyPr/>
        <a:lstStyle/>
        <a:p>
          <a:pPr algn="l"/>
          <a:endParaRPr lang="zh-CN" altLang="en-US" sz="2000" b="1">
            <a:solidFill>
              <a:schemeClr val="tx1"/>
            </a:solidFill>
            <a:latin typeface="宋体" panose="02010600030101010101" pitchFamily="2" charset="-122"/>
            <a:ea typeface="宋体" panose="02010600030101010101" pitchFamily="2" charset="-122"/>
          </a:endParaRPr>
        </a:p>
      </dgm:t>
    </dgm:pt>
    <dgm:pt modelId="{66FC48D7-8231-4331-85BB-4F8EC9492D69}">
      <dgm:prSet phldrT="[文本]" custT="1"/>
      <dgm:spPr/>
      <dgm:t>
        <a:bodyPr/>
        <a:lstStyle/>
        <a:p>
          <a:pPr algn="l"/>
          <a:r>
            <a:rPr lang="zh-CN" altLang="en-US" sz="2000" b="0" dirty="0" smtClean="0">
              <a:solidFill>
                <a:schemeClr val="tx1"/>
              </a:solidFill>
              <a:latin typeface="宋体" panose="02010600030101010101" pitchFamily="2" charset="-122"/>
              <a:ea typeface="宋体" panose="02010600030101010101" pitchFamily="2" charset="-122"/>
            </a:rPr>
            <a:t>四、消化系统：消化不良、食欲下降、胃肠蠕动减慢</a:t>
          </a:r>
          <a:endParaRPr lang="zh-CN" altLang="en-US" sz="2000" b="0" dirty="0">
            <a:solidFill>
              <a:schemeClr val="tx1"/>
            </a:solidFill>
            <a:latin typeface="宋体" panose="02010600030101010101" pitchFamily="2" charset="-122"/>
            <a:ea typeface="宋体" panose="02010600030101010101" pitchFamily="2" charset="-122"/>
          </a:endParaRPr>
        </a:p>
      </dgm:t>
    </dgm:pt>
    <dgm:pt modelId="{1DE62D11-4D0D-42B8-990D-23E201C1CF18}" cxnId="{11416478-FDC3-4A5D-8A38-8A6ED88B2D4B}" type="parTrans">
      <dgm:prSet/>
      <dgm:spPr/>
      <dgm:t>
        <a:bodyPr/>
        <a:lstStyle/>
        <a:p>
          <a:pPr algn="l"/>
          <a:endParaRPr lang="zh-CN" altLang="en-US" sz="2000" b="1">
            <a:solidFill>
              <a:schemeClr val="tx1"/>
            </a:solidFill>
            <a:latin typeface="宋体" panose="02010600030101010101" pitchFamily="2" charset="-122"/>
            <a:ea typeface="宋体" panose="02010600030101010101" pitchFamily="2" charset="-122"/>
          </a:endParaRPr>
        </a:p>
      </dgm:t>
    </dgm:pt>
    <dgm:pt modelId="{806F2BC1-F04F-4AAB-8562-73533D78DA65}" cxnId="{11416478-FDC3-4A5D-8A38-8A6ED88B2D4B}" type="sibTrans">
      <dgm:prSet/>
      <dgm:spPr/>
      <dgm:t>
        <a:bodyPr/>
        <a:lstStyle/>
        <a:p>
          <a:pPr algn="l"/>
          <a:endParaRPr lang="zh-CN" altLang="en-US" sz="2000" b="1">
            <a:solidFill>
              <a:schemeClr val="tx1"/>
            </a:solidFill>
            <a:latin typeface="宋体" panose="02010600030101010101" pitchFamily="2" charset="-122"/>
            <a:ea typeface="宋体" panose="02010600030101010101" pitchFamily="2" charset="-122"/>
          </a:endParaRPr>
        </a:p>
      </dgm:t>
    </dgm:pt>
    <dgm:pt modelId="{3ED88ABF-4ADE-47F4-BF2A-B1F0B0C36581}" type="pres">
      <dgm:prSet presAssocID="{BAF1A115-6D9F-4858-91DA-A60313B6A1F6}" presName="Name0" presStyleCnt="0">
        <dgm:presLayoutVars>
          <dgm:dir/>
          <dgm:animLvl val="lvl"/>
          <dgm:resizeHandles val="exact"/>
        </dgm:presLayoutVars>
      </dgm:prSet>
      <dgm:spPr/>
      <dgm:t>
        <a:bodyPr/>
        <a:lstStyle/>
        <a:p>
          <a:endParaRPr lang="zh-CN" altLang="en-US"/>
        </a:p>
      </dgm:t>
    </dgm:pt>
    <dgm:pt modelId="{AF04DAB3-241C-42D9-82C8-5234CEC8AED7}" type="pres">
      <dgm:prSet presAssocID="{2974A597-CDE2-4B46-A823-4F78BB3B91E3}" presName="linNode" presStyleCnt="0"/>
      <dgm:spPr/>
    </dgm:pt>
    <dgm:pt modelId="{1B048B64-34BF-4AB7-8B67-9F14FA42911B}" type="pres">
      <dgm:prSet presAssocID="{2974A597-CDE2-4B46-A823-4F78BB3B91E3}" presName="parentText" presStyleLbl="node1" presStyleIdx="0" presStyleCnt="4" custScaleX="277778" custScaleY="23830">
        <dgm:presLayoutVars>
          <dgm:chMax val="1"/>
          <dgm:bulletEnabled val="1"/>
        </dgm:presLayoutVars>
      </dgm:prSet>
      <dgm:spPr/>
      <dgm:t>
        <a:bodyPr/>
        <a:lstStyle/>
        <a:p>
          <a:endParaRPr lang="zh-CN" altLang="en-US"/>
        </a:p>
      </dgm:t>
    </dgm:pt>
    <dgm:pt modelId="{883F3DE2-CC8C-40CE-8A8D-33A606C2004A}" type="pres">
      <dgm:prSet presAssocID="{4AAB552D-F9AE-4C1E-ACAB-639DE08AFE44}" presName="sp" presStyleCnt="0"/>
      <dgm:spPr/>
    </dgm:pt>
    <dgm:pt modelId="{BE5012CA-5432-46DD-AFBC-486C179263DB}" type="pres">
      <dgm:prSet presAssocID="{8D95A0F8-DC49-4D28-A6CD-06D25EA917C1}" presName="linNode" presStyleCnt="0"/>
      <dgm:spPr/>
    </dgm:pt>
    <dgm:pt modelId="{9E2F846E-6223-4081-9592-913B3A3B0676}" type="pres">
      <dgm:prSet presAssocID="{8D95A0F8-DC49-4D28-A6CD-06D25EA917C1}" presName="parentText" presStyleLbl="node1" presStyleIdx="1" presStyleCnt="4" custScaleX="277778" custScaleY="24352">
        <dgm:presLayoutVars>
          <dgm:chMax val="1"/>
          <dgm:bulletEnabled val="1"/>
        </dgm:presLayoutVars>
      </dgm:prSet>
      <dgm:spPr/>
      <dgm:t>
        <a:bodyPr/>
        <a:lstStyle/>
        <a:p>
          <a:endParaRPr lang="zh-CN" altLang="en-US"/>
        </a:p>
      </dgm:t>
    </dgm:pt>
    <dgm:pt modelId="{CF2BE784-95D3-4247-B343-D88096BFAEBC}" type="pres">
      <dgm:prSet presAssocID="{C2D1DE84-AEAB-4230-A667-9AF40503B1E9}" presName="sp" presStyleCnt="0"/>
      <dgm:spPr/>
    </dgm:pt>
    <dgm:pt modelId="{66E56FDB-1E55-438D-8E2F-B32B4B7C0486}" type="pres">
      <dgm:prSet presAssocID="{AB982332-1710-4E9C-904B-92031EE9296A}" presName="linNode" presStyleCnt="0"/>
      <dgm:spPr/>
    </dgm:pt>
    <dgm:pt modelId="{185395E9-B518-4CD9-BF23-5E1D69B4FCA6}" type="pres">
      <dgm:prSet presAssocID="{AB982332-1710-4E9C-904B-92031EE9296A}" presName="parentText" presStyleLbl="node1" presStyleIdx="2" presStyleCnt="4" custScaleX="277778" custScaleY="23111">
        <dgm:presLayoutVars>
          <dgm:chMax val="1"/>
          <dgm:bulletEnabled val="1"/>
        </dgm:presLayoutVars>
      </dgm:prSet>
      <dgm:spPr/>
      <dgm:t>
        <a:bodyPr/>
        <a:lstStyle/>
        <a:p>
          <a:endParaRPr lang="zh-CN" altLang="en-US"/>
        </a:p>
      </dgm:t>
    </dgm:pt>
    <dgm:pt modelId="{A634EF66-05AC-465E-968D-7BADB3961D12}" type="pres">
      <dgm:prSet presAssocID="{492C1BCF-8C22-482E-80FC-34DAC78806D7}" presName="sp" presStyleCnt="0"/>
      <dgm:spPr/>
    </dgm:pt>
    <dgm:pt modelId="{DC40E65C-1563-4733-A8DA-0A815937F736}" type="pres">
      <dgm:prSet presAssocID="{66FC48D7-8231-4331-85BB-4F8EC9492D69}" presName="linNode" presStyleCnt="0"/>
      <dgm:spPr/>
    </dgm:pt>
    <dgm:pt modelId="{02CA1523-D66A-4933-9DC9-5B980E5B409B}" type="pres">
      <dgm:prSet presAssocID="{66FC48D7-8231-4331-85BB-4F8EC9492D69}" presName="parentText" presStyleLbl="node1" presStyleIdx="3" presStyleCnt="4" custScaleX="277778" custScaleY="31988" custLinFactNeighborX="16400" custLinFactNeighborY="-1688">
        <dgm:presLayoutVars>
          <dgm:chMax val="1"/>
          <dgm:bulletEnabled val="1"/>
        </dgm:presLayoutVars>
      </dgm:prSet>
      <dgm:spPr/>
      <dgm:t>
        <a:bodyPr/>
        <a:lstStyle/>
        <a:p>
          <a:endParaRPr lang="zh-CN" altLang="en-US"/>
        </a:p>
      </dgm:t>
    </dgm:pt>
  </dgm:ptLst>
  <dgm:cxnLst>
    <dgm:cxn modelId="{08DD677D-81EB-4374-B479-F392DBA755DE}" srcId="{BAF1A115-6D9F-4858-91DA-A60313B6A1F6}" destId="{2974A597-CDE2-4B46-A823-4F78BB3B91E3}" srcOrd="0" destOrd="0" parTransId="{032EAE98-BE25-4DBA-9DC9-46D24F76B0EC}" sibTransId="{4AAB552D-F9AE-4C1E-ACAB-639DE08AFE44}"/>
    <dgm:cxn modelId="{CD62F964-D7FF-4448-BC57-89F2E058591B}" srcId="{BAF1A115-6D9F-4858-91DA-A60313B6A1F6}" destId="{8D95A0F8-DC49-4D28-A6CD-06D25EA917C1}" srcOrd="1" destOrd="0" parTransId="{DAC9286E-E53A-43BA-9663-CCD7C0C29D6E}" sibTransId="{C2D1DE84-AEAB-4230-A667-9AF40503B1E9}"/>
    <dgm:cxn modelId="{B2D9EB2D-D192-43D2-8140-792D7183B5AE}" srcId="{BAF1A115-6D9F-4858-91DA-A60313B6A1F6}" destId="{AB982332-1710-4E9C-904B-92031EE9296A}" srcOrd="2" destOrd="0" parTransId="{A673D6EB-2134-4B75-82E0-BCEF2924683F}" sibTransId="{492C1BCF-8C22-482E-80FC-34DAC78806D7}"/>
    <dgm:cxn modelId="{11416478-FDC3-4A5D-8A38-8A6ED88B2D4B}" srcId="{BAF1A115-6D9F-4858-91DA-A60313B6A1F6}" destId="{66FC48D7-8231-4331-85BB-4F8EC9492D69}" srcOrd="3" destOrd="0" parTransId="{1DE62D11-4D0D-42B8-990D-23E201C1CF18}" sibTransId="{806F2BC1-F04F-4AAB-8562-73533D78DA65}"/>
    <dgm:cxn modelId="{698D6843-E350-4C35-A932-480D0190475A}" type="presOf" srcId="{BAF1A115-6D9F-4858-91DA-A60313B6A1F6}" destId="{3ED88ABF-4ADE-47F4-BF2A-B1F0B0C36581}" srcOrd="0" destOrd="0" presId="urn:microsoft.com/office/officeart/2005/8/layout/vList5"/>
    <dgm:cxn modelId="{6CFDEE21-577D-46D7-B54A-3F3812C390B8}" type="presParOf" srcId="{3ED88ABF-4ADE-47F4-BF2A-B1F0B0C36581}" destId="{AF04DAB3-241C-42D9-82C8-5234CEC8AED7}" srcOrd="0" destOrd="0" presId="urn:microsoft.com/office/officeart/2005/8/layout/vList5"/>
    <dgm:cxn modelId="{5D729A0E-01C2-46E1-AB68-1DE52D34BA10}" type="presParOf" srcId="{AF04DAB3-241C-42D9-82C8-5234CEC8AED7}" destId="{1B048B64-34BF-4AB7-8B67-9F14FA42911B}" srcOrd="0" destOrd="0" presId="urn:microsoft.com/office/officeart/2005/8/layout/vList5"/>
    <dgm:cxn modelId="{CFF17DA2-4EF6-4016-A108-3242B777DDF3}" type="presOf" srcId="{2974A597-CDE2-4B46-A823-4F78BB3B91E3}" destId="{1B048B64-34BF-4AB7-8B67-9F14FA42911B}" srcOrd="0" destOrd="0" presId="urn:microsoft.com/office/officeart/2005/8/layout/vList5"/>
    <dgm:cxn modelId="{48A03585-17BE-4C77-9016-F4F06EE4A312}" type="presParOf" srcId="{3ED88ABF-4ADE-47F4-BF2A-B1F0B0C36581}" destId="{883F3DE2-CC8C-40CE-8A8D-33A606C2004A}" srcOrd="1" destOrd="0" presId="urn:microsoft.com/office/officeart/2005/8/layout/vList5"/>
    <dgm:cxn modelId="{A31B974A-8197-4E2A-B95F-BE2B7ABB02CE}" type="presParOf" srcId="{3ED88ABF-4ADE-47F4-BF2A-B1F0B0C36581}" destId="{BE5012CA-5432-46DD-AFBC-486C179263DB}" srcOrd="2" destOrd="0" presId="urn:microsoft.com/office/officeart/2005/8/layout/vList5"/>
    <dgm:cxn modelId="{F87DD05B-8928-433F-8DD3-55347FC1A0B3}" type="presParOf" srcId="{BE5012CA-5432-46DD-AFBC-486C179263DB}" destId="{9E2F846E-6223-4081-9592-913B3A3B0676}" srcOrd="0" destOrd="2" presId="urn:microsoft.com/office/officeart/2005/8/layout/vList5"/>
    <dgm:cxn modelId="{75F6FFD1-8443-40DF-8E60-8F3B2AD96468}" type="presOf" srcId="{8D95A0F8-DC49-4D28-A6CD-06D25EA917C1}" destId="{9E2F846E-6223-4081-9592-913B3A3B0676}" srcOrd="0" destOrd="0" presId="urn:microsoft.com/office/officeart/2005/8/layout/vList5"/>
    <dgm:cxn modelId="{E56F8D80-0812-4B75-BE1C-AC23896DBA73}" type="presParOf" srcId="{3ED88ABF-4ADE-47F4-BF2A-B1F0B0C36581}" destId="{CF2BE784-95D3-4247-B343-D88096BFAEBC}" srcOrd="3" destOrd="0" presId="urn:microsoft.com/office/officeart/2005/8/layout/vList5"/>
    <dgm:cxn modelId="{9EB8C601-AD89-4C21-8883-19627DDD9F4F}" type="presParOf" srcId="{3ED88ABF-4ADE-47F4-BF2A-B1F0B0C36581}" destId="{66E56FDB-1E55-438D-8E2F-B32B4B7C0486}" srcOrd="4" destOrd="0" presId="urn:microsoft.com/office/officeart/2005/8/layout/vList5"/>
    <dgm:cxn modelId="{21510241-171E-43D5-BCB2-334803E882C4}" type="presParOf" srcId="{66E56FDB-1E55-438D-8E2F-B32B4B7C0486}" destId="{185395E9-B518-4CD9-BF23-5E1D69B4FCA6}" srcOrd="0" destOrd="4" presId="urn:microsoft.com/office/officeart/2005/8/layout/vList5"/>
    <dgm:cxn modelId="{A479F6F6-ACFD-4978-ADE1-A1C67877D6F7}" type="presOf" srcId="{AB982332-1710-4E9C-904B-92031EE9296A}" destId="{185395E9-B518-4CD9-BF23-5E1D69B4FCA6}" srcOrd="0" destOrd="0" presId="urn:microsoft.com/office/officeart/2005/8/layout/vList5"/>
    <dgm:cxn modelId="{05BB3F64-02E5-4418-8790-0E2E2A90667F}" type="presParOf" srcId="{3ED88ABF-4ADE-47F4-BF2A-B1F0B0C36581}" destId="{A634EF66-05AC-465E-968D-7BADB3961D12}" srcOrd="5" destOrd="0" presId="urn:microsoft.com/office/officeart/2005/8/layout/vList5"/>
    <dgm:cxn modelId="{8019FA58-D335-401C-AFAA-4FD5CEBBC2DD}" type="presParOf" srcId="{3ED88ABF-4ADE-47F4-BF2A-B1F0B0C36581}" destId="{DC40E65C-1563-4733-A8DA-0A815937F736}" srcOrd="6" destOrd="0" presId="urn:microsoft.com/office/officeart/2005/8/layout/vList5"/>
    <dgm:cxn modelId="{16392355-9EEC-4708-8670-07B66EB04C67}" type="presParOf" srcId="{DC40E65C-1563-4733-A8DA-0A815937F736}" destId="{02CA1523-D66A-4933-9DC9-5B980E5B409B}" srcOrd="0" destOrd="6" presId="urn:microsoft.com/office/officeart/2005/8/layout/vList5"/>
    <dgm:cxn modelId="{DCB1475C-157D-4437-AA11-D6DD51D290B1}" type="presOf" srcId="{66FC48D7-8231-4331-85BB-4F8EC9492D69}" destId="{02CA1523-D66A-4933-9DC9-5B980E5B409B}" srcOrd="0" destOrd="0" presId="urn:microsoft.com/office/officeart/2005/8/layout/vList5"/>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7992888" cy="2952328"/>
        <a:chOff x="0" y="0"/>
        <a:chExt cx="7992888" cy="2952328"/>
      </a:xfrm>
    </dsp:grpSpPr>
    <dsp:sp modelId="{1B048B64-34BF-4AB7-8B67-9F14FA42911B}">
      <dsp:nvSpPr>
        <dsp:cNvPr id="3" name="圆角矩形 2"/>
        <dsp:cNvSpPr/>
      </dsp:nvSpPr>
      <dsp:spPr bwMode="white">
        <a:xfrm>
          <a:off x="0" y="0"/>
          <a:ext cx="7992888" cy="594804"/>
        </a:xfrm>
        <a:prstGeom prst="roundRect">
          <a:avLst/>
        </a:prstGeom>
      </dsp:spPr>
      <dsp:style>
        <a:lnRef idx="2">
          <a:schemeClr val="lt1"/>
        </a:lnRef>
        <a:fillRef idx="1">
          <a:schemeClr val="accent1">
            <a:alpha val="90000"/>
            <a:hueOff val="0"/>
            <a:satOff val="0"/>
            <a:lumOff val="0"/>
            <a:alpha val="90196"/>
          </a:schemeClr>
        </a:fillRef>
        <a:effectRef idx="0">
          <a:scrgbClr r="0" g="0" b="0"/>
        </a:effectRef>
        <a:fontRef idx="minor">
          <a:schemeClr val="lt1"/>
        </a:fontRef>
      </dsp:style>
      <dsp:txBody>
        <a:bodyPr lIns="76200" tIns="38100" rIns="76200" bIns="381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gn="l">
            <a:lnSpc>
              <a:spcPct val="100000"/>
            </a:lnSpc>
            <a:spcBef>
              <a:spcPct val="0"/>
            </a:spcBef>
            <a:spcAft>
              <a:spcPct val="35000"/>
            </a:spcAft>
          </a:pPr>
          <a:r>
            <a:rPr lang="zh-CN" altLang="en-US" sz="2000" b="0" dirty="0" smtClean="0">
              <a:solidFill>
                <a:schemeClr val="tx1"/>
              </a:solidFill>
              <a:latin typeface="宋体" panose="02010600030101010101" pitchFamily="2" charset="-122"/>
              <a:ea typeface="宋体" panose="02010600030101010101" pitchFamily="2" charset="-122"/>
            </a:rPr>
            <a:t>一、听觉系统：听力损伤、噪声性耳聋</a:t>
          </a:r>
          <a:endParaRPr lang="zh-CN" altLang="en-US" sz="2000" b="0" dirty="0">
            <a:solidFill>
              <a:schemeClr val="tx1"/>
            </a:solidFill>
            <a:latin typeface="宋体" panose="02010600030101010101" pitchFamily="2" charset="-122"/>
            <a:ea typeface="宋体" panose="02010600030101010101" pitchFamily="2" charset="-122"/>
          </a:endParaRPr>
        </a:p>
      </dsp:txBody>
      <dsp:txXfrm>
        <a:off x="0" y="0"/>
        <a:ext cx="7992888" cy="594804"/>
      </dsp:txXfrm>
    </dsp:sp>
    <dsp:sp modelId="{9E2F846E-6223-4081-9592-913B3A3B0676}">
      <dsp:nvSpPr>
        <dsp:cNvPr id="4" name="圆角矩形 3"/>
        <dsp:cNvSpPr/>
      </dsp:nvSpPr>
      <dsp:spPr bwMode="white">
        <a:xfrm>
          <a:off x="0" y="719605"/>
          <a:ext cx="7992888" cy="607833"/>
        </a:xfrm>
        <a:prstGeom prst="roundRect">
          <a:avLst/>
        </a:prstGeom>
      </dsp:spPr>
      <dsp:style>
        <a:lnRef idx="2">
          <a:schemeClr val="lt1"/>
        </a:lnRef>
        <a:fillRef idx="1">
          <a:schemeClr val="accent1">
            <a:alpha val="90000"/>
            <a:hueOff val="0"/>
            <a:satOff val="0"/>
            <a:lumOff val="0"/>
            <a:alpha val="76863"/>
          </a:schemeClr>
        </a:fillRef>
        <a:effectRef idx="0">
          <a:scrgbClr r="0" g="0" b="0"/>
        </a:effectRef>
        <a:fontRef idx="minor">
          <a:schemeClr val="lt1"/>
        </a:fontRef>
      </dsp:style>
      <dsp:txBody>
        <a:bodyPr lIns="76200" tIns="38100" rIns="76200" bIns="381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gn="l">
            <a:lnSpc>
              <a:spcPct val="100000"/>
            </a:lnSpc>
            <a:spcBef>
              <a:spcPct val="0"/>
            </a:spcBef>
            <a:spcAft>
              <a:spcPct val="35000"/>
            </a:spcAft>
          </a:pPr>
          <a:r>
            <a:rPr lang="zh-CN" altLang="en-US" sz="2000" b="0" dirty="0" smtClean="0">
              <a:solidFill>
                <a:schemeClr val="tx1"/>
              </a:solidFill>
              <a:latin typeface="宋体" panose="02010600030101010101" pitchFamily="2" charset="-122"/>
              <a:ea typeface="宋体" panose="02010600030101010101" pitchFamily="2" charset="-122"/>
            </a:rPr>
            <a:t>二、神经系统：头痛、头晕、心悸、注意力不集中、睡眠障碍等</a:t>
          </a:r>
          <a:endParaRPr lang="zh-CN" altLang="en-US" sz="2000" b="0" dirty="0">
            <a:solidFill>
              <a:schemeClr val="tx1"/>
            </a:solidFill>
            <a:latin typeface="宋体" panose="02010600030101010101" pitchFamily="2" charset="-122"/>
            <a:ea typeface="宋体" panose="02010600030101010101" pitchFamily="2" charset="-122"/>
          </a:endParaRPr>
        </a:p>
      </dsp:txBody>
      <dsp:txXfrm>
        <a:off x="0" y="719605"/>
        <a:ext cx="7992888" cy="607833"/>
      </dsp:txXfrm>
    </dsp:sp>
    <dsp:sp modelId="{185395E9-B518-4CD9-BF23-5E1D69B4FCA6}">
      <dsp:nvSpPr>
        <dsp:cNvPr id="5" name="圆角矩形 4"/>
        <dsp:cNvSpPr/>
      </dsp:nvSpPr>
      <dsp:spPr bwMode="white">
        <a:xfrm>
          <a:off x="0" y="1452240"/>
          <a:ext cx="7992888" cy="576857"/>
        </a:xfrm>
        <a:prstGeom prst="roundRect">
          <a:avLst/>
        </a:prstGeom>
      </dsp:spPr>
      <dsp:style>
        <a:lnRef idx="2">
          <a:schemeClr val="lt1"/>
        </a:lnRef>
        <a:fillRef idx="1">
          <a:schemeClr val="accent1">
            <a:alpha val="90000"/>
            <a:hueOff val="0"/>
            <a:satOff val="0"/>
            <a:lumOff val="0"/>
            <a:alpha val="63529"/>
          </a:schemeClr>
        </a:fillRef>
        <a:effectRef idx="0">
          <a:scrgbClr r="0" g="0" b="0"/>
        </a:effectRef>
        <a:fontRef idx="minor">
          <a:schemeClr val="lt1"/>
        </a:fontRef>
      </dsp:style>
      <dsp:txBody>
        <a:bodyPr lIns="76200" tIns="38100" rIns="76200" bIns="381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gn="l">
            <a:lnSpc>
              <a:spcPct val="100000"/>
            </a:lnSpc>
            <a:spcBef>
              <a:spcPct val="0"/>
            </a:spcBef>
            <a:spcAft>
              <a:spcPct val="35000"/>
            </a:spcAft>
          </a:pPr>
          <a:r>
            <a:rPr lang="zh-CN" altLang="en-US" sz="2000" b="0" dirty="0" smtClean="0">
              <a:solidFill>
                <a:schemeClr val="tx1"/>
              </a:solidFill>
              <a:latin typeface="宋体" panose="02010600030101010101" pitchFamily="2" charset="-122"/>
              <a:ea typeface="宋体" panose="02010600030101010101" pitchFamily="2" charset="-122"/>
            </a:rPr>
            <a:t>三、心血管系统：自主神经功能紊乱、心动过速或过缓、血压升高</a:t>
          </a:r>
          <a:endParaRPr lang="zh-CN" altLang="en-US" sz="2000" b="0" dirty="0">
            <a:solidFill>
              <a:schemeClr val="tx1"/>
            </a:solidFill>
            <a:latin typeface="宋体" panose="02010600030101010101" pitchFamily="2" charset="-122"/>
            <a:ea typeface="宋体" panose="02010600030101010101" pitchFamily="2" charset="-122"/>
          </a:endParaRPr>
        </a:p>
      </dsp:txBody>
      <dsp:txXfrm>
        <a:off x="0" y="1452240"/>
        <a:ext cx="7992888" cy="576857"/>
      </dsp:txXfrm>
    </dsp:sp>
    <dsp:sp modelId="{02CA1523-D66A-4933-9DC9-5B980E5B409B}">
      <dsp:nvSpPr>
        <dsp:cNvPr id="6" name="圆角矩形 5"/>
        <dsp:cNvSpPr/>
      </dsp:nvSpPr>
      <dsp:spPr bwMode="white">
        <a:xfrm>
          <a:off x="0" y="2111765"/>
          <a:ext cx="7992888" cy="798430"/>
        </a:xfrm>
        <a:prstGeom prst="roundRect">
          <a:avLst/>
        </a:prstGeom>
      </dsp:spPr>
      <dsp:style>
        <a:lnRef idx="2">
          <a:schemeClr val="lt1"/>
        </a:lnRef>
        <a:fillRef idx="1">
          <a:schemeClr val="accent1">
            <a:alpha val="90000"/>
            <a:hueOff val="0"/>
            <a:satOff val="0"/>
            <a:lumOff val="0"/>
            <a:alpha val="50196"/>
          </a:schemeClr>
        </a:fillRef>
        <a:effectRef idx="0">
          <a:scrgbClr r="0" g="0" b="0"/>
        </a:effectRef>
        <a:fontRef idx="minor">
          <a:schemeClr val="lt1"/>
        </a:fontRef>
      </dsp:style>
      <dsp:txBody>
        <a:bodyPr lIns="76200" tIns="38100" rIns="76200" bIns="381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gn="l">
            <a:lnSpc>
              <a:spcPct val="100000"/>
            </a:lnSpc>
            <a:spcBef>
              <a:spcPct val="0"/>
            </a:spcBef>
            <a:spcAft>
              <a:spcPct val="35000"/>
            </a:spcAft>
          </a:pPr>
          <a:r>
            <a:rPr lang="zh-CN" altLang="en-US" sz="2000" b="0" dirty="0" smtClean="0">
              <a:solidFill>
                <a:schemeClr val="tx1"/>
              </a:solidFill>
              <a:latin typeface="宋体" panose="02010600030101010101" pitchFamily="2" charset="-122"/>
              <a:ea typeface="宋体" panose="02010600030101010101" pitchFamily="2" charset="-122"/>
            </a:rPr>
            <a:t>四、消化系统：消化不良、食欲下降、胃肠蠕动减慢</a:t>
          </a:r>
          <a:endParaRPr lang="zh-CN" altLang="en-US" sz="2000" b="0" dirty="0">
            <a:solidFill>
              <a:schemeClr val="tx1"/>
            </a:solidFill>
            <a:latin typeface="宋体" panose="02010600030101010101" pitchFamily="2" charset="-122"/>
            <a:ea typeface="宋体" panose="02010600030101010101" pitchFamily="2" charset="-122"/>
          </a:endParaRPr>
        </a:p>
      </dsp:txBody>
      <dsp:txXfrm>
        <a:off x="0" y="2111765"/>
        <a:ext cx="7992888" cy="798430"/>
      </dsp:txXfrm>
    </dsp:sp>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rSet qsTypeId="urn:microsoft.com/office/officeart/2005/8/quickstyle/simple5"/>
        </dgm:pt>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type="round2SameRect" r:blip="" rot="90">
                    <dgm:adjLst/>
                  </dgm:shape>
                </dgm:if>
                <dgm:else name="Name12">
                  <dgm:shape xmlns:r="http://schemas.openxmlformats.org/officeDocument/2006/relationships" type="round2SameRect" r:blip="" rot="-90">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335" name=""/>
        <p:cNvGrpSpPr/>
        <p:nvPr/>
      </p:nvGrpSpPr>
      <p:grpSpPr>
        <a:xfrm>
          <a:off x="0" y="0"/>
          <a:ext cx="0" cy="0"/>
          <a:chOff x="0" y="0"/>
          <a:chExt cx="0" cy="0"/>
        </a:xfrm>
      </p:grpSpPr>
      <p:sp>
        <p:nvSpPr>
          <p:cNvPr id="1049120"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defRPr sz="1200">
                <a:latin typeface="Times New Roman" panose="02020603050405020304" pitchFamily="18" charset="0"/>
                <a:ea typeface="宋体" panose="02010600030101010101" pitchFamily="2" charset="-122"/>
              </a:defRPr>
            </a:lvl1pPr>
          </a:lstStyle>
          <a:p>
            <a:endParaRPr lang="en-US" altLang="zh-CN"/>
          </a:p>
        </p:txBody>
      </p:sp>
      <p:sp>
        <p:nvSpPr>
          <p:cNvPr id="1049121" name="Rectangle 3"/>
          <p:cNvSpPr>
            <a:spLocks noGrp="1" noChangeArrowheads="1"/>
          </p:cNvSpPr>
          <p:nvPr>
            <p:ph type="dt" sz="quarter"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sz="1200">
                <a:latin typeface="Times New Roman" panose="02020603050405020304" pitchFamily="18" charset="0"/>
                <a:ea typeface="宋体" panose="02010600030101010101" pitchFamily="2" charset="-122"/>
              </a:defRPr>
            </a:lvl1pPr>
          </a:lstStyle>
          <a:p>
            <a:endParaRPr lang="en-US" altLang="zh-CN"/>
          </a:p>
        </p:txBody>
      </p:sp>
      <p:sp>
        <p:nvSpPr>
          <p:cNvPr id="1049122" name="Rectangle 4"/>
          <p:cNvSpPr>
            <a:spLocks noGrp="1" noChangeArrowheads="1"/>
          </p:cNvSpPr>
          <p:nvPr>
            <p:ph type="ftr" sz="quarter" idx="2"/>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a:defRPr sz="1200">
                <a:latin typeface="Times New Roman" panose="02020603050405020304" pitchFamily="18" charset="0"/>
                <a:ea typeface="宋体" panose="02010600030101010101" pitchFamily="2" charset="-122"/>
              </a:defRPr>
            </a:lvl1pPr>
          </a:lstStyle>
          <a:p>
            <a:endParaRPr lang="en-US" altLang="zh-CN"/>
          </a:p>
        </p:txBody>
      </p:sp>
      <p:sp>
        <p:nvSpPr>
          <p:cNvPr id="1049123" name="Rectangle 5"/>
          <p:cNvSpPr>
            <a:spLocks noGrp="1" noChangeArrowheads="1"/>
          </p:cNvSpPr>
          <p:nvPr>
            <p:ph type="sldNum" sz="quarter" idx="3"/>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lstStyle>
            <a:lvl1pPr algn="r">
              <a:defRPr sz="1200">
                <a:latin typeface="Times New Roman" panose="02020603050405020304" pitchFamily="18" charset="0"/>
                <a:ea typeface="宋体" panose="02010600030101010101" pitchFamily="2" charset="-122"/>
              </a:defRPr>
            </a:lvl1pPr>
          </a:lstStyle>
          <a:p>
            <a:fld id="{BF64D82B-7CBC-49A8-BE17-6AF9942CC16A}" type="slidenum">
              <a:rPr lang="en-US" altLang="zh-CN"/>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334" name=""/>
        <p:cNvGrpSpPr/>
        <p:nvPr/>
      </p:nvGrpSpPr>
      <p:grpSpPr>
        <a:xfrm>
          <a:off x="0" y="0"/>
          <a:ext cx="0" cy="0"/>
          <a:chOff x="0" y="0"/>
          <a:chExt cx="0" cy="0"/>
        </a:xfrm>
      </p:grpSpPr>
      <p:sp>
        <p:nvSpPr>
          <p:cNvPr id="1049114"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defRPr sz="1200">
                <a:latin typeface="Times New Roman" panose="02020603050405020304" pitchFamily="18" charset="0"/>
                <a:ea typeface="宋体" panose="02010600030101010101" pitchFamily="2" charset="-122"/>
              </a:defRPr>
            </a:lvl1pPr>
          </a:lstStyle>
          <a:p>
            <a:endParaRPr lang="en-US" altLang="zh-CN"/>
          </a:p>
        </p:txBody>
      </p:sp>
      <p:sp>
        <p:nvSpPr>
          <p:cNvPr id="1049115" name="Rectangle 3"/>
          <p:cNvSpPr>
            <a:spLocks noGrp="1" noChangeArrowheads="1"/>
          </p:cNvSpPr>
          <p:nvPr>
            <p:ph type="dt"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sz="1200">
                <a:latin typeface="Times New Roman" panose="02020603050405020304" pitchFamily="18" charset="0"/>
                <a:ea typeface="宋体" panose="02010600030101010101" pitchFamily="2" charset="-122"/>
              </a:defRPr>
            </a:lvl1pPr>
          </a:lstStyle>
          <a:p>
            <a:endParaRPr lang="en-US" altLang="zh-CN"/>
          </a:p>
        </p:txBody>
      </p:sp>
      <p:sp>
        <p:nvSpPr>
          <p:cNvPr id="104911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ln>
        </p:spPr>
      </p:sp>
      <p:sp>
        <p:nvSpPr>
          <p:cNvPr id="1049117" name="Rectangle 5"/>
          <p:cNvSpPr>
            <a:spLocks noGrp="1" noChangeArrowheads="1"/>
          </p:cNvSpPr>
          <p:nvPr>
            <p:ph type="body" sz="quarter" idx="3"/>
          </p:nvPr>
        </p:nvSpPr>
        <p:spPr bwMode="auto">
          <a:xfrm>
            <a:off x="685800" y="4343400"/>
            <a:ext cx="5486400" cy="4114800"/>
          </a:xfrm>
          <a:prstGeom prst="rect">
            <a:avLst/>
          </a:prstGeom>
          <a:noFill/>
          <a:ln w="9525">
            <a:noFill/>
            <a:miter lim="800000"/>
          </a:ln>
          <a:effectLst/>
        </p:spPr>
        <p:txBody>
          <a:bodyPr vert="horz" wrap="square" lIns="91440" tIns="45720" rIns="91440" bIns="45720" numCol="1" anchor="t" anchorCtr="0" compatLnSpc="1"/>
          <a:p>
            <a:pPr lvl="0"/>
            <a:r>
              <a:rPr lang="zh-CN" altLang="en-US" noProof="0" smtClean="0"/>
              <a:t>单击此处编辑母版文本样式</a:t>
            </a:r>
            <a:endParaRPr lang="zh-CN" altLang="en-US" noProof="0" smtClean="0"/>
          </a:p>
          <a:p>
            <a:pPr lvl="1"/>
            <a:r>
              <a:rPr lang="zh-CN" altLang="en-US" noProof="0" smtClean="0"/>
              <a:t>第二级</a:t>
            </a:r>
            <a:endParaRPr lang="zh-CN" altLang="en-US" noProof="0" smtClean="0"/>
          </a:p>
          <a:p>
            <a:pPr lvl="2"/>
            <a:r>
              <a:rPr lang="zh-CN" altLang="en-US" noProof="0" smtClean="0"/>
              <a:t>第三级</a:t>
            </a:r>
            <a:endParaRPr lang="zh-CN" altLang="en-US" noProof="0" smtClean="0"/>
          </a:p>
          <a:p>
            <a:pPr lvl="3"/>
            <a:r>
              <a:rPr lang="zh-CN" altLang="en-US" noProof="0" smtClean="0"/>
              <a:t>第四级</a:t>
            </a:r>
            <a:endParaRPr lang="zh-CN" altLang="en-US" noProof="0" smtClean="0"/>
          </a:p>
          <a:p>
            <a:pPr lvl="4"/>
            <a:r>
              <a:rPr lang="zh-CN" altLang="en-US" noProof="0" smtClean="0"/>
              <a:t>第五级</a:t>
            </a:r>
            <a:endParaRPr lang="zh-CN" altLang="en-US" noProof="0" smtClean="0"/>
          </a:p>
        </p:txBody>
      </p:sp>
      <p:sp>
        <p:nvSpPr>
          <p:cNvPr id="1049118" name="Rectangle 6"/>
          <p:cNvSpPr>
            <a:spLocks noGrp="1" noChangeArrowheads="1"/>
          </p:cNvSpPr>
          <p:nvPr>
            <p:ph type="ftr" sz="quarter" idx="4"/>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a:defRPr sz="1200">
                <a:latin typeface="Times New Roman" panose="02020603050405020304" pitchFamily="18" charset="0"/>
                <a:ea typeface="宋体" panose="02010600030101010101" pitchFamily="2" charset="-122"/>
              </a:defRPr>
            </a:lvl1pPr>
          </a:lstStyle>
          <a:p>
            <a:endParaRPr lang="en-US" altLang="zh-CN"/>
          </a:p>
        </p:txBody>
      </p:sp>
      <p:sp>
        <p:nvSpPr>
          <p:cNvPr id="1049119"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lvl1pPr algn="r">
              <a:defRPr sz="1200">
                <a:latin typeface="Times New Roman" panose="02020603050405020304" pitchFamily="18" charset="0"/>
                <a:ea typeface="宋体" panose="02010600030101010101" pitchFamily="2" charset="-122"/>
              </a:defRPr>
            </a:lvl1pPr>
          </a:lstStyle>
          <a:p>
            <a:fld id="{1CF858DC-B400-4C8A-9D2C-182E65ED6662}" type="slidenum">
              <a:rPr lang="en-US" altLang="zh-CN"/>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22" name=""/>
        <p:cNvGrpSpPr/>
        <p:nvPr/>
      </p:nvGrpSpPr>
      <p:grpSpPr>
        <a:xfrm>
          <a:off x="0" y="0"/>
          <a:ext cx="0" cy="0"/>
          <a:chOff x="0" y="0"/>
          <a:chExt cx="0" cy="0"/>
        </a:xfrm>
      </p:grpSpPr>
      <p:sp>
        <p:nvSpPr>
          <p:cNvPr id="1048583" name="幻灯片图像占位符 1"/>
          <p:cNvSpPr>
            <a:spLocks noGrp="1" noRot="1" noChangeAspect="1"/>
          </p:cNvSpPr>
          <p:nvPr>
            <p:ph type="sldImg"/>
          </p:nvPr>
        </p:nvSpPr>
        <p:spPr/>
      </p:sp>
      <p:sp>
        <p:nvSpPr>
          <p:cNvPr id="1048584" name="备注占位符 2"/>
          <p:cNvSpPr>
            <a:spLocks noGrp="1"/>
          </p:cNvSpPr>
          <p:nvPr>
            <p:ph type="body" idx="1"/>
          </p:nvPr>
        </p:nvSpPr>
        <p:spPr/>
        <p:txBody>
          <a:bodyPr/>
          <a:p>
            <a:endParaRPr lang="zh-CN" altLang="en-US"/>
          </a:p>
        </p:txBody>
      </p:sp>
      <p:sp>
        <p:nvSpPr>
          <p:cNvPr id="1048585" name="灯片编号占位符 3"/>
          <p:cNvSpPr>
            <a:spLocks noGrp="1"/>
          </p:cNvSpPr>
          <p:nvPr>
            <p:ph type="sldNum" sz="quarter" idx="10"/>
          </p:nvPr>
        </p:nvSpPr>
        <p:spPr/>
        <p:txBody>
          <a:bodyPr/>
          <a:p>
            <a:fld id="{1CF858DC-B400-4C8A-9D2C-182E65ED6662}" type="slidenum">
              <a:rPr lang="en-US" altLang="zh-CN" smtClean="0"/>
            </a:fld>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03" name=""/>
        <p:cNvGrpSpPr/>
        <p:nvPr/>
      </p:nvGrpSpPr>
      <p:grpSpPr>
        <a:xfrm>
          <a:off x="0" y="0"/>
          <a:ext cx="0" cy="0"/>
          <a:chOff x="0" y="0"/>
          <a:chExt cx="0" cy="0"/>
        </a:xfrm>
      </p:grpSpPr>
      <p:sp>
        <p:nvSpPr>
          <p:cNvPr id="1048641" name="幻灯片图像占位符 1"/>
          <p:cNvSpPr>
            <a:spLocks noGrp="1" noRot="1" noChangeAspect="1"/>
          </p:cNvSpPr>
          <p:nvPr>
            <p:ph type="sldImg"/>
          </p:nvPr>
        </p:nvSpPr>
        <p:spPr/>
      </p:sp>
      <p:sp>
        <p:nvSpPr>
          <p:cNvPr id="1048642" name="备注占位符 2"/>
          <p:cNvSpPr>
            <a:spLocks noGrp="1"/>
          </p:cNvSpPr>
          <p:nvPr>
            <p:ph type="body" idx="1"/>
          </p:nvPr>
        </p:nvSpPr>
        <p:spPr/>
        <p:txBody>
          <a:bodyPr/>
          <a:p>
            <a:endParaRPr lang="zh-CN" altLang="en-US"/>
          </a:p>
        </p:txBody>
      </p:sp>
      <p:sp>
        <p:nvSpPr>
          <p:cNvPr id="1048643" name="灯片编号占位符 3"/>
          <p:cNvSpPr>
            <a:spLocks noGrp="1"/>
          </p:cNvSpPr>
          <p:nvPr>
            <p:ph type="sldNum" sz="quarter" idx="10"/>
          </p:nvPr>
        </p:nvSpPr>
        <p:spPr/>
        <p:txBody>
          <a:bodyPr/>
          <a:p>
            <a:fld id="{1CF858DC-B400-4C8A-9D2C-182E65ED6662}" type="slidenum">
              <a:rPr lang="en-US" altLang="zh-CN" smtClean="0"/>
            </a:fld>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13" name=""/>
        <p:cNvGrpSpPr/>
        <p:nvPr/>
      </p:nvGrpSpPr>
      <p:grpSpPr>
        <a:xfrm>
          <a:off x="0" y="0"/>
          <a:ext cx="0" cy="0"/>
          <a:chOff x="0" y="0"/>
          <a:chExt cx="0" cy="0"/>
        </a:xfrm>
      </p:grpSpPr>
      <p:sp>
        <p:nvSpPr>
          <p:cNvPr id="1048667" name="幻灯片图像占位符 1"/>
          <p:cNvSpPr>
            <a:spLocks noGrp="1" noRot="1" noChangeAspect="1"/>
          </p:cNvSpPr>
          <p:nvPr>
            <p:ph type="sldImg"/>
          </p:nvPr>
        </p:nvSpPr>
        <p:spPr/>
      </p:sp>
      <p:sp>
        <p:nvSpPr>
          <p:cNvPr id="1048668" name="备注占位符 2"/>
          <p:cNvSpPr>
            <a:spLocks noGrp="1"/>
          </p:cNvSpPr>
          <p:nvPr>
            <p:ph type="body" idx="1"/>
          </p:nvPr>
        </p:nvSpPr>
        <p:spPr/>
        <p:txBody>
          <a:bodyPr/>
          <a:p>
            <a:endParaRPr lang="zh-CN" altLang="en-US"/>
          </a:p>
        </p:txBody>
      </p:sp>
      <p:sp>
        <p:nvSpPr>
          <p:cNvPr id="1048669" name="灯片编号占位符 3"/>
          <p:cNvSpPr>
            <a:spLocks noGrp="1"/>
          </p:cNvSpPr>
          <p:nvPr>
            <p:ph type="sldNum" sz="quarter" idx="10"/>
          </p:nvPr>
        </p:nvSpPr>
        <p:spPr/>
        <p:txBody>
          <a:bodyPr/>
          <a:p>
            <a:fld id="{1CF858DC-B400-4C8A-9D2C-182E65ED6662}" type="slidenum">
              <a:rPr lang="en-US" altLang="zh-CN" smtClean="0"/>
            </a:fld>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50" name=""/>
        <p:cNvGrpSpPr/>
        <p:nvPr/>
      </p:nvGrpSpPr>
      <p:grpSpPr>
        <a:xfrm>
          <a:off x="0" y="0"/>
          <a:ext cx="0" cy="0"/>
          <a:chOff x="0" y="0"/>
          <a:chExt cx="0" cy="0"/>
        </a:xfrm>
      </p:grpSpPr>
      <p:sp>
        <p:nvSpPr>
          <p:cNvPr id="1048736" name="幻灯片图像占位符 1"/>
          <p:cNvSpPr>
            <a:spLocks noGrp="1" noRot="1" noChangeAspect="1"/>
          </p:cNvSpPr>
          <p:nvPr>
            <p:ph type="sldImg"/>
          </p:nvPr>
        </p:nvSpPr>
        <p:spPr/>
      </p:sp>
      <p:sp>
        <p:nvSpPr>
          <p:cNvPr id="1048737" name="备注占位符 2"/>
          <p:cNvSpPr>
            <a:spLocks noGrp="1"/>
          </p:cNvSpPr>
          <p:nvPr>
            <p:ph type="body" idx="1"/>
          </p:nvPr>
        </p:nvSpPr>
        <p:spPr/>
        <p:txBody>
          <a:bodyPr/>
          <a:p>
            <a:endParaRPr lang="zh-CN" altLang="en-US"/>
          </a:p>
        </p:txBody>
      </p:sp>
      <p:sp>
        <p:nvSpPr>
          <p:cNvPr id="1048738" name="灯片编号占位符 3"/>
          <p:cNvSpPr>
            <a:spLocks noGrp="1"/>
          </p:cNvSpPr>
          <p:nvPr>
            <p:ph type="sldNum" sz="quarter" idx="10"/>
          </p:nvPr>
        </p:nvSpPr>
        <p:spPr/>
        <p:txBody>
          <a:bodyPr/>
          <a:p>
            <a:fld id="{1CF858DC-B400-4C8A-9D2C-182E65ED6662}" type="slidenum">
              <a:rPr lang="en-US" altLang="zh-CN" smtClean="0"/>
            </a:fld>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53" name=""/>
        <p:cNvGrpSpPr/>
        <p:nvPr/>
      </p:nvGrpSpPr>
      <p:grpSpPr>
        <a:xfrm>
          <a:off x="0" y="0"/>
          <a:ext cx="0" cy="0"/>
          <a:chOff x="0" y="0"/>
          <a:chExt cx="0" cy="0"/>
        </a:xfrm>
      </p:grpSpPr>
      <p:sp>
        <p:nvSpPr>
          <p:cNvPr id="1048743" name="幻灯片图像占位符 1"/>
          <p:cNvSpPr>
            <a:spLocks noGrp="1" noRot="1" noChangeAspect="1"/>
          </p:cNvSpPr>
          <p:nvPr>
            <p:ph type="sldImg"/>
          </p:nvPr>
        </p:nvSpPr>
        <p:spPr/>
      </p:sp>
      <p:sp>
        <p:nvSpPr>
          <p:cNvPr id="1048744" name="备注占位符 2"/>
          <p:cNvSpPr>
            <a:spLocks noGrp="1"/>
          </p:cNvSpPr>
          <p:nvPr>
            <p:ph type="body" idx="1"/>
          </p:nvPr>
        </p:nvSpPr>
        <p:spPr/>
        <p:txBody>
          <a:bodyPr/>
          <a:p>
            <a:endParaRPr lang="zh-CN" altLang="en-US"/>
          </a:p>
        </p:txBody>
      </p:sp>
      <p:sp>
        <p:nvSpPr>
          <p:cNvPr id="1048745" name="灯片编号占位符 3"/>
          <p:cNvSpPr>
            <a:spLocks noGrp="1"/>
          </p:cNvSpPr>
          <p:nvPr>
            <p:ph type="sldNum" sz="quarter" idx="10"/>
          </p:nvPr>
        </p:nvSpPr>
        <p:spPr/>
        <p:txBody>
          <a:bodyPr/>
          <a:p>
            <a:fld id="{1CF858DC-B400-4C8A-9D2C-182E65ED6662}" type="slidenum">
              <a:rPr lang="en-US" altLang="zh-CN" smtClean="0"/>
            </a:fld>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63" name=""/>
        <p:cNvGrpSpPr/>
        <p:nvPr/>
      </p:nvGrpSpPr>
      <p:grpSpPr>
        <a:xfrm>
          <a:off x="0" y="0"/>
          <a:ext cx="0" cy="0"/>
          <a:chOff x="0" y="0"/>
          <a:chExt cx="0" cy="0"/>
        </a:xfrm>
      </p:grpSpPr>
      <p:sp>
        <p:nvSpPr>
          <p:cNvPr id="1048764" name="幻灯片图像占位符 1"/>
          <p:cNvSpPr>
            <a:spLocks noGrp="1" noRot="1" noChangeAspect="1"/>
          </p:cNvSpPr>
          <p:nvPr>
            <p:ph type="sldImg"/>
          </p:nvPr>
        </p:nvSpPr>
        <p:spPr/>
      </p:sp>
      <p:sp>
        <p:nvSpPr>
          <p:cNvPr id="1048765" name="备注占位符 2"/>
          <p:cNvSpPr>
            <a:spLocks noGrp="1"/>
          </p:cNvSpPr>
          <p:nvPr>
            <p:ph type="body" idx="1"/>
          </p:nvPr>
        </p:nvSpPr>
        <p:spPr/>
        <p:txBody>
          <a:bodyPr/>
          <a:p>
            <a:endParaRPr lang="zh-CN" altLang="en-US"/>
          </a:p>
        </p:txBody>
      </p:sp>
      <p:sp>
        <p:nvSpPr>
          <p:cNvPr id="1048766" name="灯片编号占位符 3"/>
          <p:cNvSpPr>
            <a:spLocks noGrp="1"/>
          </p:cNvSpPr>
          <p:nvPr>
            <p:ph type="sldNum" sz="quarter" idx="10"/>
          </p:nvPr>
        </p:nvSpPr>
        <p:spPr/>
        <p:txBody>
          <a:bodyPr/>
          <a:p>
            <a:fld id="{1CF858DC-B400-4C8A-9D2C-182E65ED6662}" type="slidenum">
              <a:rPr lang="en-US" altLang="zh-CN" smtClean="0"/>
            </a:fld>
            <a:endParaRPr lang="en-US"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66" name=""/>
        <p:cNvGrpSpPr/>
        <p:nvPr/>
      </p:nvGrpSpPr>
      <p:grpSpPr>
        <a:xfrm>
          <a:off x="0" y="0"/>
          <a:ext cx="0" cy="0"/>
          <a:chOff x="0" y="0"/>
          <a:chExt cx="0" cy="0"/>
        </a:xfrm>
      </p:grpSpPr>
      <p:sp>
        <p:nvSpPr>
          <p:cNvPr id="1048770" name="幻灯片图像占位符 1"/>
          <p:cNvSpPr>
            <a:spLocks noGrp="1" noRot="1" noChangeAspect="1"/>
          </p:cNvSpPr>
          <p:nvPr>
            <p:ph type="sldImg"/>
          </p:nvPr>
        </p:nvSpPr>
        <p:spPr/>
      </p:sp>
      <p:sp>
        <p:nvSpPr>
          <p:cNvPr id="1048771" name="备注占位符 2"/>
          <p:cNvSpPr>
            <a:spLocks noGrp="1"/>
          </p:cNvSpPr>
          <p:nvPr>
            <p:ph type="body" idx="1"/>
          </p:nvPr>
        </p:nvSpPr>
        <p:spPr/>
        <p:txBody>
          <a:bodyPr/>
          <a:p>
            <a:endParaRPr lang="zh-CN" altLang="en-US"/>
          </a:p>
        </p:txBody>
      </p:sp>
      <p:sp>
        <p:nvSpPr>
          <p:cNvPr id="1048772" name="灯片编号占位符 3"/>
          <p:cNvSpPr>
            <a:spLocks noGrp="1"/>
          </p:cNvSpPr>
          <p:nvPr>
            <p:ph type="sldNum" sz="quarter" idx="10"/>
          </p:nvPr>
        </p:nvSpPr>
        <p:spPr/>
        <p:txBody>
          <a:bodyPr/>
          <a:p>
            <a:fld id="{1CF858DC-B400-4C8A-9D2C-182E65ED6662}" type="slidenum">
              <a:rPr lang="en-US" altLang="zh-CN" smtClean="0"/>
            </a:fld>
            <a:endParaRPr lang="en-US"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69" name=""/>
        <p:cNvGrpSpPr/>
        <p:nvPr/>
      </p:nvGrpSpPr>
      <p:grpSpPr>
        <a:xfrm>
          <a:off x="0" y="0"/>
          <a:ext cx="0" cy="0"/>
          <a:chOff x="0" y="0"/>
          <a:chExt cx="0" cy="0"/>
        </a:xfrm>
      </p:grpSpPr>
      <p:sp>
        <p:nvSpPr>
          <p:cNvPr id="1048775" name="幻灯片图像占位符 1"/>
          <p:cNvSpPr>
            <a:spLocks noGrp="1" noRot="1" noChangeAspect="1"/>
          </p:cNvSpPr>
          <p:nvPr>
            <p:ph type="sldImg"/>
          </p:nvPr>
        </p:nvSpPr>
        <p:spPr/>
      </p:sp>
      <p:sp>
        <p:nvSpPr>
          <p:cNvPr id="1048776" name="备注占位符 2"/>
          <p:cNvSpPr>
            <a:spLocks noGrp="1"/>
          </p:cNvSpPr>
          <p:nvPr>
            <p:ph type="body" idx="1"/>
          </p:nvPr>
        </p:nvSpPr>
        <p:spPr/>
        <p:txBody>
          <a:bodyPr/>
          <a:p>
            <a:endParaRPr lang="zh-CN" altLang="en-US"/>
          </a:p>
        </p:txBody>
      </p:sp>
      <p:sp>
        <p:nvSpPr>
          <p:cNvPr id="1048777" name="灯片编号占位符 3"/>
          <p:cNvSpPr>
            <a:spLocks noGrp="1"/>
          </p:cNvSpPr>
          <p:nvPr>
            <p:ph type="sldNum" sz="quarter" idx="10"/>
          </p:nvPr>
        </p:nvSpPr>
        <p:spPr/>
        <p:txBody>
          <a:bodyPr/>
          <a:p>
            <a:fld id="{1CF858DC-B400-4C8A-9D2C-182E65ED6662}" type="slidenum">
              <a:rPr lang="en-US" altLang="zh-CN" smtClean="0"/>
            </a:fld>
            <a:endParaRPr lang="en-US"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79" name=""/>
        <p:cNvGrpSpPr/>
        <p:nvPr/>
      </p:nvGrpSpPr>
      <p:grpSpPr>
        <a:xfrm>
          <a:off x="0" y="0"/>
          <a:ext cx="0" cy="0"/>
          <a:chOff x="0" y="0"/>
          <a:chExt cx="0" cy="0"/>
        </a:xfrm>
      </p:grpSpPr>
      <p:sp>
        <p:nvSpPr>
          <p:cNvPr id="1048802" name="幻灯片图像占位符 1"/>
          <p:cNvSpPr>
            <a:spLocks noGrp="1" noRot="1" noChangeAspect="1"/>
          </p:cNvSpPr>
          <p:nvPr>
            <p:ph type="sldImg"/>
          </p:nvPr>
        </p:nvSpPr>
        <p:spPr/>
      </p:sp>
      <p:sp>
        <p:nvSpPr>
          <p:cNvPr id="1048803" name="备注占位符 2"/>
          <p:cNvSpPr>
            <a:spLocks noGrp="1"/>
          </p:cNvSpPr>
          <p:nvPr>
            <p:ph type="body" idx="1"/>
          </p:nvPr>
        </p:nvSpPr>
        <p:spPr/>
        <p:txBody>
          <a:bodyPr/>
          <a:p>
            <a:endParaRPr lang="zh-CN" altLang="en-US"/>
          </a:p>
        </p:txBody>
      </p:sp>
      <p:sp>
        <p:nvSpPr>
          <p:cNvPr id="1048804" name="灯片编号占位符 3"/>
          <p:cNvSpPr>
            <a:spLocks noGrp="1"/>
          </p:cNvSpPr>
          <p:nvPr>
            <p:ph type="sldNum" sz="quarter" idx="10"/>
          </p:nvPr>
        </p:nvSpPr>
        <p:spPr/>
        <p:txBody>
          <a:bodyPr/>
          <a:p>
            <a:fld id="{1CF858DC-B400-4C8A-9D2C-182E65ED6662}" type="slidenum">
              <a:rPr lang="en-US" altLang="zh-CN" smtClean="0"/>
            </a:fld>
            <a:endParaRPr lang="en-US"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89" name=""/>
        <p:cNvGrpSpPr/>
        <p:nvPr/>
      </p:nvGrpSpPr>
      <p:grpSpPr>
        <a:xfrm>
          <a:off x="0" y="0"/>
          <a:ext cx="0" cy="0"/>
          <a:chOff x="0" y="0"/>
          <a:chExt cx="0" cy="0"/>
        </a:xfrm>
      </p:grpSpPr>
      <p:sp>
        <p:nvSpPr>
          <p:cNvPr id="1048849" name="幻灯片图像占位符 1"/>
          <p:cNvSpPr>
            <a:spLocks noGrp="1" noRot="1" noChangeAspect="1"/>
          </p:cNvSpPr>
          <p:nvPr>
            <p:ph type="sldImg"/>
          </p:nvPr>
        </p:nvSpPr>
        <p:spPr/>
      </p:sp>
      <p:sp>
        <p:nvSpPr>
          <p:cNvPr id="1048850" name="备注占位符 2"/>
          <p:cNvSpPr>
            <a:spLocks noGrp="1"/>
          </p:cNvSpPr>
          <p:nvPr>
            <p:ph type="body" idx="1"/>
          </p:nvPr>
        </p:nvSpPr>
        <p:spPr/>
        <p:txBody>
          <a:bodyPr/>
          <a:p>
            <a:endParaRPr lang="zh-CN" altLang="en-US"/>
          </a:p>
        </p:txBody>
      </p:sp>
      <p:sp>
        <p:nvSpPr>
          <p:cNvPr id="1048851" name="灯片编号占位符 3"/>
          <p:cNvSpPr>
            <a:spLocks noGrp="1"/>
          </p:cNvSpPr>
          <p:nvPr>
            <p:ph type="sldNum" sz="quarter" idx="10"/>
          </p:nvPr>
        </p:nvSpPr>
        <p:spPr/>
        <p:txBody>
          <a:bodyPr/>
          <a:p>
            <a:fld id="{1CF858DC-B400-4C8A-9D2C-182E65ED6662}" type="slidenum">
              <a:rPr lang="en-US" altLang="zh-CN" smtClean="0"/>
            </a:fld>
            <a:endParaRPr lang="en-US"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202" name=""/>
        <p:cNvGrpSpPr/>
        <p:nvPr/>
      </p:nvGrpSpPr>
      <p:grpSpPr>
        <a:xfrm>
          <a:off x="0" y="0"/>
          <a:ext cx="0" cy="0"/>
          <a:chOff x="0" y="0"/>
          <a:chExt cx="0" cy="0"/>
        </a:xfrm>
      </p:grpSpPr>
      <p:sp>
        <p:nvSpPr>
          <p:cNvPr id="1048874" name="幻灯片图像占位符 1"/>
          <p:cNvSpPr>
            <a:spLocks noGrp="1" noRot="1" noChangeAspect="1"/>
          </p:cNvSpPr>
          <p:nvPr>
            <p:ph type="sldImg"/>
          </p:nvPr>
        </p:nvSpPr>
        <p:spPr/>
      </p:sp>
      <p:sp>
        <p:nvSpPr>
          <p:cNvPr id="1048875" name="备注占位符 2"/>
          <p:cNvSpPr>
            <a:spLocks noGrp="1"/>
          </p:cNvSpPr>
          <p:nvPr>
            <p:ph type="body" idx="1"/>
          </p:nvPr>
        </p:nvSpPr>
        <p:spPr/>
        <p:txBody>
          <a:bodyPr/>
          <a:p>
            <a:endParaRPr lang="zh-CN" altLang="en-US"/>
          </a:p>
        </p:txBody>
      </p:sp>
      <p:sp>
        <p:nvSpPr>
          <p:cNvPr id="1048876" name="灯片编号占位符 3"/>
          <p:cNvSpPr>
            <a:spLocks noGrp="1"/>
          </p:cNvSpPr>
          <p:nvPr>
            <p:ph type="sldNum" sz="quarter" idx="10"/>
          </p:nvPr>
        </p:nvSpPr>
        <p:spPr/>
        <p:txBody>
          <a:bodyPr/>
          <a:p>
            <a:fld id="{1CF858DC-B400-4C8A-9D2C-182E65ED6662}" type="slidenum">
              <a:rPr lang="en-US" altLang="zh-CN" smtClean="0"/>
            </a:fld>
            <a:endParaRPr lang="en-US"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206" name=""/>
        <p:cNvGrpSpPr/>
        <p:nvPr/>
      </p:nvGrpSpPr>
      <p:grpSpPr>
        <a:xfrm>
          <a:off x="0" y="0"/>
          <a:ext cx="0" cy="0"/>
          <a:chOff x="0" y="0"/>
          <a:chExt cx="0" cy="0"/>
        </a:xfrm>
      </p:grpSpPr>
      <p:sp>
        <p:nvSpPr>
          <p:cNvPr id="1048879" name="幻灯片图像占位符 1"/>
          <p:cNvSpPr>
            <a:spLocks noGrp="1" noRot="1" noChangeAspect="1"/>
          </p:cNvSpPr>
          <p:nvPr>
            <p:ph type="sldImg"/>
          </p:nvPr>
        </p:nvSpPr>
        <p:spPr/>
      </p:sp>
      <p:sp>
        <p:nvSpPr>
          <p:cNvPr id="1048880" name="备注占位符 2"/>
          <p:cNvSpPr>
            <a:spLocks noGrp="1"/>
          </p:cNvSpPr>
          <p:nvPr>
            <p:ph type="body" idx="1"/>
          </p:nvPr>
        </p:nvSpPr>
        <p:spPr/>
        <p:txBody>
          <a:bodyPr/>
          <a:p>
            <a:endParaRPr lang="zh-CN" altLang="en-US"/>
          </a:p>
        </p:txBody>
      </p:sp>
      <p:sp>
        <p:nvSpPr>
          <p:cNvPr id="1048881" name="灯片编号占位符 3"/>
          <p:cNvSpPr>
            <a:spLocks noGrp="1"/>
          </p:cNvSpPr>
          <p:nvPr>
            <p:ph type="sldNum" sz="quarter" idx="10"/>
          </p:nvPr>
        </p:nvSpPr>
        <p:spPr/>
        <p:txBody>
          <a:bodyPr/>
          <a:p>
            <a:fld id="{1CF858DC-B400-4C8A-9D2C-182E65ED6662}" type="slidenum">
              <a:rPr lang="en-US" altLang="zh-CN" smtClean="0"/>
            </a:fld>
            <a:endParaRPr lang="en-US"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210" name=""/>
        <p:cNvGrpSpPr/>
        <p:nvPr/>
      </p:nvGrpSpPr>
      <p:grpSpPr>
        <a:xfrm>
          <a:off x="0" y="0"/>
          <a:ext cx="0" cy="0"/>
          <a:chOff x="0" y="0"/>
          <a:chExt cx="0" cy="0"/>
        </a:xfrm>
      </p:grpSpPr>
      <p:sp>
        <p:nvSpPr>
          <p:cNvPr id="1048884" name="幻灯片图像占位符 1"/>
          <p:cNvSpPr>
            <a:spLocks noGrp="1" noRot="1" noChangeAspect="1"/>
          </p:cNvSpPr>
          <p:nvPr>
            <p:ph type="sldImg"/>
          </p:nvPr>
        </p:nvSpPr>
        <p:spPr/>
      </p:sp>
      <p:sp>
        <p:nvSpPr>
          <p:cNvPr id="1048885" name="备注占位符 2"/>
          <p:cNvSpPr>
            <a:spLocks noGrp="1"/>
          </p:cNvSpPr>
          <p:nvPr>
            <p:ph type="body" idx="1"/>
          </p:nvPr>
        </p:nvSpPr>
        <p:spPr/>
        <p:txBody>
          <a:bodyPr/>
          <a:p>
            <a:endParaRPr lang="zh-CN" altLang="en-US"/>
          </a:p>
        </p:txBody>
      </p:sp>
      <p:sp>
        <p:nvSpPr>
          <p:cNvPr id="1048886" name="灯片编号占位符 3"/>
          <p:cNvSpPr>
            <a:spLocks noGrp="1"/>
          </p:cNvSpPr>
          <p:nvPr>
            <p:ph type="sldNum" sz="quarter" idx="10"/>
          </p:nvPr>
        </p:nvSpPr>
        <p:spPr/>
        <p:txBody>
          <a:bodyPr/>
          <a:p>
            <a:fld id="{1CF858DC-B400-4C8A-9D2C-182E65ED6662}" type="slidenum">
              <a:rPr lang="en-US" altLang="zh-CN" smtClean="0"/>
            </a:fld>
            <a:endParaRPr lang="en-US"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213" name=""/>
        <p:cNvGrpSpPr/>
        <p:nvPr/>
      </p:nvGrpSpPr>
      <p:grpSpPr>
        <a:xfrm>
          <a:off x="0" y="0"/>
          <a:ext cx="0" cy="0"/>
          <a:chOff x="0" y="0"/>
          <a:chExt cx="0" cy="0"/>
        </a:xfrm>
      </p:grpSpPr>
      <p:sp>
        <p:nvSpPr>
          <p:cNvPr id="1048890" name="幻灯片图像占位符 1"/>
          <p:cNvSpPr>
            <a:spLocks noGrp="1" noRot="1" noChangeAspect="1"/>
          </p:cNvSpPr>
          <p:nvPr>
            <p:ph type="sldImg"/>
          </p:nvPr>
        </p:nvSpPr>
        <p:spPr/>
      </p:sp>
      <p:sp>
        <p:nvSpPr>
          <p:cNvPr id="1048891" name="备注占位符 2"/>
          <p:cNvSpPr>
            <a:spLocks noGrp="1"/>
          </p:cNvSpPr>
          <p:nvPr>
            <p:ph type="body" idx="1"/>
          </p:nvPr>
        </p:nvSpPr>
        <p:spPr/>
        <p:txBody>
          <a:bodyPr/>
          <a:p>
            <a:endParaRPr lang="zh-CN" altLang="en-US"/>
          </a:p>
        </p:txBody>
      </p:sp>
      <p:sp>
        <p:nvSpPr>
          <p:cNvPr id="1048892" name="灯片编号占位符 3"/>
          <p:cNvSpPr>
            <a:spLocks noGrp="1"/>
          </p:cNvSpPr>
          <p:nvPr>
            <p:ph type="sldNum" sz="quarter" idx="10"/>
          </p:nvPr>
        </p:nvSpPr>
        <p:spPr/>
        <p:txBody>
          <a:bodyPr/>
          <a:p>
            <a:fld id="{1CF858DC-B400-4C8A-9D2C-182E65ED6662}" type="slidenum">
              <a:rPr lang="en-US" altLang="zh-CN" smtClean="0"/>
            </a:fld>
            <a:endParaRPr lang="en-US"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237" name=""/>
        <p:cNvGrpSpPr/>
        <p:nvPr/>
      </p:nvGrpSpPr>
      <p:grpSpPr>
        <a:xfrm>
          <a:off x="0" y="0"/>
          <a:ext cx="0" cy="0"/>
          <a:chOff x="0" y="0"/>
          <a:chExt cx="0" cy="0"/>
        </a:xfrm>
      </p:grpSpPr>
      <p:sp>
        <p:nvSpPr>
          <p:cNvPr id="1048934" name="幻灯片图像占位符 1"/>
          <p:cNvSpPr>
            <a:spLocks noGrp="1" noRot="1" noChangeAspect="1"/>
          </p:cNvSpPr>
          <p:nvPr>
            <p:ph type="sldImg"/>
          </p:nvPr>
        </p:nvSpPr>
        <p:spPr/>
      </p:sp>
      <p:sp>
        <p:nvSpPr>
          <p:cNvPr id="1048935" name="备注占位符 2"/>
          <p:cNvSpPr>
            <a:spLocks noGrp="1"/>
          </p:cNvSpPr>
          <p:nvPr>
            <p:ph type="body" idx="1"/>
          </p:nvPr>
        </p:nvSpPr>
        <p:spPr/>
        <p:txBody>
          <a:bodyPr/>
          <a:p>
            <a:endParaRPr lang="zh-CN" altLang="en-US"/>
          </a:p>
        </p:txBody>
      </p:sp>
      <p:sp>
        <p:nvSpPr>
          <p:cNvPr id="1048936" name="灯片编号占位符 3"/>
          <p:cNvSpPr>
            <a:spLocks noGrp="1"/>
          </p:cNvSpPr>
          <p:nvPr>
            <p:ph type="sldNum" sz="quarter" idx="10"/>
          </p:nvPr>
        </p:nvSpPr>
        <p:spPr/>
        <p:txBody>
          <a:bodyPr/>
          <a:p>
            <a:fld id="{1CF858DC-B400-4C8A-9D2C-182E65ED6662}" type="slidenum">
              <a:rPr lang="en-US" altLang="zh-CN" smtClean="0"/>
            </a:fld>
            <a:endParaRPr lang="en-US"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249" name=""/>
        <p:cNvGrpSpPr/>
        <p:nvPr/>
      </p:nvGrpSpPr>
      <p:grpSpPr>
        <a:xfrm>
          <a:off x="0" y="0"/>
          <a:ext cx="0" cy="0"/>
          <a:chOff x="0" y="0"/>
          <a:chExt cx="0" cy="0"/>
        </a:xfrm>
      </p:grpSpPr>
      <p:sp>
        <p:nvSpPr>
          <p:cNvPr id="1048955" name="幻灯片图像占位符 1"/>
          <p:cNvSpPr>
            <a:spLocks noGrp="1" noRot="1" noChangeAspect="1"/>
          </p:cNvSpPr>
          <p:nvPr>
            <p:ph type="sldImg"/>
          </p:nvPr>
        </p:nvSpPr>
        <p:spPr/>
      </p:sp>
      <p:sp>
        <p:nvSpPr>
          <p:cNvPr id="1048956" name="备注占位符 2"/>
          <p:cNvSpPr>
            <a:spLocks noGrp="1"/>
          </p:cNvSpPr>
          <p:nvPr>
            <p:ph type="body" idx="1"/>
          </p:nvPr>
        </p:nvSpPr>
        <p:spPr/>
        <p:txBody>
          <a:bodyPr/>
          <a:p>
            <a:endParaRPr lang="zh-CN" altLang="en-US"/>
          </a:p>
        </p:txBody>
      </p:sp>
      <p:sp>
        <p:nvSpPr>
          <p:cNvPr id="1048957" name="灯片编号占位符 3"/>
          <p:cNvSpPr>
            <a:spLocks noGrp="1"/>
          </p:cNvSpPr>
          <p:nvPr>
            <p:ph type="sldNum" sz="quarter" idx="10"/>
          </p:nvPr>
        </p:nvSpPr>
        <p:spPr/>
        <p:txBody>
          <a:bodyPr/>
          <a:p>
            <a:fld id="{1CF858DC-B400-4C8A-9D2C-182E65ED6662}" type="slidenum">
              <a:rPr lang="en-US" altLang="zh-CN" smtClean="0"/>
            </a:fld>
            <a:endParaRPr lang="en-US"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259" name=""/>
        <p:cNvGrpSpPr/>
        <p:nvPr/>
      </p:nvGrpSpPr>
      <p:grpSpPr>
        <a:xfrm>
          <a:off x="0" y="0"/>
          <a:ext cx="0" cy="0"/>
          <a:chOff x="0" y="0"/>
          <a:chExt cx="0" cy="0"/>
        </a:xfrm>
      </p:grpSpPr>
      <p:sp>
        <p:nvSpPr>
          <p:cNvPr id="1048977" name="幻灯片图像占位符 1"/>
          <p:cNvSpPr>
            <a:spLocks noGrp="1" noRot="1" noChangeAspect="1"/>
          </p:cNvSpPr>
          <p:nvPr>
            <p:ph type="sldImg"/>
          </p:nvPr>
        </p:nvSpPr>
        <p:spPr/>
      </p:sp>
      <p:sp>
        <p:nvSpPr>
          <p:cNvPr id="1048978" name="备注占位符 2"/>
          <p:cNvSpPr>
            <a:spLocks noGrp="1"/>
          </p:cNvSpPr>
          <p:nvPr>
            <p:ph type="body" idx="1"/>
          </p:nvPr>
        </p:nvSpPr>
        <p:spPr/>
        <p:txBody>
          <a:bodyPr/>
          <a:p>
            <a:endParaRPr lang="zh-CN" altLang="en-US"/>
          </a:p>
        </p:txBody>
      </p:sp>
      <p:sp>
        <p:nvSpPr>
          <p:cNvPr id="1048979" name="灯片编号占位符 3"/>
          <p:cNvSpPr>
            <a:spLocks noGrp="1"/>
          </p:cNvSpPr>
          <p:nvPr>
            <p:ph type="sldNum" sz="quarter" idx="10"/>
          </p:nvPr>
        </p:nvSpPr>
        <p:spPr/>
        <p:txBody>
          <a:bodyPr/>
          <a:p>
            <a:fld id="{1CF858DC-B400-4C8A-9D2C-182E65ED6662}" type="slidenum">
              <a:rPr lang="en-US" altLang="zh-CN" smtClean="0"/>
            </a:fld>
            <a:endParaRPr lang="en-US"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272" name=""/>
        <p:cNvGrpSpPr/>
        <p:nvPr/>
      </p:nvGrpSpPr>
      <p:grpSpPr>
        <a:xfrm>
          <a:off x="0" y="0"/>
          <a:ext cx="0" cy="0"/>
          <a:chOff x="0" y="0"/>
          <a:chExt cx="0" cy="0"/>
        </a:xfrm>
      </p:grpSpPr>
      <p:sp>
        <p:nvSpPr>
          <p:cNvPr id="1049001" name="幻灯片图像占位符 1"/>
          <p:cNvSpPr>
            <a:spLocks noGrp="1" noRot="1" noChangeAspect="1"/>
          </p:cNvSpPr>
          <p:nvPr>
            <p:ph type="sldImg"/>
          </p:nvPr>
        </p:nvSpPr>
        <p:spPr/>
      </p:sp>
      <p:sp>
        <p:nvSpPr>
          <p:cNvPr id="1049002" name="备注占位符 2"/>
          <p:cNvSpPr>
            <a:spLocks noGrp="1"/>
          </p:cNvSpPr>
          <p:nvPr>
            <p:ph type="body" idx="1"/>
          </p:nvPr>
        </p:nvSpPr>
        <p:spPr/>
        <p:txBody>
          <a:bodyPr/>
          <a:p>
            <a:endParaRPr lang="zh-CN" altLang="en-US"/>
          </a:p>
        </p:txBody>
      </p:sp>
      <p:sp>
        <p:nvSpPr>
          <p:cNvPr id="1049003" name="灯片编号占位符 3"/>
          <p:cNvSpPr>
            <a:spLocks noGrp="1"/>
          </p:cNvSpPr>
          <p:nvPr>
            <p:ph type="sldNum" sz="quarter" idx="10"/>
          </p:nvPr>
        </p:nvSpPr>
        <p:spPr/>
        <p:txBody>
          <a:bodyPr/>
          <a:p>
            <a:fld id="{1CF858DC-B400-4C8A-9D2C-182E65ED6662}" type="slidenum">
              <a:rPr lang="en-US" altLang="zh-CN" smtClean="0"/>
            </a:fld>
            <a:endParaRPr lang="en-US"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275" name=""/>
        <p:cNvGrpSpPr/>
        <p:nvPr/>
      </p:nvGrpSpPr>
      <p:grpSpPr>
        <a:xfrm>
          <a:off x="0" y="0"/>
          <a:ext cx="0" cy="0"/>
          <a:chOff x="0" y="0"/>
          <a:chExt cx="0" cy="0"/>
        </a:xfrm>
      </p:grpSpPr>
      <p:sp>
        <p:nvSpPr>
          <p:cNvPr id="1049007" name="幻灯片图像占位符 1"/>
          <p:cNvSpPr>
            <a:spLocks noGrp="1" noRot="1" noChangeAspect="1"/>
          </p:cNvSpPr>
          <p:nvPr>
            <p:ph type="sldImg"/>
          </p:nvPr>
        </p:nvSpPr>
        <p:spPr/>
      </p:sp>
      <p:sp>
        <p:nvSpPr>
          <p:cNvPr id="1049008" name="备注占位符 2"/>
          <p:cNvSpPr>
            <a:spLocks noGrp="1"/>
          </p:cNvSpPr>
          <p:nvPr>
            <p:ph type="body" idx="1"/>
          </p:nvPr>
        </p:nvSpPr>
        <p:spPr/>
        <p:txBody>
          <a:bodyPr/>
          <a:p>
            <a:endParaRPr lang="zh-CN" altLang="en-US"/>
          </a:p>
        </p:txBody>
      </p:sp>
      <p:sp>
        <p:nvSpPr>
          <p:cNvPr id="1049009" name="灯片编号占位符 3"/>
          <p:cNvSpPr>
            <a:spLocks noGrp="1"/>
          </p:cNvSpPr>
          <p:nvPr>
            <p:ph type="sldNum" sz="quarter" idx="10"/>
          </p:nvPr>
        </p:nvSpPr>
        <p:spPr/>
        <p:txBody>
          <a:bodyPr/>
          <a:p>
            <a:fld id="{1CF858DC-B400-4C8A-9D2C-182E65ED6662}" type="slidenum">
              <a:rPr lang="en-US" altLang="zh-CN" smtClean="0"/>
            </a:fld>
            <a:endParaRPr lang="en-US" altLang="zh-C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284" name=""/>
        <p:cNvGrpSpPr/>
        <p:nvPr/>
      </p:nvGrpSpPr>
      <p:grpSpPr>
        <a:xfrm>
          <a:off x="0" y="0"/>
          <a:ext cx="0" cy="0"/>
          <a:chOff x="0" y="0"/>
          <a:chExt cx="0" cy="0"/>
        </a:xfrm>
      </p:grpSpPr>
      <p:sp>
        <p:nvSpPr>
          <p:cNvPr id="1049025" name="幻灯片图像占位符 1"/>
          <p:cNvSpPr>
            <a:spLocks noGrp="1" noRot="1" noChangeAspect="1"/>
          </p:cNvSpPr>
          <p:nvPr>
            <p:ph type="sldImg"/>
          </p:nvPr>
        </p:nvSpPr>
        <p:spPr/>
      </p:sp>
      <p:sp>
        <p:nvSpPr>
          <p:cNvPr id="1049026" name="备注占位符 2"/>
          <p:cNvSpPr>
            <a:spLocks noGrp="1"/>
          </p:cNvSpPr>
          <p:nvPr>
            <p:ph type="body" idx="1"/>
          </p:nvPr>
        </p:nvSpPr>
        <p:spPr/>
        <p:txBody>
          <a:bodyPr/>
          <a:p>
            <a:endParaRPr lang="zh-CN" altLang="en-US"/>
          </a:p>
        </p:txBody>
      </p:sp>
      <p:sp>
        <p:nvSpPr>
          <p:cNvPr id="1049027" name="灯片编号占位符 3"/>
          <p:cNvSpPr>
            <a:spLocks noGrp="1"/>
          </p:cNvSpPr>
          <p:nvPr>
            <p:ph type="sldNum" sz="quarter" idx="10"/>
          </p:nvPr>
        </p:nvSpPr>
        <p:spPr/>
        <p:txBody>
          <a:bodyPr/>
          <a:p>
            <a:fld id="{1CF858DC-B400-4C8A-9D2C-182E65ED6662}" type="slidenum">
              <a:rPr lang="en-US" altLang="zh-CN" smtClean="0"/>
            </a:fld>
            <a:endParaRPr lang="en-US" altLang="zh-CN"/>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287" name=""/>
        <p:cNvGrpSpPr/>
        <p:nvPr/>
      </p:nvGrpSpPr>
      <p:grpSpPr>
        <a:xfrm>
          <a:off x="0" y="0"/>
          <a:ext cx="0" cy="0"/>
          <a:chOff x="0" y="0"/>
          <a:chExt cx="0" cy="0"/>
        </a:xfrm>
      </p:grpSpPr>
      <p:sp>
        <p:nvSpPr>
          <p:cNvPr id="1049030" name="幻灯片图像占位符 1"/>
          <p:cNvSpPr>
            <a:spLocks noGrp="1" noRot="1" noChangeAspect="1"/>
          </p:cNvSpPr>
          <p:nvPr>
            <p:ph type="sldImg"/>
          </p:nvPr>
        </p:nvSpPr>
        <p:spPr/>
      </p:sp>
      <p:sp>
        <p:nvSpPr>
          <p:cNvPr id="1049031" name="备注占位符 2"/>
          <p:cNvSpPr>
            <a:spLocks noGrp="1"/>
          </p:cNvSpPr>
          <p:nvPr>
            <p:ph type="body" idx="1"/>
          </p:nvPr>
        </p:nvSpPr>
        <p:spPr/>
        <p:txBody>
          <a:bodyPr/>
          <a:p>
            <a:endParaRPr lang="zh-CN" altLang="en-US"/>
          </a:p>
        </p:txBody>
      </p:sp>
      <p:sp>
        <p:nvSpPr>
          <p:cNvPr id="1049032" name="灯片编号占位符 3"/>
          <p:cNvSpPr>
            <a:spLocks noGrp="1"/>
          </p:cNvSpPr>
          <p:nvPr>
            <p:ph type="sldNum" sz="quarter" idx="10"/>
          </p:nvPr>
        </p:nvSpPr>
        <p:spPr/>
        <p:txBody>
          <a:bodyPr/>
          <a:p>
            <a:fld id="{1CF858DC-B400-4C8A-9D2C-182E65ED6662}" type="slidenum">
              <a:rPr lang="en-US" altLang="zh-CN" smtClean="0"/>
            </a:fld>
            <a:endParaRPr lang="en-US" altLang="zh-CN"/>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290" name=""/>
        <p:cNvGrpSpPr/>
        <p:nvPr/>
      </p:nvGrpSpPr>
      <p:grpSpPr>
        <a:xfrm>
          <a:off x="0" y="0"/>
          <a:ext cx="0" cy="0"/>
          <a:chOff x="0" y="0"/>
          <a:chExt cx="0" cy="0"/>
        </a:xfrm>
      </p:grpSpPr>
      <p:sp>
        <p:nvSpPr>
          <p:cNvPr id="1049036" name="幻灯片图像占位符 1"/>
          <p:cNvSpPr>
            <a:spLocks noGrp="1" noRot="1" noChangeAspect="1"/>
          </p:cNvSpPr>
          <p:nvPr>
            <p:ph type="sldImg"/>
          </p:nvPr>
        </p:nvSpPr>
        <p:spPr/>
      </p:sp>
      <p:sp>
        <p:nvSpPr>
          <p:cNvPr id="1049037" name="备注占位符 2"/>
          <p:cNvSpPr>
            <a:spLocks noGrp="1"/>
          </p:cNvSpPr>
          <p:nvPr>
            <p:ph type="body" idx="1"/>
          </p:nvPr>
        </p:nvSpPr>
        <p:spPr/>
        <p:txBody>
          <a:bodyPr/>
          <a:p>
            <a:endParaRPr lang="zh-CN" altLang="en-US"/>
          </a:p>
        </p:txBody>
      </p:sp>
      <p:sp>
        <p:nvSpPr>
          <p:cNvPr id="1049038" name="灯片编号占位符 3"/>
          <p:cNvSpPr>
            <a:spLocks noGrp="1"/>
          </p:cNvSpPr>
          <p:nvPr>
            <p:ph type="sldNum" sz="quarter" idx="10"/>
          </p:nvPr>
        </p:nvSpPr>
        <p:spPr/>
        <p:txBody>
          <a:bodyPr/>
          <a:p>
            <a:fld id="{1CF858DC-B400-4C8A-9D2C-182E65ED6662}" type="slidenum">
              <a:rPr lang="en-US" altLang="zh-CN" smtClean="0"/>
            </a:fld>
            <a:endParaRPr lang="en-US" altLang="zh-CN"/>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293" name=""/>
        <p:cNvGrpSpPr/>
        <p:nvPr/>
      </p:nvGrpSpPr>
      <p:grpSpPr>
        <a:xfrm>
          <a:off x="0" y="0"/>
          <a:ext cx="0" cy="0"/>
          <a:chOff x="0" y="0"/>
          <a:chExt cx="0" cy="0"/>
        </a:xfrm>
      </p:grpSpPr>
      <p:sp>
        <p:nvSpPr>
          <p:cNvPr id="1049041" name="幻灯片图像占位符 1"/>
          <p:cNvSpPr>
            <a:spLocks noGrp="1" noRot="1" noChangeAspect="1"/>
          </p:cNvSpPr>
          <p:nvPr>
            <p:ph type="sldImg"/>
          </p:nvPr>
        </p:nvSpPr>
        <p:spPr/>
      </p:sp>
      <p:sp>
        <p:nvSpPr>
          <p:cNvPr id="1049042" name="备注占位符 2"/>
          <p:cNvSpPr>
            <a:spLocks noGrp="1"/>
          </p:cNvSpPr>
          <p:nvPr>
            <p:ph type="body" idx="1"/>
          </p:nvPr>
        </p:nvSpPr>
        <p:spPr/>
        <p:txBody>
          <a:bodyPr/>
          <a:p>
            <a:endParaRPr lang="zh-CN" altLang="en-US"/>
          </a:p>
        </p:txBody>
      </p:sp>
      <p:sp>
        <p:nvSpPr>
          <p:cNvPr id="1049043" name="灯片编号占位符 3"/>
          <p:cNvSpPr>
            <a:spLocks noGrp="1"/>
          </p:cNvSpPr>
          <p:nvPr>
            <p:ph type="sldNum" sz="quarter" idx="10"/>
          </p:nvPr>
        </p:nvSpPr>
        <p:spPr/>
        <p:txBody>
          <a:bodyPr/>
          <a:p>
            <a:fld id="{1CF858DC-B400-4C8A-9D2C-182E65ED6662}" type="slidenum">
              <a:rPr lang="en-US" altLang="zh-CN" smtClean="0"/>
            </a:fld>
            <a:endParaRPr lang="en-US" altLang="zh-CN"/>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296" name=""/>
        <p:cNvGrpSpPr/>
        <p:nvPr/>
      </p:nvGrpSpPr>
      <p:grpSpPr>
        <a:xfrm>
          <a:off x="0" y="0"/>
          <a:ext cx="0" cy="0"/>
          <a:chOff x="0" y="0"/>
          <a:chExt cx="0" cy="0"/>
        </a:xfrm>
      </p:grpSpPr>
      <p:sp>
        <p:nvSpPr>
          <p:cNvPr id="1049046" name="幻灯片图像占位符 1"/>
          <p:cNvSpPr>
            <a:spLocks noGrp="1" noRot="1" noChangeAspect="1"/>
          </p:cNvSpPr>
          <p:nvPr>
            <p:ph type="sldImg"/>
          </p:nvPr>
        </p:nvSpPr>
        <p:spPr/>
      </p:sp>
      <p:sp>
        <p:nvSpPr>
          <p:cNvPr id="1049047" name="备注占位符 2"/>
          <p:cNvSpPr>
            <a:spLocks noGrp="1"/>
          </p:cNvSpPr>
          <p:nvPr>
            <p:ph type="body" idx="1"/>
          </p:nvPr>
        </p:nvSpPr>
        <p:spPr/>
        <p:txBody>
          <a:bodyPr/>
          <a:p>
            <a:endParaRPr lang="zh-CN" altLang="en-US"/>
          </a:p>
        </p:txBody>
      </p:sp>
      <p:sp>
        <p:nvSpPr>
          <p:cNvPr id="1049048" name="灯片编号占位符 3"/>
          <p:cNvSpPr>
            <a:spLocks noGrp="1"/>
          </p:cNvSpPr>
          <p:nvPr>
            <p:ph type="sldNum" sz="quarter" idx="10"/>
          </p:nvPr>
        </p:nvSpPr>
        <p:spPr/>
        <p:txBody>
          <a:bodyPr/>
          <a:p>
            <a:fld id="{1CF858DC-B400-4C8A-9D2C-182E65ED6662}" type="slidenum">
              <a:rPr lang="en-US" altLang="zh-CN" smtClean="0"/>
            </a:fld>
            <a:endParaRPr lang="en-US" altLang="zh-CN"/>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306" name=""/>
        <p:cNvGrpSpPr/>
        <p:nvPr/>
      </p:nvGrpSpPr>
      <p:grpSpPr>
        <a:xfrm>
          <a:off x="0" y="0"/>
          <a:ext cx="0" cy="0"/>
          <a:chOff x="0" y="0"/>
          <a:chExt cx="0" cy="0"/>
        </a:xfrm>
      </p:grpSpPr>
      <p:sp>
        <p:nvSpPr>
          <p:cNvPr id="1049065" name="幻灯片图像占位符 1"/>
          <p:cNvSpPr>
            <a:spLocks noGrp="1" noRot="1" noChangeAspect="1"/>
          </p:cNvSpPr>
          <p:nvPr>
            <p:ph type="sldImg"/>
          </p:nvPr>
        </p:nvSpPr>
        <p:spPr/>
      </p:sp>
      <p:sp>
        <p:nvSpPr>
          <p:cNvPr id="1049066" name="备注占位符 2"/>
          <p:cNvSpPr>
            <a:spLocks noGrp="1"/>
          </p:cNvSpPr>
          <p:nvPr>
            <p:ph type="body" idx="1"/>
          </p:nvPr>
        </p:nvSpPr>
        <p:spPr/>
        <p:txBody>
          <a:bodyPr/>
          <a:p>
            <a:endParaRPr lang="zh-CN" altLang="en-US"/>
          </a:p>
        </p:txBody>
      </p:sp>
      <p:sp>
        <p:nvSpPr>
          <p:cNvPr id="1049067" name="灯片编号占位符 3"/>
          <p:cNvSpPr>
            <a:spLocks noGrp="1"/>
          </p:cNvSpPr>
          <p:nvPr>
            <p:ph type="sldNum" sz="quarter" idx="10"/>
          </p:nvPr>
        </p:nvSpPr>
        <p:spPr/>
        <p:txBody>
          <a:bodyPr/>
          <a:p>
            <a:fld id="{1CF858DC-B400-4C8A-9D2C-182E65ED6662}" type="slidenum">
              <a:rPr lang="en-US" altLang="zh-CN" smtClean="0"/>
            </a:fld>
            <a:endParaRPr lang="en-US" altLang="zh-CN"/>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309" name=""/>
        <p:cNvGrpSpPr/>
        <p:nvPr/>
      </p:nvGrpSpPr>
      <p:grpSpPr>
        <a:xfrm>
          <a:off x="0" y="0"/>
          <a:ext cx="0" cy="0"/>
          <a:chOff x="0" y="0"/>
          <a:chExt cx="0" cy="0"/>
        </a:xfrm>
      </p:grpSpPr>
      <p:sp>
        <p:nvSpPr>
          <p:cNvPr id="1049070" name="幻灯片图像占位符 1"/>
          <p:cNvSpPr>
            <a:spLocks noGrp="1" noRot="1" noChangeAspect="1"/>
          </p:cNvSpPr>
          <p:nvPr>
            <p:ph type="sldImg"/>
          </p:nvPr>
        </p:nvSpPr>
        <p:spPr/>
      </p:sp>
      <p:sp>
        <p:nvSpPr>
          <p:cNvPr id="1049071" name="备注占位符 2"/>
          <p:cNvSpPr>
            <a:spLocks noGrp="1"/>
          </p:cNvSpPr>
          <p:nvPr>
            <p:ph type="body" idx="1"/>
          </p:nvPr>
        </p:nvSpPr>
        <p:spPr/>
        <p:txBody>
          <a:bodyPr/>
          <a:p>
            <a:endParaRPr lang="zh-CN" altLang="en-US"/>
          </a:p>
        </p:txBody>
      </p:sp>
      <p:sp>
        <p:nvSpPr>
          <p:cNvPr id="1049072" name="灯片编号占位符 3"/>
          <p:cNvSpPr>
            <a:spLocks noGrp="1"/>
          </p:cNvSpPr>
          <p:nvPr>
            <p:ph type="sldNum" sz="quarter" idx="10"/>
          </p:nvPr>
        </p:nvSpPr>
        <p:spPr/>
        <p:txBody>
          <a:bodyPr/>
          <a:p>
            <a:fld id="{1CF858DC-B400-4C8A-9D2C-182E65ED6662}" type="slidenum">
              <a:rPr lang="en-US" altLang="zh-CN" smtClean="0"/>
            </a:fld>
            <a:endParaRPr lang="en-US" altLang="zh-CN"/>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312" name=""/>
        <p:cNvGrpSpPr/>
        <p:nvPr/>
      </p:nvGrpSpPr>
      <p:grpSpPr>
        <a:xfrm>
          <a:off x="0" y="0"/>
          <a:ext cx="0" cy="0"/>
          <a:chOff x="0" y="0"/>
          <a:chExt cx="0" cy="0"/>
        </a:xfrm>
      </p:grpSpPr>
      <p:sp>
        <p:nvSpPr>
          <p:cNvPr id="1049075" name="幻灯片图像占位符 1"/>
          <p:cNvSpPr>
            <a:spLocks noGrp="1" noRot="1" noChangeAspect="1"/>
          </p:cNvSpPr>
          <p:nvPr>
            <p:ph type="sldImg"/>
          </p:nvPr>
        </p:nvSpPr>
        <p:spPr/>
      </p:sp>
      <p:sp>
        <p:nvSpPr>
          <p:cNvPr id="1049076" name="备注占位符 2"/>
          <p:cNvSpPr>
            <a:spLocks noGrp="1"/>
          </p:cNvSpPr>
          <p:nvPr>
            <p:ph type="body" idx="1"/>
          </p:nvPr>
        </p:nvSpPr>
        <p:spPr/>
        <p:txBody>
          <a:bodyPr/>
          <a:p>
            <a:endParaRPr lang="zh-CN" altLang="en-US"/>
          </a:p>
        </p:txBody>
      </p:sp>
      <p:sp>
        <p:nvSpPr>
          <p:cNvPr id="1049077" name="灯片编号占位符 3"/>
          <p:cNvSpPr>
            <a:spLocks noGrp="1"/>
          </p:cNvSpPr>
          <p:nvPr>
            <p:ph type="sldNum" sz="quarter" idx="10"/>
          </p:nvPr>
        </p:nvSpPr>
        <p:spPr/>
        <p:txBody>
          <a:bodyPr/>
          <a:p>
            <a:fld id="{1CF858DC-B400-4C8A-9D2C-182E65ED6662}" type="slidenum">
              <a:rPr lang="en-US" altLang="zh-CN" smtClean="0"/>
            </a:fld>
            <a:endParaRPr lang="en-US" altLang="zh-CN"/>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315" name=""/>
        <p:cNvGrpSpPr/>
        <p:nvPr/>
      </p:nvGrpSpPr>
      <p:grpSpPr>
        <a:xfrm>
          <a:off x="0" y="0"/>
          <a:ext cx="0" cy="0"/>
          <a:chOff x="0" y="0"/>
          <a:chExt cx="0" cy="0"/>
        </a:xfrm>
      </p:grpSpPr>
      <p:sp>
        <p:nvSpPr>
          <p:cNvPr id="1049080" name="幻灯片图像占位符 1"/>
          <p:cNvSpPr>
            <a:spLocks noGrp="1" noRot="1" noChangeAspect="1"/>
          </p:cNvSpPr>
          <p:nvPr>
            <p:ph type="sldImg"/>
          </p:nvPr>
        </p:nvSpPr>
        <p:spPr/>
      </p:sp>
      <p:sp>
        <p:nvSpPr>
          <p:cNvPr id="1049081" name="备注占位符 2"/>
          <p:cNvSpPr>
            <a:spLocks noGrp="1"/>
          </p:cNvSpPr>
          <p:nvPr>
            <p:ph type="body" idx="1"/>
          </p:nvPr>
        </p:nvSpPr>
        <p:spPr/>
        <p:txBody>
          <a:bodyPr/>
          <a:p>
            <a:endParaRPr lang="zh-CN" altLang="en-US"/>
          </a:p>
        </p:txBody>
      </p:sp>
      <p:sp>
        <p:nvSpPr>
          <p:cNvPr id="1049082" name="灯片编号占位符 3"/>
          <p:cNvSpPr>
            <a:spLocks noGrp="1"/>
          </p:cNvSpPr>
          <p:nvPr>
            <p:ph type="sldNum" sz="quarter" idx="10"/>
          </p:nvPr>
        </p:nvSpPr>
        <p:spPr/>
        <p:txBody>
          <a:bodyPr/>
          <a:p>
            <a:fld id="{1CF858DC-B400-4C8A-9D2C-182E65ED6662}" type="slidenum">
              <a:rPr lang="en-US" altLang="zh-CN" smtClean="0"/>
            </a:fld>
            <a:endParaRPr lang="en-US" altLang="zh-CN"/>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318" name=""/>
        <p:cNvGrpSpPr/>
        <p:nvPr/>
      </p:nvGrpSpPr>
      <p:grpSpPr>
        <a:xfrm>
          <a:off x="0" y="0"/>
          <a:ext cx="0" cy="0"/>
          <a:chOff x="0" y="0"/>
          <a:chExt cx="0" cy="0"/>
        </a:xfrm>
      </p:grpSpPr>
      <p:sp>
        <p:nvSpPr>
          <p:cNvPr id="1049085" name="幻灯片图像占位符 1"/>
          <p:cNvSpPr>
            <a:spLocks noGrp="1" noRot="1" noChangeAspect="1"/>
          </p:cNvSpPr>
          <p:nvPr>
            <p:ph type="sldImg"/>
          </p:nvPr>
        </p:nvSpPr>
        <p:spPr/>
      </p:sp>
      <p:sp>
        <p:nvSpPr>
          <p:cNvPr id="1049086" name="备注占位符 2"/>
          <p:cNvSpPr>
            <a:spLocks noGrp="1"/>
          </p:cNvSpPr>
          <p:nvPr>
            <p:ph type="body" idx="1"/>
          </p:nvPr>
        </p:nvSpPr>
        <p:spPr/>
        <p:txBody>
          <a:bodyPr/>
          <a:p>
            <a:endParaRPr lang="zh-CN" altLang="en-US"/>
          </a:p>
        </p:txBody>
      </p:sp>
      <p:sp>
        <p:nvSpPr>
          <p:cNvPr id="1049087" name="灯片编号占位符 3"/>
          <p:cNvSpPr>
            <a:spLocks noGrp="1"/>
          </p:cNvSpPr>
          <p:nvPr>
            <p:ph type="sldNum" sz="quarter" idx="10"/>
          </p:nvPr>
        </p:nvSpPr>
        <p:spPr/>
        <p:txBody>
          <a:bodyPr/>
          <a:p>
            <a:fld id="{1CF858DC-B400-4C8A-9D2C-182E65ED6662}" type="slidenum">
              <a:rPr lang="en-US" altLang="zh-CN" smtClean="0"/>
            </a:fld>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92" name=""/>
        <p:cNvGrpSpPr/>
        <p:nvPr/>
      </p:nvGrpSpPr>
      <p:grpSpPr>
        <a:xfrm>
          <a:off x="0" y="0"/>
          <a:ext cx="0" cy="0"/>
          <a:chOff x="0" y="0"/>
          <a:chExt cx="0" cy="0"/>
        </a:xfrm>
      </p:grpSpPr>
      <p:pic>
        <p:nvPicPr>
          <p:cNvPr id="2097155" name="Picture 7" descr="PPT_1"/>
          <p:cNvPicPr>
            <a:picLocks noChangeAspect="1" noChangeArrowheads="1"/>
          </p:cNvPicPr>
          <p:nvPr userDrawn="1"/>
        </p:nvPicPr>
        <p:blipFill>
          <a:blip r:embed="rId2" cstate="print"/>
          <a:srcRect/>
          <a:stretch>
            <a:fillRect/>
          </a:stretch>
        </p:blipFill>
        <p:spPr bwMode="auto">
          <a:xfrm>
            <a:off x="0" y="0"/>
            <a:ext cx="9144000" cy="6858000"/>
          </a:xfrm>
          <a:prstGeom prst="rect">
            <a:avLst/>
          </a:prstGeom>
          <a:noFill/>
          <a:ln w="9525">
            <a:noFill/>
            <a:miter lim="800000"/>
            <a:headEnd/>
            <a:tailEnd/>
          </a:ln>
        </p:spPr>
      </p:pic>
      <p:sp>
        <p:nvSpPr>
          <p:cNvPr id="1048605" name="标题 1"/>
          <p:cNvSpPr>
            <a:spLocks noGrp="1"/>
          </p:cNvSpPr>
          <p:nvPr>
            <p:ph type="title"/>
          </p:nvPr>
        </p:nvSpPr>
        <p:spPr/>
        <p:txBody>
          <a:bodyPr/>
          <a:p>
            <a:r>
              <a:rPr lang="zh-CN" altLang="en-US" smtClean="0"/>
              <a:t>单击此处编辑母版标题样式</a:t>
            </a:r>
            <a:endParaRPr lang="zh-CN" altLang="en-US"/>
          </a:p>
        </p:txBody>
      </p:sp>
      <p:sp>
        <p:nvSpPr>
          <p:cNvPr id="1048606" name="内容占位符 2"/>
          <p:cNvSpPr>
            <a:spLocks noGrp="1"/>
          </p:cNvSpPr>
          <p:nvPr>
            <p:ph idx="1"/>
          </p:nvPr>
        </p:nvSpPr>
        <p:spPr/>
        <p:txBody>
          <a:bodyPr/>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1048607" name="Rectangle 4"/>
          <p:cNvSpPr>
            <a:spLocks noGrp="1" noChangeArrowheads="1"/>
          </p:cNvSpPr>
          <p:nvPr>
            <p:ph type="dt" sz="half" idx="10"/>
          </p:nvPr>
        </p:nvSpPr>
        <p:spPr/>
        <p:txBody>
          <a:bodyPr/>
          <a:p>
            <a:endParaRPr lang="en-US" altLang="zh-CN"/>
          </a:p>
        </p:txBody>
      </p:sp>
      <p:sp>
        <p:nvSpPr>
          <p:cNvPr id="1048608" name="Rectangle 4"/>
          <p:cNvSpPr>
            <a:spLocks noGrp="1" noChangeArrowheads="1"/>
          </p:cNvSpPr>
          <p:nvPr>
            <p:ph type="dt" sz="half" idx="11"/>
          </p:nvPr>
        </p:nvSpPr>
        <p:spPr/>
        <p:txBody>
          <a:bodyPr/>
          <a:p>
            <a:endParaRPr lang="en-US" altLang="zh-CN"/>
          </a:p>
        </p:txBody>
      </p:sp>
      <p:sp>
        <p:nvSpPr>
          <p:cNvPr id="1048609" name="Rectangle 5"/>
          <p:cNvSpPr>
            <a:spLocks noGrp="1" noChangeArrowheads="1"/>
          </p:cNvSpPr>
          <p:nvPr>
            <p:ph type="ftr" sz="quarter" idx="12"/>
          </p:nvPr>
        </p:nvSpPr>
        <p:spPr/>
        <p:txBody>
          <a:bodyPr/>
          <a:p>
            <a:endParaRPr lang="en-US" altLang="zh-CN"/>
          </a:p>
        </p:txBody>
      </p:sp>
      <p:sp>
        <p:nvSpPr>
          <p:cNvPr id="1048610" name="Rectangle 6"/>
          <p:cNvSpPr>
            <a:spLocks noGrp="1" noChangeArrowheads="1"/>
          </p:cNvSpPr>
          <p:nvPr>
            <p:ph type="sldNum" sz="quarter" idx="13"/>
          </p:nvPr>
        </p:nvSpPr>
        <p:spPr/>
        <p:txBody>
          <a:bodyPr/>
          <a:p>
            <a:fld id="{1D7FD003-4722-493D-9698-F4AD56FE8F8C}" type="slidenum">
              <a:rPr lang="en-US" altLang="zh-CN"/>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97" name=""/>
        <p:cNvGrpSpPr/>
        <p:nvPr/>
      </p:nvGrpSpPr>
      <p:grpSpPr>
        <a:xfrm>
          <a:off x="0" y="0"/>
          <a:ext cx="0" cy="0"/>
          <a:chOff x="0" y="0"/>
          <a:chExt cx="0" cy="0"/>
        </a:xfrm>
      </p:grpSpPr>
      <p:pic>
        <p:nvPicPr>
          <p:cNvPr id="2097157" name="Picture 7" descr="PPT_1"/>
          <p:cNvPicPr>
            <a:picLocks noChangeAspect="1" noChangeArrowheads="1"/>
          </p:cNvPicPr>
          <p:nvPr userDrawn="1"/>
        </p:nvPicPr>
        <p:blipFill>
          <a:blip r:embed="rId2" cstate="print"/>
          <a:srcRect/>
          <a:stretch>
            <a:fillRect/>
          </a:stretch>
        </p:blipFill>
        <p:spPr bwMode="auto">
          <a:xfrm>
            <a:off x="0" y="0"/>
            <a:ext cx="9144000" cy="6858000"/>
          </a:xfrm>
          <a:prstGeom prst="rect">
            <a:avLst/>
          </a:prstGeom>
          <a:noFill/>
          <a:ln w="9525">
            <a:noFill/>
            <a:miter lim="800000"/>
            <a:headEnd/>
            <a:tailEnd/>
          </a:ln>
        </p:spPr>
      </p:pic>
      <p:sp>
        <p:nvSpPr>
          <p:cNvPr id="1048627" name="标题 1"/>
          <p:cNvSpPr>
            <a:spLocks noGrp="1"/>
          </p:cNvSpPr>
          <p:nvPr>
            <p:ph type="title"/>
          </p:nvPr>
        </p:nvSpPr>
        <p:spPr/>
        <p:txBody>
          <a:bodyPr/>
          <a:p>
            <a:r>
              <a:rPr lang="zh-CN" altLang="en-US" smtClean="0"/>
              <a:t>单击此处编辑母版标题样式</a:t>
            </a:r>
            <a:endParaRPr lang="zh-CN" altLang="en-US"/>
          </a:p>
        </p:txBody>
      </p:sp>
      <p:sp>
        <p:nvSpPr>
          <p:cNvPr id="1048628" name="Rectangle 4"/>
          <p:cNvSpPr>
            <a:spLocks noGrp="1" noChangeArrowheads="1"/>
          </p:cNvSpPr>
          <p:nvPr>
            <p:ph type="dt" sz="half" idx="10"/>
          </p:nvPr>
        </p:nvSpPr>
        <p:spPr/>
        <p:txBody>
          <a:bodyPr/>
          <a:p>
            <a:endParaRPr lang="en-US" altLang="zh-CN"/>
          </a:p>
        </p:txBody>
      </p:sp>
      <p:sp>
        <p:nvSpPr>
          <p:cNvPr id="1048629" name="Rectangle 4"/>
          <p:cNvSpPr>
            <a:spLocks noGrp="1" noChangeArrowheads="1"/>
          </p:cNvSpPr>
          <p:nvPr>
            <p:ph type="dt" sz="half" idx="11"/>
          </p:nvPr>
        </p:nvSpPr>
        <p:spPr/>
        <p:txBody>
          <a:bodyPr/>
          <a:p>
            <a:endParaRPr lang="en-US" altLang="zh-CN"/>
          </a:p>
        </p:txBody>
      </p:sp>
      <p:sp>
        <p:nvSpPr>
          <p:cNvPr id="1048630" name="Rectangle 5"/>
          <p:cNvSpPr>
            <a:spLocks noGrp="1" noChangeArrowheads="1"/>
          </p:cNvSpPr>
          <p:nvPr>
            <p:ph type="ftr" sz="quarter" idx="12"/>
          </p:nvPr>
        </p:nvSpPr>
        <p:spPr/>
        <p:txBody>
          <a:bodyPr/>
          <a:p>
            <a:endParaRPr lang="en-US" altLang="zh-CN"/>
          </a:p>
        </p:txBody>
      </p:sp>
      <p:sp>
        <p:nvSpPr>
          <p:cNvPr id="1048631" name="Rectangle 6"/>
          <p:cNvSpPr>
            <a:spLocks noGrp="1" noChangeArrowheads="1"/>
          </p:cNvSpPr>
          <p:nvPr>
            <p:ph type="sldNum" sz="quarter" idx="13"/>
          </p:nvPr>
        </p:nvSpPr>
        <p:spPr/>
        <p:txBody>
          <a:bodyPr/>
          <a:p>
            <a:fld id="{D396BEB2-3BB3-474E-918D-E209A94D0BF4}" type="slidenum">
              <a:rPr lang="en-US" altLang="zh-CN"/>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10" name=""/>
        <p:cNvGrpSpPr/>
        <p:nvPr/>
      </p:nvGrpSpPr>
      <p:grpSpPr>
        <a:xfrm>
          <a:off x="0" y="0"/>
          <a:ext cx="0" cy="0"/>
          <a:chOff x="0" y="0"/>
          <a:chExt cx="0" cy="0"/>
        </a:xfrm>
      </p:grpSpPr>
      <p:pic>
        <p:nvPicPr>
          <p:cNvPr id="2097163" name="Picture 7" descr="PPT_1"/>
          <p:cNvPicPr>
            <a:picLocks noChangeAspect="1" noChangeArrowheads="1"/>
          </p:cNvPicPr>
          <p:nvPr userDrawn="1"/>
        </p:nvPicPr>
        <p:blipFill>
          <a:blip r:embed="rId2" cstate="print"/>
          <a:srcRect/>
          <a:stretch>
            <a:fillRect/>
          </a:stretch>
        </p:blipFill>
        <p:spPr bwMode="auto">
          <a:xfrm>
            <a:off x="0" y="0"/>
            <a:ext cx="9144000" cy="6858000"/>
          </a:xfrm>
          <a:prstGeom prst="rect">
            <a:avLst/>
          </a:prstGeom>
          <a:noFill/>
          <a:ln w="9525">
            <a:noFill/>
            <a:miter lim="800000"/>
            <a:headEnd/>
            <a:tailEnd/>
          </a:ln>
        </p:spPr>
      </p:pic>
      <p:sp>
        <p:nvSpPr>
          <p:cNvPr id="1048661" name="Rectangle 4"/>
          <p:cNvSpPr>
            <a:spLocks noGrp="1" noChangeArrowheads="1"/>
          </p:cNvSpPr>
          <p:nvPr>
            <p:ph type="dt" sz="half" idx="10"/>
          </p:nvPr>
        </p:nvSpPr>
        <p:spPr/>
        <p:txBody>
          <a:bodyPr/>
          <a:p>
            <a:endParaRPr lang="en-US" altLang="zh-CN"/>
          </a:p>
        </p:txBody>
      </p:sp>
      <p:sp>
        <p:nvSpPr>
          <p:cNvPr id="1048662" name="Rectangle 4"/>
          <p:cNvSpPr>
            <a:spLocks noGrp="1" noChangeArrowheads="1"/>
          </p:cNvSpPr>
          <p:nvPr>
            <p:ph type="dt" sz="half" idx="11"/>
          </p:nvPr>
        </p:nvSpPr>
        <p:spPr/>
        <p:txBody>
          <a:bodyPr/>
          <a:p>
            <a:endParaRPr lang="en-US" altLang="zh-CN"/>
          </a:p>
        </p:txBody>
      </p:sp>
      <p:sp>
        <p:nvSpPr>
          <p:cNvPr id="1048663" name="Rectangle 5"/>
          <p:cNvSpPr>
            <a:spLocks noGrp="1" noChangeArrowheads="1"/>
          </p:cNvSpPr>
          <p:nvPr>
            <p:ph type="ftr" sz="quarter" idx="12"/>
          </p:nvPr>
        </p:nvSpPr>
        <p:spPr/>
        <p:txBody>
          <a:bodyPr/>
          <a:p>
            <a:endParaRPr lang="en-US" altLang="zh-CN"/>
          </a:p>
        </p:txBody>
      </p:sp>
      <p:sp>
        <p:nvSpPr>
          <p:cNvPr id="1048664" name="Rectangle 6"/>
          <p:cNvSpPr>
            <a:spLocks noGrp="1" noChangeArrowheads="1"/>
          </p:cNvSpPr>
          <p:nvPr>
            <p:ph type="sldNum" sz="quarter" idx="13"/>
          </p:nvPr>
        </p:nvSpPr>
        <p:spPr/>
        <p:txBody>
          <a:bodyPr/>
          <a:p>
            <a:fld id="{8586A239-EEC9-4EA3-9F4E-89009227086B}" type="slidenum">
              <a:rPr lang="en-US" altLang="zh-CN"/>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9"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cSld name="空白">
    <p:spTree>
      <p:nvGrpSpPr>
        <p:cNvPr id="333" name=""/>
        <p:cNvGrpSpPr/>
        <p:nvPr/>
      </p:nvGrpSpPr>
      <p:grpSpPr>
        <a:xfrm>
          <a:off x="0" y="0"/>
          <a:ext cx="0" cy="0"/>
          <a:chOff x="0" y="0"/>
          <a:chExt cx="0" cy="0"/>
        </a:xfrm>
      </p:grpSpPr>
      <p:sp>
        <p:nvSpPr>
          <p:cNvPr id="1049111" name="日期占位符 1"/>
          <p:cNvSpPr>
            <a:spLocks noGrp="1"/>
          </p:cNvSpPr>
          <p:nvPr>
            <p:ph type="dt" sz="half" idx="10"/>
          </p:nvPr>
        </p:nvSpPr>
        <p:spPr/>
        <p:txBody>
          <a:bodyPr/>
          <a:p>
            <a:pPr defTabSz="685800" fontAlgn="auto">
              <a:spcBef>
                <a:spcPts val="0"/>
              </a:spcBef>
              <a:spcAft>
                <a:spcPts val="0"/>
              </a:spcAft>
            </a:pPr>
            <a:fld id="{530820CF-B880-4189-942D-D702A7CBA730}" type="datetimeFigureOut">
              <a:rPr kumimoji="0" lang="zh-CN" altLang="en-US" smtClean="0">
                <a:solidFill>
                  <a:prstClr val="black">
                    <a:tint val="75000"/>
                  </a:prstClr>
                </a:solidFill>
                <a:latin typeface="Calibri" panose="020F0502020204030204"/>
                <a:ea typeface="宋体" panose="02010600030101010101" pitchFamily="2" charset="-122"/>
              </a:rPr>
            </a:fld>
            <a:endParaRPr kumimoji="0" lang="zh-CN" altLang="en-US">
              <a:solidFill>
                <a:prstClr val="black">
                  <a:tint val="75000"/>
                </a:prstClr>
              </a:solidFill>
              <a:latin typeface="Calibri" panose="020F0502020204030204"/>
              <a:ea typeface="宋体" panose="02010600030101010101" pitchFamily="2" charset="-122"/>
            </a:endParaRPr>
          </a:p>
        </p:txBody>
      </p:sp>
      <p:sp>
        <p:nvSpPr>
          <p:cNvPr id="1049112" name="页脚占位符 2"/>
          <p:cNvSpPr>
            <a:spLocks noGrp="1"/>
          </p:cNvSpPr>
          <p:nvPr>
            <p:ph type="ftr" sz="quarter" idx="11"/>
          </p:nvPr>
        </p:nvSpPr>
        <p:spPr/>
        <p:txBody>
          <a:bodyPr/>
          <a:p>
            <a:pPr defTabSz="685800" fontAlgn="auto">
              <a:spcBef>
                <a:spcPts val="0"/>
              </a:spcBef>
              <a:spcAft>
                <a:spcPts val="0"/>
              </a:spcAft>
            </a:pPr>
            <a:endParaRPr kumimoji="0" lang="zh-CN" altLang="en-US">
              <a:solidFill>
                <a:prstClr val="black">
                  <a:tint val="75000"/>
                </a:prstClr>
              </a:solidFill>
              <a:latin typeface="Calibri" panose="020F0502020204030204"/>
              <a:ea typeface="宋体" panose="02010600030101010101" pitchFamily="2" charset="-122"/>
            </a:endParaRPr>
          </a:p>
        </p:txBody>
      </p:sp>
      <p:sp>
        <p:nvSpPr>
          <p:cNvPr id="1049113" name="灯片编号占位符 3"/>
          <p:cNvSpPr>
            <a:spLocks noGrp="1"/>
          </p:cNvSpPr>
          <p:nvPr>
            <p:ph type="sldNum" sz="quarter" idx="12"/>
          </p:nvPr>
        </p:nvSpPr>
        <p:spPr/>
        <p:txBody>
          <a:bodyPr/>
          <a:p>
            <a:pPr defTabSz="685800" fontAlgn="auto">
              <a:spcBef>
                <a:spcPts val="0"/>
              </a:spcBef>
              <a:spcAft>
                <a:spcPts val="0"/>
              </a:spcAft>
            </a:pPr>
            <a:fld id="{0C913308-F349-4B6D-A68A-DD1791B4A57B}" type="slidenum">
              <a:rPr kumimoji="0" lang="zh-CN" altLang="en-US" smtClean="0">
                <a:solidFill>
                  <a:prstClr val="black">
                    <a:tint val="75000"/>
                  </a:prstClr>
                </a:solidFill>
                <a:latin typeface="Calibri" panose="020F0502020204030204"/>
                <a:ea typeface="宋体" panose="02010600030101010101" pitchFamily="2" charset="-122"/>
              </a:rPr>
            </a:fld>
            <a:endParaRPr kumimoji="0" lang="zh-CN" altLang="en-US">
              <a:solidFill>
                <a:prstClr val="black">
                  <a:tint val="75000"/>
                </a:prstClr>
              </a:solidFill>
              <a:latin typeface="Calibri" panose="020F0502020204030204"/>
              <a:ea typeface="宋体" panose="02010600030101010101" pitchFamily="2" charset="-122"/>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自定义版式">
    <p:bg>
      <p:bgRef idx="1001">
        <a:schemeClr val="bg1"/>
      </p:bgRef>
    </p:bg>
    <p:spTree>
      <p:nvGrpSpPr>
        <p:cNvPr id="84" name=""/>
        <p:cNvGrpSpPr/>
        <p:nvPr/>
      </p:nvGrpSpPr>
      <p:grpSpPr>
        <a:xfrm>
          <a:off x="0" y="0"/>
          <a:ext cx="0" cy="0"/>
          <a:chOff x="0" y="0"/>
          <a:chExt cx="0" cy="0"/>
        </a:xfrm>
      </p:grpSpPr>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5" Type="http://schemas.openxmlformats.org/officeDocument/2006/relationships/theme" Target="../theme/theme1.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6.xml"/><Relationship Id="rId1" Type="http://schemas.openxmlformats.org/officeDocument/2006/relationships/slideLayout" Target="../slideLayouts/slideLayout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4" name=""/>
        <p:cNvGrpSpPr/>
        <p:nvPr/>
      </p:nvGrpSpPr>
      <p:grpSpPr>
        <a:xfrm>
          <a:off x="0" y="0"/>
          <a:ext cx="0" cy="0"/>
          <a:chOff x="0" y="0"/>
          <a:chExt cx="0" cy="0"/>
        </a:xfrm>
      </p:grpSpPr>
      <p:sp>
        <p:nvSpPr>
          <p:cNvPr id="1048576" name="Rectangle 2"/>
          <p:cNvSpPr>
            <a:spLocks noGrp="1" noChangeArrowheads="1"/>
          </p:cNvSpPr>
          <p:nvPr>
            <p:ph type="title"/>
          </p:nvPr>
        </p:nvSpPr>
        <p:spPr bwMode="auto">
          <a:xfrm>
            <a:off x="685800" y="76200"/>
            <a:ext cx="7772400" cy="1143000"/>
          </a:xfrm>
          <a:prstGeom prst="rect">
            <a:avLst/>
          </a:prstGeom>
          <a:noFill/>
          <a:ln w="9525">
            <a:noFill/>
            <a:miter lim="800000"/>
          </a:ln>
        </p:spPr>
        <p:txBody>
          <a:bodyPr vert="horz" wrap="square" lIns="91440" tIns="45720" rIns="91440" bIns="45720" numCol="1" anchor="ctr" anchorCtr="0" compatLnSpc="1"/>
          <a:p>
            <a:pPr lvl="0"/>
            <a:r>
              <a:rPr lang="zh-CN" altLang="en-US" smtClean="0"/>
              <a:t>单击此处编辑母版标题样式</a:t>
            </a:r>
            <a:endParaRPr lang="zh-CN" altLang="en-US" smtClean="0"/>
          </a:p>
        </p:txBody>
      </p:sp>
      <p:sp>
        <p:nvSpPr>
          <p:cNvPr id="1048577" name="Rectangle 3"/>
          <p:cNvSpPr>
            <a:spLocks noGrp="1" noChangeArrowheads="1"/>
          </p:cNvSpPr>
          <p:nvPr>
            <p:ph type="body" idx="1"/>
          </p:nvPr>
        </p:nvSpPr>
        <p:spPr bwMode="auto">
          <a:xfrm>
            <a:off x="685800" y="1981200"/>
            <a:ext cx="7772400" cy="4114800"/>
          </a:xfrm>
          <a:prstGeom prst="rect">
            <a:avLst/>
          </a:prstGeom>
          <a:noFill/>
          <a:ln w="9525">
            <a:noFill/>
            <a:miter lim="800000"/>
          </a:ln>
        </p:spPr>
        <p:txBody>
          <a:bodyPr vert="horz" wrap="square" lIns="91440" tIns="45720" rIns="91440" bIns="45720" numCol="1" anchor="t" anchorCtr="0" compatLnSpc="1"/>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4"/>
            <a:endParaRPr lang="en-US" altLang="zh-CN" smtClean="0"/>
          </a:p>
        </p:txBody>
      </p:sp>
      <p:sp>
        <p:nvSpPr>
          <p:cNvPr id="1048578" name="Rectangle 4"/>
          <p:cNvSpPr>
            <a:spLocks noGrp="1" noChangeArrowheads="1"/>
          </p:cNvSpPr>
          <p:nvPr>
            <p:ph type="dt" sz="half" idx="2"/>
          </p:nvPr>
        </p:nvSpPr>
        <p:spPr bwMode="auto">
          <a:xfrm>
            <a:off x="685800" y="6248400"/>
            <a:ext cx="1905000" cy="457200"/>
          </a:xfrm>
          <a:prstGeom prst="rect">
            <a:avLst/>
          </a:prstGeom>
          <a:noFill/>
          <a:ln w="9525">
            <a:noFill/>
            <a:miter lim="800000"/>
          </a:ln>
          <a:effectLst/>
        </p:spPr>
        <p:txBody>
          <a:bodyPr vert="horz" wrap="square" lIns="91440" tIns="45720" rIns="91440" bIns="45720" numCol="1" anchor="t" anchorCtr="0" compatLnSpc="1"/>
          <a:lstStyle>
            <a:lvl1pPr>
              <a:defRPr sz="1400">
                <a:latin typeface="+mn-ea"/>
                <a:ea typeface="+mn-ea"/>
              </a:defRPr>
            </a:lvl1pPr>
          </a:lstStyle>
          <a:p>
            <a:endParaRPr lang="en-US" altLang="zh-CN"/>
          </a:p>
        </p:txBody>
      </p:sp>
      <p:sp>
        <p:nvSpPr>
          <p:cNvPr id="1048579" name="Rectangle 4"/>
          <p:cNvSpPr>
            <a:spLocks noGrp="1" noChangeArrowheads="1"/>
          </p:cNvSpPr>
          <p:nvPr>
            <p:ph type="dt" sz="half" idx="12"/>
          </p:nvPr>
        </p:nvSpPr>
        <p:spPr bwMode="auto">
          <a:xfrm>
            <a:off x="685800" y="6248400"/>
            <a:ext cx="1905000" cy="457200"/>
          </a:xfrm>
          <a:prstGeom prst="rect">
            <a:avLst/>
          </a:prstGeom>
          <a:noFill/>
          <a:ln w="9525">
            <a:noFill/>
            <a:miter lim="800000"/>
          </a:ln>
        </p:spPr>
        <p:txBody>
          <a:bodyPr vert="horz" wrap="square" lIns="91440" tIns="45720" rIns="91440" bIns="45720" numCol="1" anchor="t" anchorCtr="0" compatLnSpc="1"/>
          <a:lstStyle>
            <a:lvl1pPr>
              <a:defRPr sz="1400">
                <a:latin typeface="+mn-ea"/>
                <a:ea typeface="+mn-ea"/>
              </a:defRPr>
            </a:lvl1pPr>
          </a:lstStyle>
          <a:p>
            <a:endParaRPr lang="en-US" altLang="zh-CN"/>
          </a:p>
        </p:txBody>
      </p:sp>
      <p:sp>
        <p:nvSpPr>
          <p:cNvPr id="1048580" name="Rectangle 5"/>
          <p:cNvSpPr>
            <a:spLocks noGrp="1" noChangeArrowheads="1"/>
          </p:cNvSpPr>
          <p:nvPr>
            <p:ph type="ftr" sz="quarter" idx="3"/>
          </p:nvPr>
        </p:nvSpPr>
        <p:spPr bwMode="auto">
          <a:xfrm>
            <a:off x="3124200" y="6248400"/>
            <a:ext cx="2895600" cy="457200"/>
          </a:xfrm>
          <a:prstGeom prst="rect">
            <a:avLst/>
          </a:prstGeom>
          <a:noFill/>
          <a:ln w="9525">
            <a:noFill/>
            <a:miter lim="800000"/>
          </a:ln>
          <a:effectLst/>
        </p:spPr>
        <p:txBody>
          <a:bodyPr vert="horz" wrap="square" lIns="91440" tIns="45720" rIns="91440" bIns="45720" numCol="1" anchor="t" anchorCtr="0" compatLnSpc="1"/>
          <a:lstStyle>
            <a:lvl1pPr algn="ctr">
              <a:defRPr sz="1400">
                <a:latin typeface="+mn-ea"/>
                <a:ea typeface="+mn-ea"/>
              </a:defRPr>
            </a:lvl1pPr>
          </a:lstStyle>
          <a:p>
            <a:endParaRPr lang="en-US" altLang="zh-CN"/>
          </a:p>
        </p:txBody>
      </p:sp>
      <p:sp>
        <p:nvSpPr>
          <p:cNvPr id="1048581" name="Rectangle 6"/>
          <p:cNvSpPr>
            <a:spLocks noGrp="1" noChangeArrowheads="1"/>
          </p:cNvSpPr>
          <p:nvPr>
            <p:ph type="sldNum" sz="quarter" idx="4"/>
          </p:nvPr>
        </p:nvSpPr>
        <p:spPr bwMode="auto">
          <a:xfrm>
            <a:off x="6553200" y="6248400"/>
            <a:ext cx="1905000" cy="457200"/>
          </a:xfrm>
          <a:prstGeom prst="rect">
            <a:avLst/>
          </a:prstGeom>
          <a:noFill/>
          <a:ln w="9525">
            <a:noFill/>
            <a:miter lim="800000"/>
          </a:ln>
          <a:effectLst/>
        </p:spPr>
        <p:txBody>
          <a:bodyPr vert="horz" wrap="square" lIns="91440" tIns="45720" rIns="91440" bIns="45720" numCol="1" anchor="t" anchorCtr="0" compatLnSpc="1"/>
          <a:lstStyle>
            <a:lvl1pPr algn="r">
              <a:defRPr sz="1400">
                <a:latin typeface="+mn-ea"/>
                <a:ea typeface="+mn-ea"/>
              </a:defRPr>
            </a:lvl1pPr>
          </a:lstStyle>
          <a:p>
            <a:fld id="{CE2DF654-EE3A-41C1-BFCA-06AD9A5E84ED}" type="slidenum">
              <a:rPr lang="en-US" altLang="zh-CN"/>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txStyles>
    <p:titleStyle>
      <a:lvl1pPr algn="l" rtl="0" eaLnBrk="0" fontAlgn="base" hangingPunct="0">
        <a:spcBef>
          <a:spcPct val="0"/>
        </a:spcBef>
        <a:spcAft>
          <a:spcPct val="0"/>
        </a:spcAft>
        <a:defRPr kumimoji="1" sz="3600">
          <a:solidFill>
            <a:schemeClr val="bg1"/>
          </a:solidFill>
          <a:latin typeface="+mj-lt"/>
          <a:ea typeface="+mj-ea"/>
          <a:cs typeface="+mj-cs"/>
        </a:defRPr>
      </a:lvl1pPr>
      <a:lvl2pPr algn="l" rtl="0" eaLnBrk="0" fontAlgn="base" hangingPunct="0">
        <a:spcBef>
          <a:spcPct val="0"/>
        </a:spcBef>
        <a:spcAft>
          <a:spcPct val="0"/>
        </a:spcAft>
        <a:defRPr kumimoji="1" sz="3600">
          <a:solidFill>
            <a:schemeClr val="bg1"/>
          </a:solidFill>
          <a:latin typeface="Times New Roman" panose="02020603050405020304" pitchFamily="18" charset="0"/>
          <a:ea typeface="黑体" panose="02010609060101010101" pitchFamily="2" charset="-122"/>
        </a:defRPr>
      </a:lvl2pPr>
      <a:lvl3pPr algn="l" rtl="0" eaLnBrk="0" fontAlgn="base" hangingPunct="0">
        <a:spcBef>
          <a:spcPct val="0"/>
        </a:spcBef>
        <a:spcAft>
          <a:spcPct val="0"/>
        </a:spcAft>
        <a:defRPr kumimoji="1" sz="3600">
          <a:solidFill>
            <a:schemeClr val="bg1"/>
          </a:solidFill>
          <a:latin typeface="Times New Roman" panose="02020603050405020304" pitchFamily="18" charset="0"/>
          <a:ea typeface="黑体" panose="02010609060101010101" pitchFamily="2" charset="-122"/>
        </a:defRPr>
      </a:lvl3pPr>
      <a:lvl4pPr algn="l" rtl="0" eaLnBrk="0" fontAlgn="base" hangingPunct="0">
        <a:spcBef>
          <a:spcPct val="0"/>
        </a:spcBef>
        <a:spcAft>
          <a:spcPct val="0"/>
        </a:spcAft>
        <a:defRPr kumimoji="1" sz="3600">
          <a:solidFill>
            <a:schemeClr val="bg1"/>
          </a:solidFill>
          <a:latin typeface="Times New Roman" panose="02020603050405020304" pitchFamily="18" charset="0"/>
          <a:ea typeface="黑体" panose="02010609060101010101" pitchFamily="2" charset="-122"/>
        </a:defRPr>
      </a:lvl4pPr>
      <a:lvl5pPr algn="l" rtl="0" eaLnBrk="0" fontAlgn="base" hangingPunct="0">
        <a:spcBef>
          <a:spcPct val="0"/>
        </a:spcBef>
        <a:spcAft>
          <a:spcPct val="0"/>
        </a:spcAft>
        <a:defRPr kumimoji="1" sz="3600">
          <a:solidFill>
            <a:schemeClr val="bg1"/>
          </a:solidFill>
          <a:latin typeface="Times New Roman" panose="02020603050405020304" pitchFamily="18" charset="0"/>
          <a:ea typeface="黑体" panose="02010609060101010101" pitchFamily="2" charset="-122"/>
        </a:defRPr>
      </a:lvl5pPr>
      <a:lvl6pPr marL="457200" algn="l" rtl="0" fontAlgn="base">
        <a:spcBef>
          <a:spcPct val="0"/>
        </a:spcBef>
        <a:spcAft>
          <a:spcPct val="0"/>
        </a:spcAft>
        <a:defRPr kumimoji="1" sz="3600">
          <a:solidFill>
            <a:schemeClr val="bg1"/>
          </a:solidFill>
          <a:latin typeface="Times New Roman" panose="02020603050405020304" pitchFamily="18" charset="0"/>
          <a:ea typeface="黑体" panose="02010609060101010101" pitchFamily="2" charset="-122"/>
        </a:defRPr>
      </a:lvl6pPr>
      <a:lvl7pPr marL="914400" algn="l" rtl="0" fontAlgn="base">
        <a:spcBef>
          <a:spcPct val="0"/>
        </a:spcBef>
        <a:spcAft>
          <a:spcPct val="0"/>
        </a:spcAft>
        <a:defRPr kumimoji="1" sz="3600">
          <a:solidFill>
            <a:schemeClr val="bg1"/>
          </a:solidFill>
          <a:latin typeface="Times New Roman" panose="02020603050405020304" pitchFamily="18" charset="0"/>
          <a:ea typeface="黑体" panose="02010609060101010101" pitchFamily="2" charset="-122"/>
        </a:defRPr>
      </a:lvl7pPr>
      <a:lvl8pPr marL="1371600" algn="l" rtl="0" fontAlgn="base">
        <a:spcBef>
          <a:spcPct val="0"/>
        </a:spcBef>
        <a:spcAft>
          <a:spcPct val="0"/>
        </a:spcAft>
        <a:defRPr kumimoji="1" sz="3600">
          <a:solidFill>
            <a:schemeClr val="bg1"/>
          </a:solidFill>
          <a:latin typeface="Times New Roman" panose="02020603050405020304" pitchFamily="18" charset="0"/>
          <a:ea typeface="黑体" panose="02010609060101010101" pitchFamily="2" charset="-122"/>
        </a:defRPr>
      </a:lvl8pPr>
      <a:lvl9pPr marL="1828800" algn="l" rtl="0" fontAlgn="base">
        <a:spcBef>
          <a:spcPct val="0"/>
        </a:spcBef>
        <a:spcAft>
          <a:spcPct val="0"/>
        </a:spcAft>
        <a:defRPr kumimoji="1" sz="3600">
          <a:solidFill>
            <a:schemeClr val="bg1"/>
          </a:solidFill>
          <a:latin typeface="Times New Roman" panose="02020603050405020304" pitchFamily="18" charset="0"/>
          <a:ea typeface="黑体" panose="02010609060101010101" pitchFamily="2" charset="-122"/>
        </a:defRPr>
      </a:lvl9pPr>
    </p:titleStyle>
    <p:bodyStyle>
      <a:lvl1pPr marL="342900" indent="-342900" algn="l" rtl="0" eaLnBrk="0" fontAlgn="base" hangingPunct="0">
        <a:spcBef>
          <a:spcPct val="20000"/>
        </a:spcBef>
        <a:spcAft>
          <a:spcPct val="0"/>
        </a:spcAft>
        <a:buFont typeface="Wingdings" panose="05000000000000000000" pitchFamily="2" charset="2"/>
        <a:buChar char="§"/>
        <a:defRPr kumimoji="1" sz="2400">
          <a:solidFill>
            <a:schemeClr val="tx1"/>
          </a:solidFill>
          <a:latin typeface="+mn-lt"/>
          <a:ea typeface="+mn-ea"/>
          <a:cs typeface="+mn-cs"/>
        </a:defRPr>
      </a:lvl1pPr>
      <a:lvl2pPr marL="742950" indent="-285750" algn="l" rtl="0" eaLnBrk="0" fontAlgn="base" hangingPunct="0">
        <a:spcBef>
          <a:spcPct val="20000"/>
        </a:spcBef>
        <a:spcAft>
          <a:spcPct val="0"/>
        </a:spcAft>
        <a:buFont typeface="Wingdings" panose="05000000000000000000" pitchFamily="2" charset="2"/>
        <a:buChar char="§"/>
        <a:defRPr kumimoji="1" sz="2000">
          <a:solidFill>
            <a:schemeClr val="tx1"/>
          </a:solidFill>
          <a:latin typeface="+mn-lt"/>
          <a:ea typeface="+mn-ea"/>
        </a:defRPr>
      </a:lvl2pPr>
      <a:lvl3pPr marL="1143000" indent="-228600" algn="l" rtl="0" eaLnBrk="0" fontAlgn="base" hangingPunct="0">
        <a:spcBef>
          <a:spcPct val="20000"/>
        </a:spcBef>
        <a:spcAft>
          <a:spcPct val="0"/>
        </a:spcAft>
        <a:buFont typeface="Wingdings" panose="05000000000000000000" pitchFamily="2" charset="2"/>
        <a:buChar char="§"/>
        <a:defRPr kumimoji="1" sz="2400">
          <a:solidFill>
            <a:schemeClr val="tx1"/>
          </a:solidFill>
          <a:latin typeface="+mn-lt"/>
          <a:ea typeface="+mn-ea"/>
        </a:defRPr>
      </a:lvl3pPr>
      <a:lvl4pPr marL="1600200" indent="-228600" algn="l" rtl="0" eaLnBrk="0" fontAlgn="base" hangingPunct="0">
        <a:spcBef>
          <a:spcPct val="20000"/>
        </a:spcBef>
        <a:spcAft>
          <a:spcPct val="0"/>
        </a:spcAft>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Font typeface="Wingdings" panose="05000000000000000000" pitchFamily="2" charset="2"/>
        <a:buChar char="»"/>
        <a:defRPr kumimoji="1" sz="2000">
          <a:solidFill>
            <a:schemeClr val="tx1"/>
          </a:solidFill>
          <a:latin typeface="+mn-lt"/>
          <a:ea typeface="+mn-ea"/>
        </a:defRPr>
      </a:lvl5pPr>
      <a:lvl6pPr marL="2514600" indent="-228600" algn="l" rtl="0" fontAlgn="base">
        <a:spcBef>
          <a:spcPct val="20000"/>
        </a:spcBef>
        <a:spcAft>
          <a:spcPct val="0"/>
        </a:spcAft>
        <a:buFont typeface="Wingdings" panose="05000000000000000000" pitchFamily="2" charset="2"/>
        <a:defRPr kumimoji="1" sz="2000">
          <a:solidFill>
            <a:schemeClr val="tx1"/>
          </a:solidFill>
          <a:latin typeface="+mn-lt"/>
          <a:ea typeface="+mn-ea"/>
        </a:defRPr>
      </a:lvl6pPr>
      <a:lvl7pPr marL="2971800" indent="-228600" algn="l" rtl="0" fontAlgn="base">
        <a:spcBef>
          <a:spcPct val="20000"/>
        </a:spcBef>
        <a:spcAft>
          <a:spcPct val="0"/>
        </a:spcAft>
        <a:buFont typeface="Wingdings" panose="05000000000000000000" pitchFamily="2" charset="2"/>
        <a:defRPr kumimoji="1" sz="2000">
          <a:solidFill>
            <a:schemeClr val="tx1"/>
          </a:solidFill>
          <a:latin typeface="+mn-lt"/>
          <a:ea typeface="+mn-ea"/>
        </a:defRPr>
      </a:lvl7pPr>
      <a:lvl8pPr marL="3429000" indent="-228600" algn="l" rtl="0" fontAlgn="base">
        <a:spcBef>
          <a:spcPct val="20000"/>
        </a:spcBef>
        <a:spcAft>
          <a:spcPct val="0"/>
        </a:spcAft>
        <a:buFont typeface="Wingdings" panose="05000000000000000000" pitchFamily="2" charset="2"/>
        <a:defRPr kumimoji="1" sz="2000">
          <a:solidFill>
            <a:schemeClr val="tx1"/>
          </a:solidFill>
          <a:latin typeface="+mn-lt"/>
          <a:ea typeface="+mn-ea"/>
        </a:defRPr>
      </a:lvl8pPr>
      <a:lvl9pPr marL="3886200" indent="-228600" algn="l" rtl="0" fontAlgn="base">
        <a:spcBef>
          <a:spcPct val="20000"/>
        </a:spcBef>
        <a:spcAft>
          <a:spcPct val="0"/>
        </a:spcAft>
        <a:buFont typeface="Wingdings" panose="05000000000000000000" pitchFamily="2" charset="2"/>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lumMod val="85000"/>
          </a:schemeClr>
        </a:solidFill>
        <a:effectLst/>
      </p:bgPr>
    </p:bg>
    <p:spTree>
      <p:nvGrpSpPr>
        <p:cNvPr id="81" name=""/>
        <p:cNvGrpSpPr/>
        <p:nvPr/>
      </p:nvGrpSpPr>
      <p:grpSpPr>
        <a:xfrm>
          <a:off x="0" y="0"/>
          <a:ext cx="0" cy="0"/>
          <a:chOff x="0" y="0"/>
          <a:chExt cx="0" cy="0"/>
        </a:xfrm>
      </p:grpSpPr>
      <p:sp>
        <p:nvSpPr>
          <p:cNvPr id="1048586"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p>
            <a:r>
              <a:rPr lang="zh-CN" altLang="en-US"/>
              <a:t>单击此处编辑母版标题样式</a:t>
            </a:r>
            <a:endParaRPr lang="zh-CN" altLang="en-US"/>
          </a:p>
        </p:txBody>
      </p:sp>
      <p:sp>
        <p:nvSpPr>
          <p:cNvPr id="1048587" name="文本占位符 2"/>
          <p:cNvSpPr>
            <a:spLocks noGrp="1"/>
          </p:cNvSpPr>
          <p:nvPr>
            <p:ph type="body" idx="1"/>
          </p:nvPr>
        </p:nvSpPr>
        <p:spPr>
          <a:xfrm>
            <a:off x="457200" y="1600202"/>
            <a:ext cx="8229600" cy="4525963"/>
          </a:xfrm>
          <a:prstGeom prst="rect">
            <a:avLst/>
          </a:prstGeom>
        </p:spPr>
        <p:txBody>
          <a:bodyPr vert="horz" lIns="91440" tIns="45720" rIns="91440" bIns="45720" rtlCol="0">
            <a:normAutofit/>
          </a:bodyPr>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48588" name="日期占位符 3"/>
          <p:cNvSpPr>
            <a:spLocks noGrp="1"/>
          </p:cNvSpPr>
          <p:nvPr>
            <p:ph type="dt" sz="half" idx="2"/>
          </p:nvPr>
        </p:nvSpPr>
        <p:spPr>
          <a:xfrm>
            <a:off x="457200" y="6356352"/>
            <a:ext cx="21336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defTabSz="685800" fontAlgn="auto">
              <a:spcBef>
                <a:spcPts val="0"/>
              </a:spcBef>
              <a:spcAft>
                <a:spcPts val="0"/>
              </a:spcAft>
            </a:pPr>
            <a:fld id="{530820CF-B880-4189-942D-D702A7CBA730}" type="datetimeFigureOut">
              <a:rPr kumimoji="0" lang="zh-CN" altLang="en-US" smtClean="0">
                <a:solidFill>
                  <a:prstClr val="black">
                    <a:tint val="75000"/>
                  </a:prstClr>
                </a:solidFill>
                <a:latin typeface="Calibri" panose="020F0502020204030204"/>
                <a:ea typeface="宋体" panose="02010600030101010101" pitchFamily="2" charset="-122"/>
              </a:rPr>
            </a:fld>
            <a:endParaRPr kumimoji="0" lang="zh-CN" altLang="en-US">
              <a:solidFill>
                <a:prstClr val="black">
                  <a:tint val="75000"/>
                </a:prstClr>
              </a:solidFill>
              <a:latin typeface="Calibri" panose="020F0502020204030204"/>
              <a:ea typeface="宋体" panose="02010600030101010101" pitchFamily="2" charset="-122"/>
            </a:endParaRPr>
          </a:p>
        </p:txBody>
      </p:sp>
      <p:sp>
        <p:nvSpPr>
          <p:cNvPr id="1048589" name="页脚占位符 4"/>
          <p:cNvSpPr>
            <a:spLocks noGrp="1"/>
          </p:cNvSpPr>
          <p:nvPr>
            <p:ph type="ftr" sz="quarter" idx="3"/>
          </p:nvPr>
        </p:nvSpPr>
        <p:spPr>
          <a:xfrm>
            <a:off x="3124200" y="6356352"/>
            <a:ext cx="28956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defTabSz="685800" fontAlgn="auto">
              <a:spcBef>
                <a:spcPts val="0"/>
              </a:spcBef>
              <a:spcAft>
                <a:spcPts val="0"/>
              </a:spcAft>
            </a:pPr>
            <a:endParaRPr kumimoji="0" lang="zh-CN" altLang="en-US">
              <a:solidFill>
                <a:prstClr val="black">
                  <a:tint val="75000"/>
                </a:prstClr>
              </a:solidFill>
              <a:latin typeface="Calibri" panose="020F0502020204030204"/>
              <a:ea typeface="宋体" panose="02010600030101010101" pitchFamily="2" charset="-122"/>
            </a:endParaRPr>
          </a:p>
        </p:txBody>
      </p:sp>
      <p:sp>
        <p:nvSpPr>
          <p:cNvPr id="1048590" name="灯片编号占位符 5"/>
          <p:cNvSpPr>
            <a:spLocks noGrp="1"/>
          </p:cNvSpPr>
          <p:nvPr>
            <p:ph type="sldNum" sz="quarter" idx="4"/>
          </p:nvPr>
        </p:nvSpPr>
        <p:spPr>
          <a:xfrm>
            <a:off x="6553200" y="6356352"/>
            <a:ext cx="21336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defTabSz="685800" fontAlgn="auto">
              <a:spcBef>
                <a:spcPts val="0"/>
              </a:spcBef>
              <a:spcAft>
                <a:spcPts val="0"/>
              </a:spcAft>
            </a:pPr>
            <a:fld id="{0C913308-F349-4B6D-A68A-DD1791B4A57B}" type="slidenum">
              <a:rPr kumimoji="0" lang="zh-CN" altLang="en-US" smtClean="0">
                <a:solidFill>
                  <a:prstClr val="black">
                    <a:tint val="75000"/>
                  </a:prstClr>
                </a:solidFill>
                <a:latin typeface="Calibri" panose="020F0502020204030204"/>
                <a:ea typeface="宋体" panose="02010600030101010101" pitchFamily="2" charset="-122"/>
              </a:rPr>
            </a:fld>
            <a:endParaRPr kumimoji="0" lang="zh-CN" altLang="en-US">
              <a:solidFill>
                <a:prstClr val="black">
                  <a:tint val="75000"/>
                </a:prstClr>
              </a:solidFill>
              <a:latin typeface="Calibri" panose="020F0502020204030204"/>
              <a:ea typeface="宋体" panose="02010600030101010101" pitchFamily="2" charset="-122"/>
            </a:endParaRPr>
          </a:p>
        </p:txBody>
      </p:sp>
    </p:spTree>
  </p:cSld>
  <p:clrMap bg1="lt1" tx1="dk1" bg2="lt2" tx2="dk2" accent1="accent1" accent2="accent2" accent3="accent3" accent4="accent4" accent5="accent5" accent6="accent6" hlink="hlink" folHlink="folHlink"/>
  <p:sldLayoutIdLst>
    <p:sldLayoutId id="2147483654" r:id="rId1"/>
    <p:sldLayoutId id="2147483655" r:id="rId2"/>
  </p:sldLayoutIdLst>
  <p:txStyles>
    <p:titleStyle>
      <a:lvl1pPr algn="ctr" defTabSz="685800" rtl="0" eaLnBrk="1" latinLnBrk="0" hangingPunct="1">
        <a:spcBef>
          <a:spcPct val="0"/>
        </a:spcBef>
        <a:buNone/>
        <a:defRPr sz="3300" kern="1200">
          <a:solidFill>
            <a:schemeClr val="tx1"/>
          </a:solidFill>
          <a:latin typeface="+mj-lt"/>
          <a:ea typeface="+mj-ea"/>
          <a:cs typeface="+mj-cs"/>
        </a:defRPr>
      </a:lvl1pPr>
    </p:titleStyle>
    <p:bodyStyle>
      <a:lvl1pPr marL="257175" indent="-257175" algn="l" defTabSz="6858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1pPr>
      <a:lvl2pPr marL="557530" indent="-214630" algn="l" defTabSz="685800" rtl="0" eaLnBrk="1" latinLnBrk="0" hangingPunct="1">
        <a:spcBef>
          <a:spcPct val="20000"/>
        </a:spcBef>
        <a:buFont typeface="Arial" panose="020B0604020202020204"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4.xml"/><Relationship Id="rId1"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3.xml"/><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8" Type="http://schemas.openxmlformats.org/officeDocument/2006/relationships/notesSlide" Target="../notesSlides/notesSlide7.xml"/><Relationship Id="rId7" Type="http://schemas.openxmlformats.org/officeDocument/2006/relationships/slideLayout" Target="../slideLayouts/slideLayout1.xml"/><Relationship Id="rId6" Type="http://schemas.openxmlformats.org/officeDocument/2006/relationships/image" Target="../media/image5.jpeg"/><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 Type="http://schemas.openxmlformats.org/officeDocument/2006/relationships/diagramLayout" Target="../diagrams/layout1.xml"/><Relationship Id="rId1" Type="http://schemas.openxmlformats.org/officeDocument/2006/relationships/diagramData" Target="../diagrams/data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3.xml"/><Relationship Id="rId1" Type="http://schemas.openxmlformats.org/officeDocument/2006/relationships/tags" Target="../tags/tag1.xml"/></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3.xml"/><Relationship Id="rId2" Type="http://schemas.openxmlformats.org/officeDocument/2006/relationships/image" Target="../media/image7.jpeg"/><Relationship Id="rId1" Type="http://schemas.openxmlformats.org/officeDocument/2006/relationships/image" Target="../media/image6.jpeg"/></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3.xml"/><Relationship Id="rId2" Type="http://schemas.openxmlformats.org/officeDocument/2006/relationships/image" Target="../media/image9.png"/><Relationship Id="rId1" Type="http://schemas.openxmlformats.org/officeDocument/2006/relationships/image" Target="../media/image8.jpeg"/></Relationships>
</file>

<file path=ppt/slides/_rels/slide12.xml.rels><?xml version="1.0" encoding="UTF-8" standalone="yes"?>
<Relationships xmlns="http://schemas.openxmlformats.org/package/2006/relationships"><Relationship Id="rId6" Type="http://schemas.openxmlformats.org/officeDocument/2006/relationships/notesSlide" Target="../notesSlides/notesSlide12.xml"/><Relationship Id="rId5" Type="http://schemas.openxmlformats.org/officeDocument/2006/relationships/slideLayout" Target="../slideLayouts/slideLayout3.xml"/><Relationship Id="rId4" Type="http://schemas.openxmlformats.org/officeDocument/2006/relationships/image" Target="../media/image13.jpeg"/><Relationship Id="rId3" Type="http://schemas.openxmlformats.org/officeDocument/2006/relationships/image" Target="../media/image12.png"/><Relationship Id="rId2" Type="http://schemas.openxmlformats.org/officeDocument/2006/relationships/image" Target="../media/image11.jpeg"/><Relationship Id="rId1" Type="http://schemas.openxmlformats.org/officeDocument/2006/relationships/image" Target="../media/image10.jpeg"/></Relationships>
</file>

<file path=ppt/slides/_rels/slide13.xml.rels><?xml version="1.0" encoding="UTF-8" standalone="yes"?>
<Relationships xmlns="http://schemas.openxmlformats.org/package/2006/relationships"><Relationship Id="rId5" Type="http://schemas.openxmlformats.org/officeDocument/2006/relationships/notesSlide" Target="../notesSlides/notesSlide13.xml"/><Relationship Id="rId4" Type="http://schemas.openxmlformats.org/officeDocument/2006/relationships/slideLayout" Target="../slideLayouts/slideLayout3.xml"/><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image" Target="../media/image14.jpe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xml"/><Relationship Id="rId1" Type="http://schemas.openxmlformats.org/officeDocument/2006/relationships/image" Target="../media/image17.wmf"/></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3.xml"/><Relationship Id="rId2" Type="http://schemas.openxmlformats.org/officeDocument/2006/relationships/image" Target="../media/image19.jpeg"/><Relationship Id="rId1" Type="http://schemas.openxmlformats.org/officeDocument/2006/relationships/image" Target="../media/image18.png"/></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3.xml"/><Relationship Id="rId2" Type="http://schemas.openxmlformats.org/officeDocument/2006/relationships/image" Target="../media/image21.png"/><Relationship Id="rId1" Type="http://schemas.openxmlformats.org/officeDocument/2006/relationships/image" Target="../media/image20.png"/></Relationships>
</file>

<file path=ppt/slides/_rels/slide18.xml.rels><?xml version="1.0" encoding="UTF-8" standalone="yes"?>
<Relationships xmlns="http://schemas.openxmlformats.org/package/2006/relationships"><Relationship Id="rId4" Type="http://schemas.openxmlformats.org/officeDocument/2006/relationships/notesSlide" Target="../notesSlides/notesSlide18.xml"/><Relationship Id="rId3" Type="http://schemas.openxmlformats.org/officeDocument/2006/relationships/slideLayout" Target="../slideLayouts/slideLayout3.xml"/><Relationship Id="rId2" Type="http://schemas.openxmlformats.org/officeDocument/2006/relationships/image" Target="../media/image23.jpeg"/><Relationship Id="rId1" Type="http://schemas.openxmlformats.org/officeDocument/2006/relationships/image" Target="../media/image22.jpeg"/></Relationships>
</file>

<file path=ppt/slides/_rels/slide19.xml.rels><?xml version="1.0" encoding="UTF-8" standalone="yes"?>
<Relationships xmlns="http://schemas.openxmlformats.org/package/2006/relationships"><Relationship Id="rId4" Type="http://schemas.openxmlformats.org/officeDocument/2006/relationships/notesSlide" Target="../notesSlides/notesSlide19.xml"/><Relationship Id="rId3" Type="http://schemas.openxmlformats.org/officeDocument/2006/relationships/slideLayout" Target="../slideLayouts/slideLayout3.xml"/><Relationship Id="rId2" Type="http://schemas.openxmlformats.org/officeDocument/2006/relationships/image" Target="../media/image25.jpeg"/><Relationship Id="rId1" Type="http://schemas.openxmlformats.org/officeDocument/2006/relationships/image" Target="../media/image24.png"/></Relationships>
</file>

<file path=ppt/slides/_rels/slide20.xml.rels><?xml version="1.0" encoding="UTF-8" standalone="yes"?>
<Relationships xmlns="http://schemas.openxmlformats.org/package/2006/relationships"><Relationship Id="rId4" Type="http://schemas.openxmlformats.org/officeDocument/2006/relationships/notesSlide" Target="../notesSlides/notesSlide20.xml"/><Relationship Id="rId3" Type="http://schemas.openxmlformats.org/officeDocument/2006/relationships/slideLayout" Target="../slideLayouts/slideLayout1.xml"/><Relationship Id="rId2" Type="http://schemas.openxmlformats.org/officeDocument/2006/relationships/image" Target="../media/image27.png"/><Relationship Id="rId1" Type="http://schemas.openxmlformats.org/officeDocument/2006/relationships/image" Target="../media/image26.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4" Type="http://schemas.openxmlformats.org/officeDocument/2006/relationships/notesSlide" Target="../notesSlides/notesSlide22.xml"/><Relationship Id="rId3" Type="http://schemas.openxmlformats.org/officeDocument/2006/relationships/slideLayout" Target="../slideLayouts/slideLayout1.xml"/><Relationship Id="rId2" Type="http://schemas.openxmlformats.org/officeDocument/2006/relationships/image" Target="../media/image29.png"/><Relationship Id="rId1" Type="http://schemas.openxmlformats.org/officeDocument/2006/relationships/image" Target="../media/image28.png"/></Relationships>
</file>

<file path=ppt/slides/_rels/slide23.xml.rels><?xml version="1.0" encoding="UTF-8" standalone="yes"?>
<Relationships xmlns="http://schemas.openxmlformats.org/package/2006/relationships"><Relationship Id="rId4" Type="http://schemas.openxmlformats.org/officeDocument/2006/relationships/notesSlide" Target="../notesSlides/notesSlide23.xml"/><Relationship Id="rId3" Type="http://schemas.openxmlformats.org/officeDocument/2006/relationships/slideLayout" Target="../slideLayouts/slideLayout1.xml"/><Relationship Id="rId2" Type="http://schemas.openxmlformats.org/officeDocument/2006/relationships/image" Target="../media/image31.png"/><Relationship Id="rId1" Type="http://schemas.openxmlformats.org/officeDocument/2006/relationships/image" Target="../media/image30.png"/></Relationships>
</file>

<file path=ppt/slides/_rels/slide24.xml.rels><?xml version="1.0" encoding="UTF-8" standalone="yes"?>
<Relationships xmlns="http://schemas.openxmlformats.org/package/2006/relationships"><Relationship Id="rId4" Type="http://schemas.openxmlformats.org/officeDocument/2006/relationships/notesSlide" Target="../notesSlides/notesSlide24.xml"/><Relationship Id="rId3" Type="http://schemas.openxmlformats.org/officeDocument/2006/relationships/slideLayout" Target="../slideLayouts/slideLayout1.xml"/><Relationship Id="rId2" Type="http://schemas.openxmlformats.org/officeDocument/2006/relationships/image" Target="../media/image33.jpeg"/><Relationship Id="rId1" Type="http://schemas.openxmlformats.org/officeDocument/2006/relationships/image" Target="../media/image32.jpe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xml"/><Relationship Id="rId1" Type="http://schemas.openxmlformats.org/officeDocument/2006/relationships/image" Target="../media/image34.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3.xml"/><Relationship Id="rId1" Type="http://schemas.openxmlformats.org/officeDocument/2006/relationships/image" Target="../media/image35.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3.xml"/><Relationship Id="rId1" Type="http://schemas.openxmlformats.org/officeDocument/2006/relationships/image" Target="../media/image36.jpeg"/></Relationships>
</file>

<file path=ppt/slides/_rels/slide28.xml.rels><?xml version="1.0" encoding="UTF-8" standalone="yes"?>
<Relationships xmlns="http://schemas.openxmlformats.org/package/2006/relationships"><Relationship Id="rId4" Type="http://schemas.openxmlformats.org/officeDocument/2006/relationships/notesSlide" Target="../notesSlides/notesSlide28.xml"/><Relationship Id="rId3" Type="http://schemas.openxmlformats.org/officeDocument/2006/relationships/slideLayout" Target="../slideLayouts/slideLayout1.xml"/><Relationship Id="rId2" Type="http://schemas.openxmlformats.org/officeDocument/2006/relationships/image" Target="../media/image38.jpeg"/><Relationship Id="rId1" Type="http://schemas.openxmlformats.org/officeDocument/2006/relationships/image" Target="../media/image37.jpeg"/></Relationships>
</file>

<file path=ppt/slides/_rels/slide29.xml.rels><?xml version="1.0" encoding="UTF-8" standalone="yes"?>
<Relationships xmlns="http://schemas.openxmlformats.org/package/2006/relationships"><Relationship Id="rId6" Type="http://schemas.openxmlformats.org/officeDocument/2006/relationships/notesSlide" Target="../notesSlides/notesSlide29.xml"/><Relationship Id="rId5" Type="http://schemas.openxmlformats.org/officeDocument/2006/relationships/slideLayout" Target="../slideLayouts/slideLayout1.xml"/><Relationship Id="rId4" Type="http://schemas.openxmlformats.org/officeDocument/2006/relationships/image" Target="../media/image40.jpeg"/><Relationship Id="rId3" Type="http://schemas.openxmlformats.org/officeDocument/2006/relationships/tags" Target="../tags/tag4.xml"/><Relationship Id="rId2" Type="http://schemas.openxmlformats.org/officeDocument/2006/relationships/image" Target="../media/image39.jpeg"/><Relationship Id="rId1" Type="http://schemas.openxmlformats.org/officeDocument/2006/relationships/tags" Target="../tags/tag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20" name=""/>
        <p:cNvGrpSpPr/>
        <p:nvPr/>
      </p:nvGrpSpPr>
      <p:grpSpPr>
        <a:xfrm>
          <a:off x="0" y="0"/>
          <a:ext cx="0" cy="0"/>
          <a:chOff x="0" y="0"/>
          <a:chExt cx="0" cy="0"/>
        </a:xfrm>
      </p:grpSpPr>
      <p:pic>
        <p:nvPicPr>
          <p:cNvPr id="2097152" name="Picture 2" descr="PPT_2"/>
          <p:cNvPicPr>
            <a:picLocks noChangeAspect="1" noChangeArrowheads="1"/>
          </p:cNvPicPr>
          <p:nvPr/>
        </p:nvPicPr>
        <p:blipFill rotWithShape="1">
          <a:blip r:embed="rId1" cstate="print"/>
          <a:srcRect t="22700"/>
          <a:stretch>
            <a:fillRect/>
          </a:stretch>
        </p:blipFill>
        <p:spPr bwMode="auto">
          <a:xfrm>
            <a:off x="0" y="1556792"/>
            <a:ext cx="9144000" cy="5301208"/>
          </a:xfrm>
          <a:prstGeom prst="rect">
            <a:avLst/>
          </a:prstGeom>
          <a:noFill/>
          <a:ln w="9525">
            <a:noFill/>
            <a:miter lim="800000"/>
            <a:headEnd/>
            <a:tailEnd/>
          </a:ln>
        </p:spPr>
      </p:pic>
      <p:sp>
        <p:nvSpPr>
          <p:cNvPr id="1048582" name="Text Box 7"/>
          <p:cNvSpPr txBox="1">
            <a:spLocks noChangeArrowheads="1"/>
          </p:cNvSpPr>
          <p:nvPr/>
        </p:nvSpPr>
        <p:spPr bwMode="auto">
          <a:xfrm>
            <a:off x="1403648" y="2924944"/>
            <a:ext cx="6913563" cy="955040"/>
          </a:xfrm>
          <a:prstGeom prst="rect">
            <a:avLst/>
          </a:prstGeom>
          <a:noFill/>
          <a:ln w="9525">
            <a:noFill/>
            <a:miter lim="800000"/>
          </a:ln>
        </p:spPr>
        <p:txBody>
          <a:bodyPr>
            <a:spAutoFit/>
          </a:bodyPr>
          <a:p>
            <a:pPr algn="ctr">
              <a:spcBef>
                <a:spcPct val="50000"/>
              </a:spcBef>
            </a:pPr>
            <a:r>
              <a:rPr lang="zh-CN" altLang="en-US" sz="5800" b="1" dirty="0">
                <a:solidFill>
                  <a:schemeClr val="bg1"/>
                </a:solidFill>
                <a:latin typeface="微软雅黑" panose="020B0503020204020204" pitchFamily="34" charset="-122"/>
                <a:ea typeface="微软雅黑" panose="020B0503020204020204" pitchFamily="34" charset="-122"/>
              </a:rPr>
              <a:t>噪声</a:t>
            </a:r>
            <a:r>
              <a:rPr lang="zh-CN" altLang="en-US" sz="5800" b="1" dirty="0" smtClean="0">
                <a:solidFill>
                  <a:schemeClr val="bg1"/>
                </a:solidFill>
                <a:latin typeface="微软雅黑" panose="020B0503020204020204" pitchFamily="34" charset="-122"/>
                <a:ea typeface="微软雅黑" panose="020B0503020204020204" pitchFamily="34" charset="-122"/>
              </a:rPr>
              <a:t>防治</a:t>
            </a:r>
            <a:r>
              <a:rPr lang="zh-CN" altLang="en-US" sz="5800" b="1" smtClean="0">
                <a:solidFill>
                  <a:schemeClr val="bg1"/>
                </a:solidFill>
                <a:latin typeface="微软雅黑" panose="020B0503020204020204" pitchFamily="34" charset="-122"/>
                <a:ea typeface="微软雅黑" panose="020B0503020204020204" pitchFamily="34" charset="-122"/>
              </a:rPr>
              <a:t>技术</a:t>
            </a:r>
            <a:r>
              <a:rPr lang="zh-CN" altLang="en-US" sz="5800" b="1" smtClean="0">
                <a:solidFill>
                  <a:schemeClr val="bg1"/>
                </a:solidFill>
                <a:latin typeface="微软雅黑" panose="020B0503020204020204" pitchFamily="34" charset="-122"/>
                <a:ea typeface="微软雅黑" panose="020B0503020204020204" pitchFamily="34" charset="-122"/>
              </a:rPr>
              <a:t>知识           </a:t>
            </a:r>
            <a:endParaRPr lang="en-US" altLang="zh-CN" sz="5800" b="1" dirty="0" smtClean="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01" name=""/>
        <p:cNvGrpSpPr/>
        <p:nvPr/>
      </p:nvGrpSpPr>
      <p:grpSpPr>
        <a:xfrm>
          <a:off x="0" y="0"/>
          <a:ext cx="0" cy="0"/>
          <a:chOff x="0" y="0"/>
          <a:chExt cx="0" cy="0"/>
        </a:xfrm>
      </p:grpSpPr>
      <p:sp>
        <p:nvSpPr>
          <p:cNvPr id="1048638" name="标题 1"/>
          <p:cNvSpPr>
            <a:spLocks noGrp="1"/>
          </p:cNvSpPr>
          <p:nvPr>
            <p:ph type="title"/>
          </p:nvPr>
        </p:nvSpPr>
        <p:spPr>
          <a:xfrm>
            <a:off x="184150" y="260350"/>
            <a:ext cx="7772400" cy="1143000"/>
          </a:xfrm>
        </p:spPr>
        <p:txBody>
          <a:bodyPr/>
          <a:p>
            <a:r>
              <a:rPr lang="zh-CN" altLang="en-US" dirty="0" smtClean="0"/>
              <a:t>一、听觉系统</a:t>
            </a:r>
            <a:endParaRPr lang="zh-CN" altLang="en-US" dirty="0" smtClean="0"/>
          </a:p>
        </p:txBody>
      </p:sp>
      <p:sp>
        <p:nvSpPr>
          <p:cNvPr id="1048639" name="内容占位符 2"/>
          <p:cNvSpPr>
            <a:spLocks noGrp="1"/>
          </p:cNvSpPr>
          <p:nvPr>
            <p:ph idx="1"/>
          </p:nvPr>
        </p:nvSpPr>
        <p:spPr>
          <a:xfrm>
            <a:off x="467544" y="1484784"/>
            <a:ext cx="3889375" cy="3350096"/>
          </a:xfrm>
        </p:spPr>
        <p:txBody>
          <a:bodyPr/>
          <a:p>
            <a:pPr>
              <a:buFont typeface="Wingdings" panose="05000000000000000000" pitchFamily="2" charset="2"/>
              <a:buNone/>
            </a:pPr>
            <a:r>
              <a:rPr lang="zh-CN" altLang="en-US" dirty="0" smtClean="0"/>
              <a:t>   </a:t>
            </a:r>
            <a:r>
              <a:rPr lang="zh-CN" altLang="en-US" dirty="0" smtClean="0">
                <a:latin typeface="宋体" panose="02010600030101010101" pitchFamily="2" charset="-122"/>
                <a:ea typeface="宋体" panose="02010600030101010101" pitchFamily="2" charset="-122"/>
              </a:rPr>
              <a:t>声波借着空气的振动，经</a:t>
            </a:r>
            <a:endParaRPr lang="en-US" altLang="zh-CN" dirty="0" smtClean="0">
              <a:latin typeface="宋体" panose="02010600030101010101" pitchFamily="2" charset="-122"/>
              <a:ea typeface="宋体" panose="02010600030101010101" pitchFamily="2" charset="-122"/>
            </a:endParaRPr>
          </a:p>
          <a:p>
            <a:pPr>
              <a:buFont typeface="Wingdings" panose="05000000000000000000" pitchFamily="2" charset="2"/>
              <a:buNone/>
            </a:pPr>
            <a:r>
              <a:rPr lang="zh-CN" altLang="en-US" dirty="0" smtClean="0">
                <a:latin typeface="宋体" panose="02010600030101010101" pitchFamily="2" charset="-122"/>
                <a:ea typeface="宋体" panose="02010600030101010101" pitchFamily="2" charset="-122"/>
              </a:rPr>
              <a:t>外耳道传到鼓膜，引起鼓膜</a:t>
            </a:r>
            <a:endParaRPr lang="en-US" altLang="zh-CN" dirty="0" smtClean="0">
              <a:latin typeface="宋体" panose="02010600030101010101" pitchFamily="2" charset="-122"/>
              <a:ea typeface="宋体" panose="02010600030101010101" pitchFamily="2" charset="-122"/>
            </a:endParaRPr>
          </a:p>
          <a:p>
            <a:pPr>
              <a:buFont typeface="Wingdings" panose="05000000000000000000" pitchFamily="2" charset="2"/>
              <a:buNone/>
            </a:pPr>
            <a:r>
              <a:rPr lang="zh-CN" altLang="en-US" dirty="0" smtClean="0">
                <a:latin typeface="宋体" panose="02010600030101010101" pitchFamily="2" charset="-122"/>
                <a:ea typeface="宋体" panose="02010600030101010101" pitchFamily="2" charset="-122"/>
              </a:rPr>
              <a:t>的振动，接着再传到内耳蜗</a:t>
            </a:r>
            <a:endParaRPr lang="en-US" altLang="zh-CN" dirty="0" smtClean="0">
              <a:latin typeface="宋体" panose="02010600030101010101" pitchFamily="2" charset="-122"/>
              <a:ea typeface="宋体" panose="02010600030101010101" pitchFamily="2" charset="-122"/>
            </a:endParaRPr>
          </a:p>
          <a:p>
            <a:pPr>
              <a:buFont typeface="Wingdings" panose="05000000000000000000" pitchFamily="2" charset="2"/>
              <a:buNone/>
            </a:pPr>
            <a:r>
              <a:rPr lang="zh-CN" altLang="en-US" dirty="0" smtClean="0">
                <a:latin typeface="宋体" panose="02010600030101010101" pitchFamily="2" charset="-122"/>
                <a:ea typeface="宋体" panose="02010600030101010101" pitchFamily="2" charset="-122"/>
              </a:rPr>
              <a:t>，耳蜗内有上万个听觉毛细</a:t>
            </a:r>
            <a:endParaRPr lang="en-US" altLang="zh-CN" dirty="0" smtClean="0">
              <a:latin typeface="宋体" panose="02010600030101010101" pitchFamily="2" charset="-122"/>
              <a:ea typeface="宋体" panose="02010600030101010101" pitchFamily="2" charset="-122"/>
            </a:endParaRPr>
          </a:p>
          <a:p>
            <a:pPr>
              <a:buFont typeface="Wingdings" panose="05000000000000000000" pitchFamily="2" charset="2"/>
              <a:buNone/>
            </a:pPr>
            <a:r>
              <a:rPr lang="zh-CN" altLang="en-US" dirty="0" smtClean="0">
                <a:latin typeface="宋体" panose="02010600030101010101" pitchFamily="2" charset="-122"/>
                <a:ea typeface="宋体" panose="02010600030101010101" pitchFamily="2" charset="-122"/>
              </a:rPr>
              <a:t>胞，再经由神经传入脑部，</a:t>
            </a:r>
            <a:endParaRPr lang="en-US" altLang="zh-CN" dirty="0" smtClean="0">
              <a:latin typeface="宋体" panose="02010600030101010101" pitchFamily="2" charset="-122"/>
              <a:ea typeface="宋体" panose="02010600030101010101" pitchFamily="2" charset="-122"/>
            </a:endParaRPr>
          </a:p>
          <a:p>
            <a:pPr>
              <a:buFont typeface="Wingdings" panose="05000000000000000000" pitchFamily="2" charset="2"/>
              <a:buNone/>
            </a:pPr>
            <a:r>
              <a:rPr lang="zh-CN" altLang="en-US" dirty="0" smtClean="0">
                <a:latin typeface="宋体" panose="02010600030101010101" pitchFamily="2" charset="-122"/>
                <a:ea typeface="宋体" panose="02010600030101010101" pitchFamily="2" charset="-122"/>
              </a:rPr>
              <a:t>而使人听见声音。</a:t>
            </a:r>
            <a:endParaRPr lang="zh-CN" altLang="en-US" dirty="0" smtClean="0">
              <a:latin typeface="宋体" panose="02010600030101010101" pitchFamily="2" charset="-122"/>
              <a:ea typeface="宋体" panose="02010600030101010101" pitchFamily="2" charset="-122"/>
            </a:endParaRPr>
          </a:p>
        </p:txBody>
      </p:sp>
      <p:pic>
        <p:nvPicPr>
          <p:cNvPr id="2097159" name="图片 3" descr="u=3673977673,3155923800&amp;fm=23&amp;gp=0.jpg"/>
          <p:cNvPicPr>
            <a:picLocks noChangeAspect="1"/>
          </p:cNvPicPr>
          <p:nvPr/>
        </p:nvPicPr>
        <p:blipFill>
          <a:blip r:embed="rId1" cstate="print"/>
          <a:srcRect/>
          <a:stretch>
            <a:fillRect/>
          </a:stretch>
        </p:blipFill>
        <p:spPr bwMode="auto">
          <a:xfrm>
            <a:off x="4572000" y="1557338"/>
            <a:ext cx="4354513" cy="4608512"/>
          </a:xfrm>
          <a:prstGeom prst="rect">
            <a:avLst/>
          </a:prstGeom>
          <a:noFill/>
          <a:ln w="9525">
            <a:noFill/>
            <a:miter lim="800000"/>
            <a:headEnd/>
            <a:tailEnd/>
          </a:ln>
        </p:spPr>
      </p:pic>
      <p:sp>
        <p:nvSpPr>
          <p:cNvPr id="1048640" name="Rectangle 34"/>
          <p:cNvSpPr>
            <a:spLocks noChangeArrowheads="1"/>
          </p:cNvSpPr>
          <p:nvPr/>
        </p:nvSpPr>
        <p:spPr bwMode="auto">
          <a:xfrm>
            <a:off x="539552" y="4653136"/>
            <a:ext cx="3201561" cy="1158240"/>
          </a:xfrm>
          <a:prstGeom prst="rect">
            <a:avLst/>
          </a:prstGeom>
          <a:noFill/>
          <a:ln w="9525">
            <a:noFill/>
            <a:miter lim="800000"/>
          </a:ln>
        </p:spPr>
        <p:txBody>
          <a:bodyPr wrap="square">
            <a:spAutoFit/>
          </a:bodyPr>
          <a:p>
            <a:r>
              <a:rPr lang="zh-CN" altLang="en-US" b="1" dirty="0">
                <a:latin typeface="宋体" panose="02010600030101010101" pitchFamily="2" charset="-122"/>
              </a:rPr>
              <a:t>听觉系统包括</a:t>
            </a:r>
            <a:r>
              <a:rPr lang="zh-CN" altLang="en-US" dirty="0" smtClean="0">
                <a:latin typeface="宋体" panose="02010600030101010101" pitchFamily="2" charset="-122"/>
              </a:rPr>
              <a:t>：</a:t>
            </a:r>
            <a:endParaRPr lang="en-US" altLang="zh-CN" dirty="0" smtClean="0">
              <a:latin typeface="宋体" panose="02010600030101010101" pitchFamily="2" charset="-122"/>
            </a:endParaRPr>
          </a:p>
          <a:p>
            <a:r>
              <a:rPr lang="zh-CN" altLang="en-US" dirty="0" smtClean="0">
                <a:latin typeface="宋体" panose="02010600030101010101" pitchFamily="2" charset="-122"/>
              </a:rPr>
              <a:t>  </a:t>
            </a:r>
            <a:r>
              <a:rPr lang="en-US" altLang="zh-CN" dirty="0" smtClean="0">
                <a:latin typeface="宋体" panose="02010600030101010101" pitchFamily="2" charset="-122"/>
              </a:rPr>
              <a:t>1</a:t>
            </a:r>
            <a:r>
              <a:rPr lang="zh-CN" altLang="en-US" dirty="0">
                <a:latin typeface="宋体" panose="02010600030101010101" pitchFamily="2" charset="-122"/>
              </a:rPr>
              <a:t>、耳蜗听觉</a:t>
            </a:r>
            <a:r>
              <a:rPr lang="zh-CN" altLang="en-US" dirty="0" smtClean="0">
                <a:latin typeface="宋体" panose="02010600030101010101" pitchFamily="2" charset="-122"/>
              </a:rPr>
              <a:t>感受器</a:t>
            </a:r>
            <a:endParaRPr lang="en-US" altLang="zh-CN" dirty="0" smtClean="0">
              <a:latin typeface="宋体" panose="02010600030101010101" pitchFamily="2" charset="-122"/>
            </a:endParaRPr>
          </a:p>
          <a:p>
            <a:r>
              <a:rPr lang="en-US" altLang="zh-CN" dirty="0" smtClean="0">
                <a:latin typeface="宋体" panose="02010600030101010101" pitchFamily="2" charset="-122"/>
              </a:rPr>
              <a:t>  2</a:t>
            </a:r>
            <a:r>
              <a:rPr lang="zh-CN" altLang="en-US" dirty="0">
                <a:latin typeface="宋体" panose="02010600030101010101" pitchFamily="2" charset="-122"/>
              </a:rPr>
              <a:t>、听神经</a:t>
            </a:r>
            <a:endParaRPr lang="zh-CN" altLang="en-US" dirty="0">
              <a:latin typeface="宋体" panose="02010600030101010101" pitchFamily="2"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11" name=""/>
        <p:cNvGrpSpPr/>
        <p:nvPr/>
      </p:nvGrpSpPr>
      <p:grpSpPr>
        <a:xfrm>
          <a:off x="0" y="0"/>
          <a:ext cx="0" cy="0"/>
          <a:chOff x="0" y="0"/>
          <a:chExt cx="0" cy="0"/>
        </a:xfrm>
      </p:grpSpPr>
      <p:sp>
        <p:nvSpPr>
          <p:cNvPr id="1048665" name="矩形 3"/>
          <p:cNvSpPr>
            <a:spLocks noChangeArrowheads="1"/>
          </p:cNvSpPr>
          <p:nvPr/>
        </p:nvSpPr>
        <p:spPr bwMode="auto">
          <a:xfrm>
            <a:off x="251520" y="1484313"/>
            <a:ext cx="8712968" cy="1513840"/>
          </a:xfrm>
          <a:prstGeom prst="rect">
            <a:avLst/>
          </a:prstGeom>
          <a:noFill/>
          <a:ln w="9525">
            <a:noFill/>
            <a:miter lim="800000"/>
          </a:ln>
        </p:spPr>
        <p:txBody>
          <a:bodyPr wrap="square">
            <a:spAutoFit/>
          </a:bodyPr>
          <a:p>
            <a:r>
              <a:rPr lang="en-US" altLang="zh-CN" b="1" dirty="0" smtClean="0"/>
              <a:t>1. </a:t>
            </a:r>
            <a:r>
              <a:rPr lang="zh-CN" altLang="en-US" b="1" dirty="0" smtClean="0"/>
              <a:t>噪声</a:t>
            </a:r>
            <a:r>
              <a:rPr lang="zh-CN" altLang="en-US" dirty="0" smtClean="0">
                <a:solidFill>
                  <a:schemeClr val="tx2"/>
                </a:solidFill>
                <a:latin typeface="宋体" panose="02010600030101010101" pitchFamily="2" charset="-122"/>
              </a:rPr>
              <a:t> </a:t>
            </a:r>
            <a:endParaRPr lang="en-US" altLang="zh-CN" dirty="0" smtClean="0">
              <a:solidFill>
                <a:schemeClr val="tx2"/>
              </a:solidFill>
              <a:latin typeface="宋体" panose="02010600030101010101" pitchFamily="2" charset="-122"/>
            </a:endParaRPr>
          </a:p>
          <a:p>
            <a:r>
              <a:rPr lang="zh-CN" altLang="en-US" dirty="0" smtClean="0">
                <a:solidFill>
                  <a:schemeClr val="tx2"/>
                </a:solidFill>
                <a:latin typeface="宋体" panose="02010600030101010101" pitchFamily="2" charset="-122"/>
              </a:rPr>
              <a:t>从心理学角度出发，噪声定义为：人们不需要的声音；从物理学角度出发，噪声定义为：由许多不同频率和强度的声波无规则且杂乱无章地组合而成的声音。下图为某一声音的波形图。</a:t>
            </a:r>
            <a:endParaRPr lang="zh-CN" altLang="en-US" b="1" dirty="0"/>
          </a:p>
        </p:txBody>
      </p:sp>
      <p:sp>
        <p:nvSpPr>
          <p:cNvPr id="1048666" name="标题 1"/>
          <p:cNvSpPr txBox="1"/>
          <p:nvPr/>
        </p:nvSpPr>
        <p:spPr>
          <a:xfrm>
            <a:off x="0" y="476672"/>
            <a:ext cx="7772400" cy="720378"/>
          </a:xfrm>
          <a:prstGeom prst="rect">
            <a:avLst/>
          </a:prstGeom>
        </p:spPr>
        <p:txBody>
          <a:bodyPr/>
          <a:p>
            <a:pPr marL="0" marR="0" lvl="0" indent="0" algn="l" defTabSz="914400" rtl="0" eaLnBrk="0" fontAlgn="base" latinLnBrk="0" hangingPunct="0">
              <a:lnSpc>
                <a:spcPct val="100000"/>
              </a:lnSpc>
              <a:spcBef>
                <a:spcPct val="0"/>
              </a:spcBef>
              <a:spcAft>
                <a:spcPct val="0"/>
              </a:spcAft>
              <a:buClrTx/>
              <a:buSzTx/>
              <a:buFontTx/>
              <a:buNone/>
            </a:pPr>
            <a:r>
              <a:rPr kumimoji="1" lang="zh-CN" altLang="en-US" sz="3600" b="0" i="0" u="none" strike="noStrike" kern="0" cap="none" spc="0" normalizeH="0" baseline="0" noProof="0" dirty="0" smtClean="0">
                <a:ln>
                  <a:noFill/>
                </a:ln>
                <a:solidFill>
                  <a:schemeClr val="bg1"/>
                </a:solidFill>
                <a:effectLst/>
                <a:uLnTx/>
                <a:uFillTx/>
                <a:latin typeface="+mj-lt"/>
                <a:ea typeface="+mj-ea"/>
                <a:cs typeface="+mj-cs"/>
              </a:rPr>
              <a:t>二、噪声基本概念</a:t>
            </a:r>
            <a:endParaRPr kumimoji="1" lang="zh-CN" altLang="en-US" sz="3600" b="0" i="0" u="none" strike="noStrike" kern="0" cap="none" spc="0" normalizeH="0" baseline="0" noProof="0" dirty="0" smtClean="0">
              <a:ln>
                <a:noFill/>
              </a:ln>
              <a:solidFill>
                <a:schemeClr val="bg1"/>
              </a:solidFill>
              <a:effectLst/>
              <a:uLnTx/>
              <a:uFillTx/>
              <a:latin typeface="+mj-lt"/>
              <a:ea typeface="+mj-ea"/>
              <a:cs typeface="+mj-cs"/>
            </a:endParaRPr>
          </a:p>
        </p:txBody>
      </p:sp>
      <p:pic>
        <p:nvPicPr>
          <p:cNvPr id="2097164" name="Picture 3"/>
          <p:cNvPicPr>
            <a:picLocks noChangeAspect="1" noChangeArrowheads="1"/>
          </p:cNvPicPr>
          <p:nvPr/>
        </p:nvPicPr>
        <p:blipFill>
          <a:blip r:embed="rId1" cstate="print"/>
          <a:srcRect/>
          <a:stretch>
            <a:fillRect/>
          </a:stretch>
        </p:blipFill>
        <p:spPr bwMode="auto">
          <a:xfrm>
            <a:off x="395536" y="3212976"/>
            <a:ext cx="7992888" cy="3024336"/>
          </a:xfrm>
          <a:prstGeom prst="rect">
            <a:avLst/>
          </a:prstGeom>
          <a:noFill/>
          <a:ln w="9525">
            <a:noFill/>
            <a:miter lim="800000"/>
            <a:headEnd/>
            <a:tailEnd/>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48" name=""/>
        <p:cNvGrpSpPr/>
        <p:nvPr/>
      </p:nvGrpSpPr>
      <p:grpSpPr>
        <a:xfrm>
          <a:off x="0" y="0"/>
          <a:ext cx="0" cy="0"/>
          <a:chOff x="0" y="0"/>
          <a:chExt cx="0" cy="0"/>
        </a:xfrm>
      </p:grpSpPr>
      <p:sp>
        <p:nvSpPr>
          <p:cNvPr id="1048734" name="Text Box 4"/>
          <p:cNvSpPr txBox="1">
            <a:spLocks noChangeArrowheads="1"/>
          </p:cNvSpPr>
          <p:nvPr/>
        </p:nvSpPr>
        <p:spPr bwMode="auto">
          <a:xfrm>
            <a:off x="251520" y="1700808"/>
            <a:ext cx="8389440" cy="3139440"/>
          </a:xfrm>
          <a:prstGeom prst="rect">
            <a:avLst/>
          </a:prstGeom>
          <a:noFill/>
          <a:ln w="9525">
            <a:noFill/>
            <a:miter lim="800000"/>
          </a:ln>
        </p:spPr>
        <p:txBody>
          <a:bodyPr wrap="square">
            <a:spAutoFit/>
          </a:bodyPr>
          <a:p>
            <a:r>
              <a:rPr lang="zh-CN" altLang="en-US" sz="2000" b="1" dirty="0" smtClean="0">
                <a:solidFill>
                  <a:schemeClr val="tx2"/>
                </a:solidFill>
              </a:rPr>
              <a:t>按</a:t>
            </a:r>
            <a:r>
              <a:rPr lang="zh-CN" altLang="en-US" sz="2000" b="1" dirty="0">
                <a:solidFill>
                  <a:schemeClr val="tx2"/>
                </a:solidFill>
              </a:rPr>
              <a:t>城市</a:t>
            </a:r>
            <a:r>
              <a:rPr lang="zh-CN" altLang="en-US" sz="2000" b="1" dirty="0" smtClean="0">
                <a:solidFill>
                  <a:schemeClr val="tx2"/>
                </a:solidFill>
              </a:rPr>
              <a:t>区域可分为</a:t>
            </a:r>
            <a:r>
              <a:rPr lang="zh-CN" altLang="en-US" sz="2000" b="1" dirty="0">
                <a:solidFill>
                  <a:schemeClr val="tx2"/>
                </a:solidFill>
              </a:rPr>
              <a:t>：</a:t>
            </a:r>
            <a:endParaRPr lang="zh-CN" altLang="en-US" sz="2000" b="1" dirty="0">
              <a:solidFill>
                <a:schemeClr val="tx2"/>
              </a:solidFill>
            </a:endParaRPr>
          </a:p>
          <a:p>
            <a:r>
              <a:rPr lang="zh-CN" altLang="en-US" sz="2000" b="1" dirty="0">
                <a:solidFill>
                  <a:schemeClr val="tx2"/>
                </a:solidFill>
              </a:rPr>
              <a:t>交通噪声            </a:t>
            </a:r>
            <a:r>
              <a:rPr lang="zh-CN" altLang="en-US" sz="2000" b="1" dirty="0" smtClean="0">
                <a:solidFill>
                  <a:schemeClr val="tx2"/>
                </a:solidFill>
              </a:rPr>
              <a:t>  ——</a:t>
            </a:r>
            <a:r>
              <a:rPr lang="zh-CN" altLang="en-US" sz="2000" dirty="0" smtClean="0">
                <a:solidFill>
                  <a:schemeClr val="tx2"/>
                </a:solidFill>
              </a:rPr>
              <a:t>机动车辆</a:t>
            </a:r>
            <a:r>
              <a:rPr lang="zh-CN" altLang="en-US" sz="2000" dirty="0">
                <a:solidFill>
                  <a:schemeClr val="tx2"/>
                </a:solidFill>
              </a:rPr>
              <a:t>、内河航运船舶、铁路车辆、飞机等</a:t>
            </a:r>
            <a:endParaRPr lang="zh-CN" altLang="en-US" sz="2000" dirty="0">
              <a:solidFill>
                <a:schemeClr val="tx2"/>
              </a:solidFill>
            </a:endParaRPr>
          </a:p>
          <a:p>
            <a:r>
              <a:rPr lang="zh-CN" altLang="en-US" sz="2000" b="1" dirty="0">
                <a:solidFill>
                  <a:schemeClr val="tx2"/>
                </a:solidFill>
              </a:rPr>
              <a:t>工业噪声            </a:t>
            </a:r>
            <a:r>
              <a:rPr lang="zh-CN" altLang="en-US" sz="2000" b="1" dirty="0" smtClean="0">
                <a:solidFill>
                  <a:schemeClr val="tx2"/>
                </a:solidFill>
              </a:rPr>
              <a:t>  </a:t>
            </a:r>
            <a:r>
              <a:rPr lang="zh-CN" altLang="en-US" sz="2000" b="1" dirty="0">
                <a:solidFill>
                  <a:schemeClr val="tx2"/>
                </a:solidFill>
              </a:rPr>
              <a:t>——</a:t>
            </a:r>
            <a:r>
              <a:rPr lang="zh-CN" altLang="en-US" sz="2000" dirty="0">
                <a:solidFill>
                  <a:schemeClr val="tx2"/>
                </a:solidFill>
              </a:rPr>
              <a:t>动力设备、加工机械、生产设备等</a:t>
            </a:r>
            <a:endParaRPr lang="zh-CN" altLang="en-US" sz="2000" dirty="0">
              <a:solidFill>
                <a:schemeClr val="tx2"/>
              </a:solidFill>
            </a:endParaRPr>
          </a:p>
          <a:p>
            <a:r>
              <a:rPr lang="zh-CN" altLang="en-US" sz="2000" b="1" dirty="0">
                <a:solidFill>
                  <a:schemeClr val="tx2"/>
                </a:solidFill>
              </a:rPr>
              <a:t>建筑施工噪声      </a:t>
            </a:r>
            <a:r>
              <a:rPr lang="zh-CN" altLang="en-US" sz="2000" b="1" dirty="0" smtClean="0">
                <a:solidFill>
                  <a:schemeClr val="tx2"/>
                </a:solidFill>
              </a:rPr>
              <a:t>——</a:t>
            </a:r>
            <a:r>
              <a:rPr lang="zh-CN" altLang="en-US" sz="2000" dirty="0" smtClean="0">
                <a:solidFill>
                  <a:schemeClr val="tx2"/>
                </a:solidFill>
              </a:rPr>
              <a:t>打桩机</a:t>
            </a:r>
            <a:r>
              <a:rPr lang="zh-CN" altLang="en-US" sz="2000" dirty="0">
                <a:solidFill>
                  <a:schemeClr val="tx2"/>
                </a:solidFill>
              </a:rPr>
              <a:t>、</a:t>
            </a:r>
            <a:r>
              <a:rPr lang="zh-CN" altLang="en-US" sz="2000" dirty="0" smtClean="0">
                <a:solidFill>
                  <a:schemeClr val="tx2"/>
                </a:solidFill>
              </a:rPr>
              <a:t>混凝土搅拌机等建筑机械</a:t>
            </a:r>
            <a:endParaRPr lang="zh-CN" altLang="en-US" sz="2000" dirty="0">
              <a:solidFill>
                <a:schemeClr val="tx2"/>
              </a:solidFill>
            </a:endParaRPr>
          </a:p>
          <a:p>
            <a:r>
              <a:rPr lang="zh-CN" altLang="en-US" sz="2000" b="1" dirty="0">
                <a:solidFill>
                  <a:schemeClr val="tx2"/>
                </a:solidFill>
              </a:rPr>
              <a:t>社会生活噪声      ——</a:t>
            </a:r>
            <a:r>
              <a:rPr lang="zh-CN" altLang="en-US" sz="2000" dirty="0">
                <a:solidFill>
                  <a:schemeClr val="tx2"/>
                </a:solidFill>
              </a:rPr>
              <a:t>社会活动、家用设备、商业活动、文娱活动等</a:t>
            </a:r>
            <a:endParaRPr lang="zh-CN" altLang="en-US" sz="2000" dirty="0">
              <a:solidFill>
                <a:schemeClr val="tx2"/>
              </a:solidFill>
            </a:endParaRPr>
          </a:p>
          <a:p>
            <a:endParaRPr lang="zh-CN" altLang="en-US" sz="2000" b="1" dirty="0">
              <a:solidFill>
                <a:schemeClr val="tx2"/>
              </a:solidFill>
            </a:endParaRPr>
          </a:p>
          <a:p>
            <a:r>
              <a:rPr lang="zh-CN" altLang="en-US" sz="2000" b="1" dirty="0">
                <a:solidFill>
                  <a:schemeClr val="tx2"/>
                </a:solidFill>
              </a:rPr>
              <a:t>按发声机理可分为：</a:t>
            </a:r>
            <a:endParaRPr lang="zh-CN" altLang="en-US" sz="2000" b="1" dirty="0">
              <a:solidFill>
                <a:schemeClr val="tx2"/>
              </a:solidFill>
            </a:endParaRPr>
          </a:p>
          <a:p>
            <a:r>
              <a:rPr lang="zh-CN" altLang="en-US" sz="2000" b="1" dirty="0">
                <a:solidFill>
                  <a:schemeClr val="tx2"/>
                </a:solidFill>
              </a:rPr>
              <a:t>机械噪声             </a:t>
            </a:r>
            <a:r>
              <a:rPr lang="zh-CN" altLang="en-US" sz="2000" b="1" dirty="0" smtClean="0">
                <a:solidFill>
                  <a:schemeClr val="tx2"/>
                </a:solidFill>
              </a:rPr>
              <a:t>  </a:t>
            </a:r>
            <a:r>
              <a:rPr lang="zh-CN" altLang="en-US" sz="2000" b="1" dirty="0">
                <a:solidFill>
                  <a:schemeClr val="tx2"/>
                </a:solidFill>
              </a:rPr>
              <a:t>——</a:t>
            </a:r>
            <a:r>
              <a:rPr lang="zh-CN" altLang="en-US" sz="2000" dirty="0">
                <a:solidFill>
                  <a:schemeClr val="tx2"/>
                </a:solidFill>
              </a:rPr>
              <a:t>机械部件间摩擦、撞击、振动</a:t>
            </a:r>
            <a:endParaRPr lang="zh-CN" altLang="en-US" sz="2000" dirty="0">
              <a:solidFill>
                <a:schemeClr val="tx2"/>
              </a:solidFill>
            </a:endParaRPr>
          </a:p>
          <a:p>
            <a:r>
              <a:rPr lang="zh-CN" altLang="en-US" sz="2000" b="1" dirty="0">
                <a:solidFill>
                  <a:schemeClr val="tx2"/>
                </a:solidFill>
              </a:rPr>
              <a:t>空气动力性噪声   ——</a:t>
            </a:r>
            <a:r>
              <a:rPr lang="zh-CN" altLang="en-US" sz="2000" dirty="0">
                <a:solidFill>
                  <a:schemeClr val="tx2"/>
                </a:solidFill>
              </a:rPr>
              <a:t>高速气流、不稳定气流、气流与物体相互作用</a:t>
            </a:r>
            <a:endParaRPr lang="zh-CN" altLang="en-US" sz="2000" dirty="0">
              <a:solidFill>
                <a:schemeClr val="tx2"/>
              </a:solidFill>
            </a:endParaRPr>
          </a:p>
          <a:p>
            <a:r>
              <a:rPr lang="zh-CN" altLang="en-US" sz="2000" b="1" dirty="0">
                <a:solidFill>
                  <a:schemeClr val="tx2"/>
                </a:solidFill>
              </a:rPr>
              <a:t>电磁噪声            </a:t>
            </a:r>
            <a:r>
              <a:rPr lang="zh-CN" altLang="en-US" sz="2000" b="1" dirty="0" smtClean="0">
                <a:solidFill>
                  <a:schemeClr val="tx2"/>
                </a:solidFill>
              </a:rPr>
              <a:t>   </a:t>
            </a:r>
            <a:r>
              <a:rPr lang="zh-CN" altLang="en-US" sz="2000" b="1" dirty="0">
                <a:solidFill>
                  <a:schemeClr val="tx2"/>
                </a:solidFill>
              </a:rPr>
              <a:t>——</a:t>
            </a:r>
            <a:r>
              <a:rPr lang="zh-CN" altLang="en-US" sz="2000" dirty="0">
                <a:solidFill>
                  <a:schemeClr val="tx2"/>
                </a:solidFill>
              </a:rPr>
              <a:t>电动机、发电机、变压器</a:t>
            </a:r>
            <a:endParaRPr lang="zh-CN" altLang="en-US" sz="2000" dirty="0">
              <a:solidFill>
                <a:schemeClr val="tx2"/>
              </a:solidFill>
            </a:endParaRPr>
          </a:p>
        </p:txBody>
      </p:sp>
      <p:sp>
        <p:nvSpPr>
          <p:cNvPr id="1048735" name="标题 1"/>
          <p:cNvSpPr>
            <a:spLocks noGrp="1"/>
          </p:cNvSpPr>
          <p:nvPr>
            <p:ph type="title"/>
          </p:nvPr>
        </p:nvSpPr>
        <p:spPr>
          <a:xfrm>
            <a:off x="179512" y="332656"/>
            <a:ext cx="7772400" cy="1143000"/>
          </a:xfrm>
        </p:spPr>
        <p:txBody>
          <a:bodyPr/>
          <a:p>
            <a:r>
              <a:rPr lang="zh-CN" altLang="en-US" dirty="0" smtClean="0"/>
              <a:t>三、噪声分类</a:t>
            </a:r>
            <a:endParaRPr lang="zh-CN" altLang="en-US" dirty="0" smtClean="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51" name=""/>
        <p:cNvGrpSpPr/>
        <p:nvPr/>
      </p:nvGrpSpPr>
      <p:grpSpPr>
        <a:xfrm>
          <a:off x="0" y="0"/>
          <a:ext cx="0" cy="0"/>
          <a:chOff x="0" y="0"/>
          <a:chExt cx="0" cy="0"/>
        </a:xfrm>
      </p:grpSpPr>
      <p:sp>
        <p:nvSpPr>
          <p:cNvPr id="1048739" name="标题 1"/>
          <p:cNvSpPr>
            <a:spLocks noGrp="1"/>
          </p:cNvSpPr>
          <p:nvPr>
            <p:ph type="title"/>
          </p:nvPr>
        </p:nvSpPr>
        <p:spPr>
          <a:xfrm>
            <a:off x="179512" y="260648"/>
            <a:ext cx="7848872" cy="1143000"/>
          </a:xfrm>
        </p:spPr>
        <p:txBody>
          <a:bodyPr/>
          <a:p>
            <a:r>
              <a:rPr lang="zh-CN" altLang="en-US" dirty="0" smtClean="0"/>
              <a:t>四、主要法律法规标准要求</a:t>
            </a:r>
            <a:endParaRPr lang="zh-CN" altLang="en-US" dirty="0"/>
          </a:p>
        </p:txBody>
      </p:sp>
      <p:sp>
        <p:nvSpPr>
          <p:cNvPr id="1048740" name="TextBox 6"/>
          <p:cNvSpPr txBox="1"/>
          <p:nvPr/>
        </p:nvSpPr>
        <p:spPr>
          <a:xfrm>
            <a:off x="0" y="1412776"/>
            <a:ext cx="8892480" cy="1234440"/>
          </a:xfrm>
          <a:prstGeom prst="rect">
            <a:avLst/>
          </a:prstGeom>
          <a:noFill/>
        </p:spPr>
        <p:txBody>
          <a:bodyPr wrap="square" rtlCol="0">
            <a:spAutoFit/>
          </a:bodyPr>
          <a:p>
            <a:pPr>
              <a:lnSpc>
                <a:spcPts val="2400"/>
              </a:lnSpc>
              <a:buFont typeface="Wingdings" panose="05000000000000000000" pitchFamily="2" charset="2"/>
              <a:buChar char="Ø"/>
            </a:pPr>
            <a:r>
              <a:rPr lang="en-US" altLang="zh-CN" sz="1800" dirty="0" smtClean="0"/>
              <a:t>《</a:t>
            </a:r>
            <a:r>
              <a:rPr lang="zh-CN" altLang="en-US" sz="1800" dirty="0" smtClean="0"/>
              <a:t>环境噪声污染防治法</a:t>
            </a:r>
            <a:r>
              <a:rPr lang="en-US" altLang="zh-CN" sz="1800" dirty="0" smtClean="0"/>
              <a:t>》</a:t>
            </a:r>
            <a:r>
              <a:rPr lang="zh-CN" altLang="en-US" sz="1800" dirty="0" smtClean="0"/>
              <a:t>明确规定，</a:t>
            </a:r>
            <a:r>
              <a:rPr lang="zh-CN" altLang="zh-CN" sz="1800" dirty="0" smtClean="0"/>
              <a:t>产生环境噪声污染的工业企业，应当采取有效措</a:t>
            </a:r>
            <a:endParaRPr lang="en-US" altLang="zh-CN" sz="1800" dirty="0" smtClean="0"/>
          </a:p>
          <a:p>
            <a:pPr>
              <a:lnSpc>
                <a:spcPts val="2400"/>
              </a:lnSpc>
            </a:pPr>
            <a:r>
              <a:rPr lang="zh-CN" altLang="en-US" sz="1800" dirty="0" smtClean="0"/>
              <a:t>     </a:t>
            </a:r>
            <a:r>
              <a:rPr lang="zh-CN" altLang="zh-CN" sz="1800" dirty="0" smtClean="0"/>
              <a:t>施，减轻噪声对周围生活环境的影响。</a:t>
            </a:r>
            <a:endParaRPr lang="en-US" altLang="zh-CN" sz="1800" dirty="0" smtClean="0"/>
          </a:p>
          <a:p>
            <a:pPr>
              <a:buFont typeface="Wingdings" panose="05000000000000000000" pitchFamily="2" charset="2"/>
              <a:buChar char="Ø"/>
            </a:pPr>
            <a:endParaRPr lang="en-US" altLang="zh-CN" sz="1800" dirty="0" smtClean="0"/>
          </a:p>
          <a:p>
            <a:pPr>
              <a:buFont typeface="Wingdings" panose="05000000000000000000" pitchFamily="2" charset="2"/>
              <a:buChar char="Ø"/>
            </a:pPr>
            <a:endParaRPr lang="zh-CN" altLang="en-US" sz="1800" dirty="0"/>
          </a:p>
        </p:txBody>
      </p:sp>
      <p:sp>
        <p:nvSpPr>
          <p:cNvPr id="1048741" name="TextBox 7"/>
          <p:cNvSpPr txBox="1"/>
          <p:nvPr/>
        </p:nvSpPr>
        <p:spPr>
          <a:xfrm>
            <a:off x="0" y="2132856"/>
            <a:ext cx="8820472" cy="374461"/>
          </a:xfrm>
          <a:prstGeom prst="rect">
            <a:avLst/>
          </a:prstGeom>
          <a:noFill/>
        </p:spPr>
        <p:txBody>
          <a:bodyPr wrap="square" rtlCol="0">
            <a:spAutoFit/>
          </a:bodyPr>
          <a:p>
            <a:pPr>
              <a:lnSpc>
                <a:spcPts val="2400"/>
              </a:lnSpc>
              <a:buFont typeface="Wingdings" panose="05000000000000000000" pitchFamily="2" charset="2"/>
              <a:buChar char="Ø"/>
            </a:pPr>
            <a:r>
              <a:rPr lang="zh-CN" altLang="en-US" sz="1800" dirty="0" smtClean="0">
                <a:solidFill>
                  <a:schemeClr val="tx2"/>
                </a:solidFill>
                <a:latin typeface="宋体" panose="02010600030101010101" pitchFamily="2" charset="-122"/>
              </a:rPr>
              <a:t>《工业企业设计卫生标准》（GBZ1—2002）明确规定了各工作时间下的岗位噪声值。</a:t>
            </a:r>
            <a:endParaRPr lang="zh-CN" altLang="en-US" sz="1800" dirty="0"/>
          </a:p>
        </p:txBody>
      </p:sp>
      <p:graphicFrame>
        <p:nvGraphicFramePr>
          <p:cNvPr id="4194305" name="Group 6"/>
          <p:cNvGraphicFramePr>
            <a:graphicFrameLocks noGrp="1"/>
          </p:cNvGraphicFramePr>
          <p:nvPr/>
        </p:nvGraphicFramePr>
        <p:xfrm>
          <a:off x="251520" y="2651623"/>
          <a:ext cx="8352928" cy="3048000"/>
        </p:xfrm>
        <a:graphic>
          <a:graphicData uri="http://schemas.openxmlformats.org/drawingml/2006/table">
            <a:tbl>
              <a:tblPr/>
              <a:tblGrid>
                <a:gridCol w="4015219"/>
                <a:gridCol w="4337709"/>
              </a:tblGrid>
              <a:tr h="295922">
                <a:tc gridSpan="2">
                  <a:txBody>
                    <a:bodyPr/>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1400" b="1" i="0" u="none" strike="noStrike" cap="none" normalizeH="0" baseline="0" dirty="0" smtClean="0">
                          <a:ln>
                            <a:noFill/>
                          </a:ln>
                          <a:solidFill>
                            <a:schemeClr val="bg1"/>
                          </a:solidFill>
                          <a:effectLst/>
                          <a:latin typeface="Calibri" panose="020F0502020204030204" pitchFamily="34" charset="0"/>
                          <a:ea typeface="宋体" panose="02010600030101010101" pitchFamily="2" charset="-122"/>
                          <a:sym typeface="宋体" panose="02010600030101010101" pitchFamily="2" charset="-122"/>
                        </a:rPr>
                        <a:t>工作地点噪声声级的卫生限值</a:t>
                      </a:r>
                      <a:endParaRPr kumimoji="0" lang="zh-CN" altLang="en-US" sz="1400" b="1" i="0" u="none" strike="noStrike" cap="none" normalizeH="0" baseline="0" dirty="0" smtClean="0">
                        <a:ln>
                          <a:noFill/>
                        </a:ln>
                        <a:solidFill>
                          <a:schemeClr val="bg1"/>
                        </a:solidFill>
                        <a:effectLst/>
                        <a:latin typeface="Calibri" panose="020F0502020204030204" pitchFamily="34" charset="0"/>
                        <a:ea typeface="宋体" panose="02010600030101010101" pitchFamily="2" charset="-122"/>
                        <a:sym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solidFill>
                      <a:srgbClr val="4F81BD"/>
                    </a:solidFill>
                  </a:tcPr>
                </a:tc>
                <a:tc hMerge="1">
                  <a:tcPr/>
                </a:tc>
              </a:tr>
              <a:tr h="295922">
                <a:tc>
                  <a:txBody>
                    <a:bodyPr/>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1400" b="1" i="0" u="none" strike="noStrike" cap="none" normalizeH="0" baseline="0" dirty="0" smtClean="0">
                          <a:ln>
                            <a:noFill/>
                          </a:ln>
                          <a:solidFill>
                            <a:schemeClr val="tx2"/>
                          </a:solidFill>
                          <a:effectLst/>
                          <a:latin typeface="Calibri" panose="020F0502020204030204" pitchFamily="34" charset="0"/>
                          <a:ea typeface="宋体" panose="02010600030101010101" pitchFamily="2" charset="-122"/>
                          <a:sym typeface="宋体" panose="02010600030101010101" pitchFamily="2" charset="-122"/>
                        </a:rPr>
                        <a:t>日接触噪声时间</a:t>
                      </a:r>
                      <a:r>
                        <a:rPr kumimoji="0" lang="en-US" sz="1400" b="1" i="0" u="none" strike="noStrike" cap="none" normalizeH="0" baseline="0" dirty="0" smtClean="0">
                          <a:ln>
                            <a:noFill/>
                          </a:ln>
                          <a:solidFill>
                            <a:schemeClr val="tx2"/>
                          </a:solidFill>
                          <a:effectLst/>
                          <a:latin typeface="Calibri" panose="020F0502020204030204" pitchFamily="34" charset="0"/>
                          <a:ea typeface="宋体" panose="02010600030101010101" pitchFamily="2" charset="-122"/>
                          <a:sym typeface="宋体" panose="02010600030101010101" pitchFamily="2" charset="-122"/>
                        </a:rPr>
                        <a:t>[h]</a:t>
                      </a:r>
                      <a:endParaRPr kumimoji="0" lang="en-US" sz="1400" b="1" i="0" u="none" strike="noStrike" cap="none" normalizeH="0" baseline="0" dirty="0" smtClean="0">
                        <a:ln>
                          <a:noFill/>
                        </a:ln>
                        <a:solidFill>
                          <a:schemeClr val="tx2"/>
                        </a:solidFill>
                        <a:effectLst/>
                        <a:latin typeface="Calibri" panose="020F0502020204030204" pitchFamily="34" charset="0"/>
                        <a:ea typeface="宋体" panose="02010600030101010101" pitchFamily="2" charset="-122"/>
                        <a:sym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noFill/>
                  </a:tcPr>
                </a:tc>
                <a:tc>
                  <a:txBody>
                    <a:bodyPr/>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1400" b="1" i="0" u="none" strike="noStrike" cap="none" normalizeH="0" baseline="0" dirty="0" smtClean="0">
                          <a:ln>
                            <a:noFill/>
                          </a:ln>
                          <a:solidFill>
                            <a:schemeClr val="tx2"/>
                          </a:solidFill>
                          <a:effectLst/>
                          <a:latin typeface="Calibri" panose="020F0502020204030204" pitchFamily="34" charset="0"/>
                          <a:ea typeface="宋体" panose="02010600030101010101" pitchFamily="2" charset="-122"/>
                          <a:sym typeface="宋体" panose="02010600030101010101" pitchFamily="2" charset="-122"/>
                        </a:rPr>
                        <a:t>卫生限制</a:t>
                      </a:r>
                      <a:r>
                        <a:rPr kumimoji="0" lang="en-US" sz="1400" b="1" i="0" u="none" strike="noStrike" cap="none" normalizeH="0" baseline="0" dirty="0" smtClean="0">
                          <a:ln>
                            <a:noFill/>
                          </a:ln>
                          <a:solidFill>
                            <a:schemeClr val="tx2"/>
                          </a:solidFill>
                          <a:effectLst/>
                          <a:latin typeface="Calibri" panose="020F0502020204030204" pitchFamily="34" charset="0"/>
                          <a:ea typeface="宋体" panose="02010600030101010101" pitchFamily="2" charset="-122"/>
                          <a:sym typeface="宋体" panose="02010600030101010101" pitchFamily="2" charset="-122"/>
                        </a:rPr>
                        <a:t>[dB(A)]</a:t>
                      </a:r>
                      <a:endParaRPr kumimoji="0" lang="en-US" sz="1400" b="1" i="0" u="none" strike="noStrike" cap="none" normalizeH="0" baseline="0" dirty="0" smtClean="0">
                        <a:ln>
                          <a:noFill/>
                        </a:ln>
                        <a:solidFill>
                          <a:schemeClr val="tx2"/>
                        </a:solidFill>
                        <a:effectLst/>
                        <a:latin typeface="Calibri" panose="020F0502020204030204" pitchFamily="34" charset="0"/>
                        <a:ea typeface="宋体" panose="02010600030101010101" pitchFamily="2" charset="-122"/>
                        <a:sym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noFill/>
                  </a:tcPr>
                </a:tc>
              </a:tr>
              <a:tr h="295922">
                <a:tc>
                  <a:txBody>
                    <a:bodyPr/>
                    <a:p>
                      <a:pPr marL="0" marR="0" lvl="0" indent="0" algn="ctr" defTabSz="914400" rtl="0" eaLnBrk="1" fontAlgn="base" latinLnBrk="0" hangingPunct="1">
                        <a:lnSpc>
                          <a:spcPct val="100000"/>
                        </a:lnSpc>
                        <a:spcBef>
                          <a:spcPct val="20000"/>
                        </a:spcBef>
                        <a:spcAft>
                          <a:spcPct val="0"/>
                        </a:spcAft>
                        <a:buClrTx/>
                        <a:buSzTx/>
                        <a:buFontTx/>
                        <a:buNone/>
                      </a:pPr>
                      <a:r>
                        <a:rPr kumimoji="0" lang="en-US" sz="1400" b="1" i="0" u="none" strike="noStrike" cap="none" normalizeH="0" baseline="0" dirty="0" smtClean="0">
                          <a:ln>
                            <a:noFill/>
                          </a:ln>
                          <a:solidFill>
                            <a:schemeClr val="tx2"/>
                          </a:solidFill>
                          <a:effectLst/>
                          <a:latin typeface="Calibri" panose="020F0502020204030204" pitchFamily="34" charset="0"/>
                          <a:ea typeface="宋体" panose="02010600030101010101" pitchFamily="2" charset="-122"/>
                          <a:sym typeface="宋体" panose="02010600030101010101" pitchFamily="2" charset="-122"/>
                        </a:rPr>
                        <a:t>8</a:t>
                      </a:r>
                      <a:endParaRPr kumimoji="0" lang="en-US" sz="1400" b="1" i="0" u="none" strike="noStrike" cap="none" normalizeH="0" baseline="0" dirty="0" smtClean="0">
                        <a:ln>
                          <a:noFill/>
                        </a:ln>
                        <a:solidFill>
                          <a:schemeClr val="tx2"/>
                        </a:solidFill>
                        <a:effectLst/>
                        <a:latin typeface="Calibri" panose="020F0502020204030204" pitchFamily="34" charset="0"/>
                        <a:ea typeface="宋体" panose="02010600030101010101" pitchFamily="2" charset="-122"/>
                        <a:sym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noFill/>
                  </a:tcPr>
                </a:tc>
                <a:tc>
                  <a:txBody>
                    <a:bodyPr/>
                    <a:p>
                      <a:pPr marL="0" marR="0" lvl="0" indent="0" algn="ctr" defTabSz="914400" rtl="0" eaLnBrk="1" fontAlgn="base" latinLnBrk="0" hangingPunct="1">
                        <a:lnSpc>
                          <a:spcPct val="100000"/>
                        </a:lnSpc>
                        <a:spcBef>
                          <a:spcPct val="20000"/>
                        </a:spcBef>
                        <a:spcAft>
                          <a:spcPct val="0"/>
                        </a:spcAft>
                        <a:buClrTx/>
                        <a:buSzTx/>
                        <a:buFontTx/>
                        <a:buNone/>
                      </a:pPr>
                      <a:r>
                        <a:rPr kumimoji="0" lang="en-US" sz="1400" b="1" i="0" u="none" strike="noStrike" cap="none" normalizeH="0" baseline="0" dirty="0" smtClean="0">
                          <a:ln>
                            <a:noFill/>
                          </a:ln>
                          <a:solidFill>
                            <a:schemeClr val="tx2"/>
                          </a:solidFill>
                          <a:effectLst/>
                          <a:latin typeface="Calibri" panose="020F0502020204030204" pitchFamily="34" charset="0"/>
                          <a:ea typeface="宋体" panose="02010600030101010101" pitchFamily="2" charset="-122"/>
                          <a:sym typeface="宋体" panose="02010600030101010101" pitchFamily="2" charset="-122"/>
                        </a:rPr>
                        <a:t>85</a:t>
                      </a:r>
                      <a:endParaRPr kumimoji="0" lang="en-US" sz="1400" b="1" i="0" u="none" strike="noStrike" cap="none" normalizeH="0" baseline="0" dirty="0" smtClean="0">
                        <a:ln>
                          <a:noFill/>
                        </a:ln>
                        <a:solidFill>
                          <a:schemeClr val="tx2"/>
                        </a:solidFill>
                        <a:effectLst/>
                        <a:latin typeface="Calibri" panose="020F0502020204030204" pitchFamily="34" charset="0"/>
                        <a:ea typeface="宋体" panose="02010600030101010101" pitchFamily="2" charset="-122"/>
                        <a:sym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noFill/>
                  </a:tcPr>
                </a:tc>
              </a:tr>
              <a:tr h="295922">
                <a:tc>
                  <a:txBody>
                    <a:bodyPr/>
                    <a:p>
                      <a:pPr marL="0" marR="0" lvl="0" indent="0" algn="ctr" defTabSz="914400" rtl="0" eaLnBrk="1" fontAlgn="base" latinLnBrk="0" hangingPunct="1">
                        <a:lnSpc>
                          <a:spcPct val="100000"/>
                        </a:lnSpc>
                        <a:spcBef>
                          <a:spcPct val="20000"/>
                        </a:spcBef>
                        <a:spcAft>
                          <a:spcPct val="0"/>
                        </a:spcAft>
                        <a:buClrTx/>
                        <a:buSzTx/>
                        <a:buFontTx/>
                        <a:buNone/>
                      </a:pPr>
                      <a:r>
                        <a:rPr kumimoji="0" lang="en-US" sz="1400" b="1" i="0" u="none" strike="noStrike" cap="none" normalizeH="0" baseline="0" smtClean="0">
                          <a:ln>
                            <a:noFill/>
                          </a:ln>
                          <a:solidFill>
                            <a:schemeClr val="tx2"/>
                          </a:solidFill>
                          <a:effectLst/>
                          <a:latin typeface="Calibri" panose="020F0502020204030204" pitchFamily="34" charset="0"/>
                          <a:ea typeface="宋体" panose="02010600030101010101" pitchFamily="2" charset="-122"/>
                          <a:sym typeface="宋体" panose="02010600030101010101" pitchFamily="2" charset="-122"/>
                        </a:rPr>
                        <a:t>4</a:t>
                      </a:r>
                      <a:endParaRPr kumimoji="0" lang="en-US" sz="1400" b="1" i="0" u="none" strike="noStrike" cap="none" normalizeH="0" baseline="0" smtClean="0">
                        <a:ln>
                          <a:noFill/>
                        </a:ln>
                        <a:solidFill>
                          <a:schemeClr val="tx2"/>
                        </a:solidFill>
                        <a:effectLst/>
                        <a:latin typeface="Calibri" panose="020F0502020204030204" pitchFamily="34" charset="0"/>
                        <a:ea typeface="宋体" panose="02010600030101010101" pitchFamily="2" charset="-122"/>
                        <a:sym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noFill/>
                  </a:tcPr>
                </a:tc>
                <a:tc>
                  <a:txBody>
                    <a:bodyPr/>
                    <a:p>
                      <a:pPr marL="0" marR="0" lvl="0" indent="0" algn="ctr" defTabSz="914400" rtl="0" eaLnBrk="1" fontAlgn="base" latinLnBrk="0" hangingPunct="1">
                        <a:lnSpc>
                          <a:spcPct val="100000"/>
                        </a:lnSpc>
                        <a:spcBef>
                          <a:spcPct val="20000"/>
                        </a:spcBef>
                        <a:spcAft>
                          <a:spcPct val="0"/>
                        </a:spcAft>
                        <a:buClrTx/>
                        <a:buSzTx/>
                        <a:buFontTx/>
                        <a:buNone/>
                      </a:pPr>
                      <a:r>
                        <a:rPr kumimoji="0" lang="en-US" sz="1400" b="1" i="0" u="none" strike="noStrike" cap="none" normalizeH="0" baseline="0" dirty="0" smtClean="0">
                          <a:ln>
                            <a:noFill/>
                          </a:ln>
                          <a:solidFill>
                            <a:schemeClr val="tx2"/>
                          </a:solidFill>
                          <a:effectLst/>
                          <a:latin typeface="Calibri" panose="020F0502020204030204" pitchFamily="34" charset="0"/>
                          <a:ea typeface="宋体" panose="02010600030101010101" pitchFamily="2" charset="-122"/>
                          <a:sym typeface="宋体" panose="02010600030101010101" pitchFamily="2" charset="-122"/>
                        </a:rPr>
                        <a:t>88</a:t>
                      </a:r>
                      <a:endParaRPr kumimoji="0" lang="en-US" sz="1400" b="1" i="0" u="none" strike="noStrike" cap="none" normalizeH="0" baseline="0" dirty="0" smtClean="0">
                        <a:ln>
                          <a:noFill/>
                        </a:ln>
                        <a:solidFill>
                          <a:schemeClr val="tx2"/>
                        </a:solidFill>
                        <a:effectLst/>
                        <a:latin typeface="Calibri" panose="020F0502020204030204" pitchFamily="34" charset="0"/>
                        <a:ea typeface="宋体" panose="02010600030101010101" pitchFamily="2" charset="-122"/>
                        <a:sym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noFill/>
                  </a:tcPr>
                </a:tc>
              </a:tr>
              <a:tr h="295922">
                <a:tc>
                  <a:txBody>
                    <a:bodyPr/>
                    <a:p>
                      <a:pPr marL="0" marR="0" lvl="0" indent="0" algn="ctr" defTabSz="914400" rtl="0" eaLnBrk="1" fontAlgn="base" latinLnBrk="0" hangingPunct="1">
                        <a:lnSpc>
                          <a:spcPct val="100000"/>
                        </a:lnSpc>
                        <a:spcBef>
                          <a:spcPct val="20000"/>
                        </a:spcBef>
                        <a:spcAft>
                          <a:spcPct val="0"/>
                        </a:spcAft>
                        <a:buClrTx/>
                        <a:buSzTx/>
                        <a:buFontTx/>
                        <a:buNone/>
                      </a:pPr>
                      <a:r>
                        <a:rPr kumimoji="0" lang="en-US" sz="1400" b="1" i="0" u="none" strike="noStrike" cap="none" normalizeH="0" baseline="0" smtClean="0">
                          <a:ln>
                            <a:noFill/>
                          </a:ln>
                          <a:solidFill>
                            <a:schemeClr val="tx2"/>
                          </a:solidFill>
                          <a:effectLst/>
                          <a:latin typeface="Calibri" panose="020F0502020204030204" pitchFamily="34" charset="0"/>
                          <a:ea typeface="宋体" panose="02010600030101010101" pitchFamily="2" charset="-122"/>
                          <a:sym typeface="宋体" panose="02010600030101010101" pitchFamily="2" charset="-122"/>
                        </a:rPr>
                        <a:t>2</a:t>
                      </a:r>
                      <a:endParaRPr kumimoji="0" lang="en-US" sz="1400" b="1" i="0" u="none" strike="noStrike" cap="none" normalizeH="0" baseline="0" smtClean="0">
                        <a:ln>
                          <a:noFill/>
                        </a:ln>
                        <a:solidFill>
                          <a:schemeClr val="tx2"/>
                        </a:solidFill>
                        <a:effectLst/>
                        <a:latin typeface="Calibri" panose="020F0502020204030204" pitchFamily="34" charset="0"/>
                        <a:ea typeface="宋体" panose="02010600030101010101" pitchFamily="2" charset="-122"/>
                        <a:sym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noFill/>
                  </a:tcPr>
                </a:tc>
                <a:tc>
                  <a:txBody>
                    <a:bodyPr/>
                    <a:p>
                      <a:pPr marL="0" marR="0" lvl="0" indent="0" algn="ctr" defTabSz="914400" rtl="0" eaLnBrk="1" fontAlgn="base" latinLnBrk="0" hangingPunct="1">
                        <a:lnSpc>
                          <a:spcPct val="100000"/>
                        </a:lnSpc>
                        <a:spcBef>
                          <a:spcPct val="20000"/>
                        </a:spcBef>
                        <a:spcAft>
                          <a:spcPct val="0"/>
                        </a:spcAft>
                        <a:buClrTx/>
                        <a:buSzTx/>
                        <a:buFontTx/>
                        <a:buNone/>
                      </a:pPr>
                      <a:r>
                        <a:rPr kumimoji="0" lang="en-US" sz="1400" b="1" i="0" u="none" strike="noStrike" cap="none" normalizeH="0" baseline="0" dirty="0" smtClean="0">
                          <a:ln>
                            <a:noFill/>
                          </a:ln>
                          <a:solidFill>
                            <a:schemeClr val="tx2"/>
                          </a:solidFill>
                          <a:effectLst/>
                          <a:latin typeface="Calibri" panose="020F0502020204030204" pitchFamily="34" charset="0"/>
                          <a:ea typeface="宋体" panose="02010600030101010101" pitchFamily="2" charset="-122"/>
                          <a:sym typeface="宋体" panose="02010600030101010101" pitchFamily="2" charset="-122"/>
                        </a:rPr>
                        <a:t>91</a:t>
                      </a:r>
                      <a:endParaRPr kumimoji="0" lang="en-US" sz="1400" b="1" i="0" u="none" strike="noStrike" cap="none" normalizeH="0" baseline="0" dirty="0" smtClean="0">
                        <a:ln>
                          <a:noFill/>
                        </a:ln>
                        <a:solidFill>
                          <a:schemeClr val="tx2"/>
                        </a:solidFill>
                        <a:effectLst/>
                        <a:latin typeface="Calibri" panose="020F0502020204030204" pitchFamily="34" charset="0"/>
                        <a:ea typeface="宋体" panose="02010600030101010101" pitchFamily="2" charset="-122"/>
                        <a:sym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noFill/>
                  </a:tcPr>
                </a:tc>
              </a:tr>
              <a:tr h="295922">
                <a:tc>
                  <a:txBody>
                    <a:bodyPr/>
                    <a:p>
                      <a:pPr marL="0" marR="0" lvl="0" indent="0" algn="ctr" defTabSz="914400" rtl="0" eaLnBrk="1" fontAlgn="base" latinLnBrk="0" hangingPunct="1">
                        <a:lnSpc>
                          <a:spcPct val="100000"/>
                        </a:lnSpc>
                        <a:spcBef>
                          <a:spcPct val="20000"/>
                        </a:spcBef>
                        <a:spcAft>
                          <a:spcPct val="0"/>
                        </a:spcAft>
                        <a:buClrTx/>
                        <a:buSzTx/>
                        <a:buFontTx/>
                        <a:buNone/>
                      </a:pPr>
                      <a:r>
                        <a:rPr kumimoji="0" lang="en-US" sz="1400" b="1" i="0" u="none" strike="noStrike" cap="none" normalizeH="0" baseline="0" smtClean="0">
                          <a:ln>
                            <a:noFill/>
                          </a:ln>
                          <a:solidFill>
                            <a:schemeClr val="tx2"/>
                          </a:solidFill>
                          <a:effectLst/>
                          <a:latin typeface="Calibri" panose="020F0502020204030204" pitchFamily="34" charset="0"/>
                          <a:ea typeface="宋体" panose="02010600030101010101" pitchFamily="2" charset="-122"/>
                          <a:sym typeface="宋体" panose="02010600030101010101" pitchFamily="2" charset="-122"/>
                        </a:rPr>
                        <a:t>1</a:t>
                      </a:r>
                      <a:endParaRPr kumimoji="0" lang="en-US" sz="1400" b="1" i="0" u="none" strike="noStrike" cap="none" normalizeH="0" baseline="0" smtClean="0">
                        <a:ln>
                          <a:noFill/>
                        </a:ln>
                        <a:solidFill>
                          <a:schemeClr val="tx2"/>
                        </a:solidFill>
                        <a:effectLst/>
                        <a:latin typeface="Calibri" panose="020F0502020204030204" pitchFamily="34" charset="0"/>
                        <a:ea typeface="宋体" panose="02010600030101010101" pitchFamily="2" charset="-122"/>
                        <a:sym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noFill/>
                  </a:tcPr>
                </a:tc>
                <a:tc>
                  <a:txBody>
                    <a:bodyPr/>
                    <a:p>
                      <a:pPr marL="0" marR="0" lvl="0" indent="0" algn="ctr" defTabSz="914400" rtl="0" eaLnBrk="1" fontAlgn="base" latinLnBrk="0" hangingPunct="1">
                        <a:lnSpc>
                          <a:spcPct val="100000"/>
                        </a:lnSpc>
                        <a:spcBef>
                          <a:spcPct val="20000"/>
                        </a:spcBef>
                        <a:spcAft>
                          <a:spcPct val="0"/>
                        </a:spcAft>
                        <a:buClrTx/>
                        <a:buSzTx/>
                        <a:buFontTx/>
                        <a:buNone/>
                      </a:pPr>
                      <a:r>
                        <a:rPr kumimoji="0" lang="en-US" sz="1400" b="1" i="0" u="none" strike="noStrike" cap="none" normalizeH="0" baseline="0" dirty="0" smtClean="0">
                          <a:ln>
                            <a:noFill/>
                          </a:ln>
                          <a:solidFill>
                            <a:schemeClr val="tx2"/>
                          </a:solidFill>
                          <a:effectLst/>
                          <a:latin typeface="Calibri" panose="020F0502020204030204" pitchFamily="34" charset="0"/>
                          <a:ea typeface="宋体" panose="02010600030101010101" pitchFamily="2" charset="-122"/>
                          <a:sym typeface="宋体" panose="02010600030101010101" pitchFamily="2" charset="-122"/>
                        </a:rPr>
                        <a:t>94</a:t>
                      </a:r>
                      <a:endParaRPr kumimoji="0" lang="en-US" sz="1400" b="1" i="0" u="none" strike="noStrike" cap="none" normalizeH="0" baseline="0" dirty="0" smtClean="0">
                        <a:ln>
                          <a:noFill/>
                        </a:ln>
                        <a:solidFill>
                          <a:schemeClr val="tx2"/>
                        </a:solidFill>
                        <a:effectLst/>
                        <a:latin typeface="Calibri" panose="020F0502020204030204" pitchFamily="34" charset="0"/>
                        <a:ea typeface="宋体" panose="02010600030101010101" pitchFamily="2" charset="-122"/>
                        <a:sym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noFill/>
                  </a:tcPr>
                </a:tc>
              </a:tr>
              <a:tr h="295922">
                <a:tc>
                  <a:txBody>
                    <a:bodyPr/>
                    <a:p>
                      <a:pPr marL="0" marR="0" lvl="0" indent="0" algn="ctr" defTabSz="914400" rtl="0" eaLnBrk="1" fontAlgn="base" latinLnBrk="0" hangingPunct="1">
                        <a:lnSpc>
                          <a:spcPct val="100000"/>
                        </a:lnSpc>
                        <a:spcBef>
                          <a:spcPct val="20000"/>
                        </a:spcBef>
                        <a:spcAft>
                          <a:spcPct val="0"/>
                        </a:spcAft>
                        <a:buClrTx/>
                        <a:buSzTx/>
                        <a:buFontTx/>
                        <a:buNone/>
                      </a:pPr>
                      <a:r>
                        <a:rPr kumimoji="0" lang="en-US" sz="1400" b="1" i="0" u="none" strike="noStrike" cap="none" normalizeH="0" baseline="0" smtClean="0">
                          <a:ln>
                            <a:noFill/>
                          </a:ln>
                          <a:solidFill>
                            <a:schemeClr val="tx2"/>
                          </a:solidFill>
                          <a:effectLst/>
                          <a:latin typeface="Calibri" panose="020F0502020204030204" pitchFamily="34" charset="0"/>
                          <a:ea typeface="宋体" panose="02010600030101010101" pitchFamily="2" charset="-122"/>
                          <a:sym typeface="宋体" panose="02010600030101010101" pitchFamily="2" charset="-122"/>
                        </a:rPr>
                        <a:t>0.5</a:t>
                      </a:r>
                      <a:endParaRPr kumimoji="0" lang="en-US" sz="1400" b="1" i="0" u="none" strike="noStrike" cap="none" normalizeH="0" baseline="0" smtClean="0">
                        <a:ln>
                          <a:noFill/>
                        </a:ln>
                        <a:solidFill>
                          <a:schemeClr val="tx2"/>
                        </a:solidFill>
                        <a:effectLst/>
                        <a:latin typeface="Calibri" panose="020F0502020204030204" pitchFamily="34" charset="0"/>
                        <a:ea typeface="宋体" panose="02010600030101010101" pitchFamily="2" charset="-122"/>
                        <a:sym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noFill/>
                  </a:tcPr>
                </a:tc>
                <a:tc>
                  <a:txBody>
                    <a:bodyPr/>
                    <a:p>
                      <a:pPr marL="0" marR="0" lvl="0" indent="0" algn="ctr" defTabSz="914400" rtl="0" eaLnBrk="1" fontAlgn="base" latinLnBrk="0" hangingPunct="1">
                        <a:lnSpc>
                          <a:spcPct val="100000"/>
                        </a:lnSpc>
                        <a:spcBef>
                          <a:spcPct val="20000"/>
                        </a:spcBef>
                        <a:spcAft>
                          <a:spcPct val="0"/>
                        </a:spcAft>
                        <a:buClrTx/>
                        <a:buSzTx/>
                        <a:buFontTx/>
                        <a:buNone/>
                      </a:pPr>
                      <a:r>
                        <a:rPr kumimoji="0" lang="en-US" sz="1400" b="1" i="0" u="none" strike="noStrike" cap="none" normalizeH="0" baseline="0" dirty="0" smtClean="0">
                          <a:ln>
                            <a:noFill/>
                          </a:ln>
                          <a:solidFill>
                            <a:schemeClr val="tx2"/>
                          </a:solidFill>
                          <a:effectLst/>
                          <a:latin typeface="Calibri" panose="020F0502020204030204" pitchFamily="34" charset="0"/>
                          <a:ea typeface="宋体" panose="02010600030101010101" pitchFamily="2" charset="-122"/>
                          <a:sym typeface="宋体" panose="02010600030101010101" pitchFamily="2" charset="-122"/>
                        </a:rPr>
                        <a:t>97</a:t>
                      </a:r>
                      <a:endParaRPr kumimoji="0" lang="en-US" sz="1400" b="1" i="0" u="none" strike="noStrike" cap="none" normalizeH="0" baseline="0" dirty="0" smtClean="0">
                        <a:ln>
                          <a:noFill/>
                        </a:ln>
                        <a:solidFill>
                          <a:schemeClr val="tx2"/>
                        </a:solidFill>
                        <a:effectLst/>
                        <a:latin typeface="Calibri" panose="020F0502020204030204" pitchFamily="34" charset="0"/>
                        <a:ea typeface="宋体" panose="02010600030101010101" pitchFamily="2" charset="-122"/>
                        <a:sym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noFill/>
                  </a:tcPr>
                </a:tc>
              </a:tr>
              <a:tr h="295922">
                <a:tc>
                  <a:txBody>
                    <a:bodyPr/>
                    <a:p>
                      <a:pPr marL="0" marR="0" lvl="0" indent="0" algn="ctr" defTabSz="914400" rtl="0" eaLnBrk="1" fontAlgn="base" latinLnBrk="0" hangingPunct="1">
                        <a:lnSpc>
                          <a:spcPct val="100000"/>
                        </a:lnSpc>
                        <a:spcBef>
                          <a:spcPct val="20000"/>
                        </a:spcBef>
                        <a:spcAft>
                          <a:spcPct val="0"/>
                        </a:spcAft>
                        <a:buClrTx/>
                        <a:buSzTx/>
                        <a:buFontTx/>
                        <a:buNone/>
                      </a:pPr>
                      <a:r>
                        <a:rPr kumimoji="0" lang="en-US" sz="1400" b="1" i="0" u="none" strike="noStrike" cap="none" normalizeH="0" baseline="0" dirty="0" smtClean="0">
                          <a:ln>
                            <a:noFill/>
                          </a:ln>
                          <a:solidFill>
                            <a:schemeClr val="tx2"/>
                          </a:solidFill>
                          <a:effectLst/>
                          <a:latin typeface="Calibri" panose="020F0502020204030204" pitchFamily="34" charset="0"/>
                          <a:ea typeface="宋体" panose="02010600030101010101" pitchFamily="2" charset="-122"/>
                          <a:sym typeface="宋体" panose="02010600030101010101" pitchFamily="2" charset="-122"/>
                        </a:rPr>
                        <a:t>0.25</a:t>
                      </a:r>
                      <a:endParaRPr kumimoji="0" lang="en-US" sz="1400" b="1" i="0" u="none" strike="noStrike" cap="none" normalizeH="0" baseline="0" dirty="0" smtClean="0">
                        <a:ln>
                          <a:noFill/>
                        </a:ln>
                        <a:solidFill>
                          <a:schemeClr val="tx2"/>
                        </a:solidFill>
                        <a:effectLst/>
                        <a:latin typeface="Calibri" panose="020F0502020204030204" pitchFamily="34" charset="0"/>
                        <a:ea typeface="宋体" panose="02010600030101010101" pitchFamily="2" charset="-122"/>
                        <a:sym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noFill/>
                  </a:tcPr>
                </a:tc>
                <a:tc>
                  <a:txBody>
                    <a:bodyPr/>
                    <a:p>
                      <a:pPr marL="0" marR="0" lvl="0" indent="0" algn="ctr" defTabSz="914400" rtl="0" eaLnBrk="1" fontAlgn="base" latinLnBrk="0" hangingPunct="1">
                        <a:lnSpc>
                          <a:spcPct val="100000"/>
                        </a:lnSpc>
                        <a:spcBef>
                          <a:spcPct val="20000"/>
                        </a:spcBef>
                        <a:spcAft>
                          <a:spcPct val="0"/>
                        </a:spcAft>
                        <a:buClrTx/>
                        <a:buSzTx/>
                        <a:buFontTx/>
                        <a:buNone/>
                      </a:pPr>
                      <a:r>
                        <a:rPr kumimoji="0" lang="en-US" sz="1400" b="1" i="0" u="none" strike="noStrike" cap="none" normalizeH="0" baseline="0" dirty="0" smtClean="0">
                          <a:ln>
                            <a:noFill/>
                          </a:ln>
                          <a:solidFill>
                            <a:schemeClr val="tx2"/>
                          </a:solidFill>
                          <a:effectLst/>
                          <a:latin typeface="Calibri" panose="020F0502020204030204" pitchFamily="34" charset="0"/>
                          <a:ea typeface="宋体" panose="02010600030101010101" pitchFamily="2" charset="-122"/>
                          <a:sym typeface="宋体" panose="02010600030101010101" pitchFamily="2" charset="-122"/>
                        </a:rPr>
                        <a:t>100</a:t>
                      </a:r>
                      <a:endParaRPr kumimoji="0" lang="en-US" sz="1400" b="1" i="0" u="none" strike="noStrike" cap="none" normalizeH="0" baseline="0" dirty="0" smtClean="0">
                        <a:ln>
                          <a:noFill/>
                        </a:ln>
                        <a:solidFill>
                          <a:schemeClr val="tx2"/>
                        </a:solidFill>
                        <a:effectLst/>
                        <a:latin typeface="Calibri" panose="020F0502020204030204" pitchFamily="34" charset="0"/>
                        <a:ea typeface="宋体" panose="02010600030101010101" pitchFamily="2" charset="-122"/>
                        <a:sym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noFill/>
                  </a:tcPr>
                </a:tc>
              </a:tr>
              <a:tr h="295922">
                <a:tc>
                  <a:txBody>
                    <a:bodyPr/>
                    <a:p>
                      <a:pPr marL="0" marR="0" lvl="0" indent="0" algn="ctr" defTabSz="914400" rtl="0" eaLnBrk="1" fontAlgn="base" latinLnBrk="0" hangingPunct="1">
                        <a:lnSpc>
                          <a:spcPct val="100000"/>
                        </a:lnSpc>
                        <a:spcBef>
                          <a:spcPct val="20000"/>
                        </a:spcBef>
                        <a:spcAft>
                          <a:spcPct val="0"/>
                        </a:spcAft>
                        <a:buClrTx/>
                        <a:buSzTx/>
                        <a:buFontTx/>
                        <a:buNone/>
                      </a:pPr>
                      <a:r>
                        <a:rPr kumimoji="0" lang="en-US" sz="1400" b="1" i="0" u="none" strike="noStrike" cap="none" normalizeH="0" baseline="0" dirty="0" smtClean="0">
                          <a:ln>
                            <a:noFill/>
                          </a:ln>
                          <a:solidFill>
                            <a:schemeClr val="tx2"/>
                          </a:solidFill>
                          <a:effectLst/>
                          <a:latin typeface="Calibri" panose="020F0502020204030204" pitchFamily="34" charset="0"/>
                          <a:ea typeface="宋体" panose="02010600030101010101" pitchFamily="2" charset="-122"/>
                          <a:sym typeface="宋体" panose="02010600030101010101" pitchFamily="2" charset="-122"/>
                        </a:rPr>
                        <a:t>0.125</a:t>
                      </a:r>
                      <a:endParaRPr kumimoji="0" lang="en-US" sz="1400" b="1" i="0" u="none" strike="noStrike" cap="none" normalizeH="0" baseline="0" dirty="0" smtClean="0">
                        <a:ln>
                          <a:noFill/>
                        </a:ln>
                        <a:solidFill>
                          <a:schemeClr val="tx2"/>
                        </a:solidFill>
                        <a:effectLst/>
                        <a:latin typeface="Calibri" panose="020F0502020204030204" pitchFamily="34" charset="0"/>
                        <a:ea typeface="宋体" panose="02010600030101010101" pitchFamily="2" charset="-122"/>
                        <a:sym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noFill/>
                  </a:tcPr>
                </a:tc>
                <a:tc>
                  <a:txBody>
                    <a:bodyPr/>
                    <a:p>
                      <a:pPr marL="0" marR="0" lvl="0" indent="0" algn="ctr" defTabSz="914400" rtl="0" eaLnBrk="1" fontAlgn="base" latinLnBrk="0" hangingPunct="1">
                        <a:lnSpc>
                          <a:spcPct val="100000"/>
                        </a:lnSpc>
                        <a:spcBef>
                          <a:spcPct val="20000"/>
                        </a:spcBef>
                        <a:spcAft>
                          <a:spcPct val="0"/>
                        </a:spcAft>
                        <a:buClrTx/>
                        <a:buSzTx/>
                        <a:buFontTx/>
                        <a:buNone/>
                      </a:pPr>
                      <a:r>
                        <a:rPr kumimoji="0" lang="en-US" sz="1400" b="1" i="0" u="none" strike="noStrike" cap="none" normalizeH="0" baseline="0" dirty="0" smtClean="0">
                          <a:ln>
                            <a:noFill/>
                          </a:ln>
                          <a:solidFill>
                            <a:schemeClr val="tx2"/>
                          </a:solidFill>
                          <a:effectLst/>
                          <a:latin typeface="Calibri" panose="020F0502020204030204" pitchFamily="34" charset="0"/>
                          <a:ea typeface="宋体" panose="02010600030101010101" pitchFamily="2" charset="-122"/>
                          <a:sym typeface="宋体" panose="02010600030101010101" pitchFamily="2" charset="-122"/>
                        </a:rPr>
                        <a:t>103</a:t>
                      </a:r>
                      <a:endParaRPr kumimoji="0" lang="en-US" sz="1400" b="1" i="0" u="none" strike="noStrike" cap="none" normalizeH="0" baseline="0" dirty="0" smtClean="0">
                        <a:ln>
                          <a:noFill/>
                        </a:ln>
                        <a:solidFill>
                          <a:schemeClr val="tx2"/>
                        </a:solidFill>
                        <a:effectLst/>
                        <a:latin typeface="Calibri" panose="020F0502020204030204" pitchFamily="34" charset="0"/>
                        <a:ea typeface="宋体" panose="02010600030101010101" pitchFamily="2" charset="-122"/>
                        <a:sym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noFill/>
                  </a:tcPr>
                </a:tc>
              </a:tr>
              <a:tr h="217022">
                <a:tc gridSpan="2">
                  <a:txBody>
                    <a:bodyPr/>
                    <a:p>
                      <a:pPr marL="0" marR="0" lvl="0" indent="0" algn="ctr" defTabSz="914400" rtl="0" eaLnBrk="1" fontAlgn="base" latinLnBrk="0" hangingPunct="1">
                        <a:lnSpc>
                          <a:spcPct val="100000"/>
                        </a:lnSpc>
                        <a:spcBef>
                          <a:spcPct val="20000"/>
                        </a:spcBef>
                        <a:spcAft>
                          <a:spcPct val="0"/>
                        </a:spcAft>
                        <a:buClrTx/>
                        <a:buSzTx/>
                        <a:buFontTx/>
                        <a:buNone/>
                      </a:pPr>
                      <a:r>
                        <a:rPr lang="zh-CN" altLang="en-US" sz="1400" dirty="0" smtClean="0">
                          <a:solidFill>
                            <a:schemeClr val="tx2"/>
                          </a:solidFill>
                          <a:latin typeface="宋体" panose="02010600030101010101" pitchFamily="2" charset="-122"/>
                        </a:rPr>
                        <a:t>最高限值不得超过115dB(A)</a:t>
                      </a:r>
                      <a:endParaRPr kumimoji="0" lang="en-US" sz="1400" b="1" i="0" u="none" strike="noStrike" cap="none" normalizeH="0" baseline="0" dirty="0" smtClean="0">
                        <a:ln>
                          <a:noFill/>
                        </a:ln>
                        <a:solidFill>
                          <a:schemeClr val="tx2"/>
                        </a:solidFill>
                        <a:effectLst/>
                        <a:latin typeface="Calibri" panose="020F0502020204030204" pitchFamily="34" charset="0"/>
                        <a:ea typeface="宋体" panose="02010600030101010101" pitchFamily="2" charset="-122"/>
                        <a:sym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noFill/>
                  </a:tcPr>
                </a:tc>
                <a:tc hMerge="1">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solidFill>
                      <a:srgbClr val="E9EDF4"/>
                    </a:solidFill>
                  </a:tcPr>
                </a:tc>
              </a:tr>
            </a:tbl>
          </a:graphicData>
        </a:graphic>
      </p:graphicFrame>
      <p:sp>
        <p:nvSpPr>
          <p:cNvPr id="1048742" name="TextBox 9"/>
          <p:cNvSpPr txBox="1"/>
          <p:nvPr/>
        </p:nvSpPr>
        <p:spPr>
          <a:xfrm>
            <a:off x="251520" y="5805264"/>
            <a:ext cx="6768752" cy="369332"/>
          </a:xfrm>
          <a:prstGeom prst="rect">
            <a:avLst/>
          </a:prstGeom>
          <a:noFill/>
        </p:spPr>
        <p:txBody>
          <a:bodyPr wrap="square" rtlCol="0">
            <a:spAutoFit/>
          </a:bodyPr>
          <a:p>
            <a:pPr lvl="0">
              <a:buFont typeface="Wingdings" panose="05000000000000000000" pitchFamily="2" charset="2"/>
              <a:buChar char="Ø"/>
            </a:pPr>
            <a:r>
              <a:rPr lang="zh-CN" altLang="en-US" sz="1800" dirty="0" smtClean="0"/>
              <a:t>公司要求</a:t>
            </a:r>
            <a:r>
              <a:rPr lang="en-US" altLang="zh-CN" sz="1800" dirty="0" smtClean="0"/>
              <a:t>8</a:t>
            </a:r>
            <a:r>
              <a:rPr lang="zh-CN" altLang="en-US" sz="1800" dirty="0" smtClean="0"/>
              <a:t>小时岗位噪声值≤  </a:t>
            </a:r>
            <a:r>
              <a:rPr lang="en-US" altLang="zh-CN" sz="1800" dirty="0" smtClean="0"/>
              <a:t>82</a:t>
            </a:r>
            <a:r>
              <a:rPr kumimoji="0" lang="en-US" altLang="zh-CN" sz="1800" b="1" dirty="0" smtClean="0">
                <a:solidFill>
                  <a:schemeClr val="tx2"/>
                </a:solidFill>
                <a:latin typeface="Calibri" panose="020F0502020204030204" pitchFamily="34" charset="0"/>
                <a:sym typeface="宋体" panose="02010600030101010101" pitchFamily="2" charset="-122"/>
              </a:rPr>
              <a:t> dB(A)。</a:t>
            </a:r>
            <a:endParaRPr lang="zh-CN" alt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61" name=""/>
        <p:cNvGrpSpPr/>
        <p:nvPr/>
      </p:nvGrpSpPr>
      <p:grpSpPr>
        <a:xfrm>
          <a:off x="0" y="0"/>
          <a:ext cx="0" cy="0"/>
          <a:chOff x="0" y="0"/>
          <a:chExt cx="0" cy="0"/>
        </a:xfrm>
      </p:grpSpPr>
      <p:sp>
        <p:nvSpPr>
          <p:cNvPr id="1048760" name="TextBox 1"/>
          <p:cNvSpPr txBox="1"/>
          <p:nvPr/>
        </p:nvSpPr>
        <p:spPr>
          <a:xfrm>
            <a:off x="179512" y="1556792"/>
            <a:ext cx="8568952" cy="369332"/>
          </a:xfrm>
          <a:prstGeom prst="rect">
            <a:avLst/>
          </a:prstGeom>
          <a:noFill/>
        </p:spPr>
        <p:txBody>
          <a:bodyPr wrap="square" rtlCol="0">
            <a:spAutoFit/>
          </a:bodyPr>
          <a:p>
            <a:pPr>
              <a:buFont typeface="Wingdings" panose="05000000000000000000" pitchFamily="2" charset="2"/>
              <a:buChar char="Ø"/>
            </a:pPr>
            <a:r>
              <a:rPr lang="en-US" altLang="zh-CN" sz="1800" dirty="0" smtClean="0">
                <a:solidFill>
                  <a:schemeClr val="tx2"/>
                </a:solidFill>
                <a:latin typeface="宋体" panose="02010600030101010101" pitchFamily="2" charset="-122"/>
                <a:sym typeface="Arial" panose="020B0604020202020204" pitchFamily="34" charset="0"/>
              </a:rPr>
              <a:t>《</a:t>
            </a:r>
            <a:r>
              <a:rPr lang="zh-CN" altLang="en-US" sz="1800" dirty="0" smtClean="0">
                <a:solidFill>
                  <a:schemeClr val="tx2"/>
                </a:solidFill>
                <a:latin typeface="宋体" panose="02010600030101010101" pitchFamily="2" charset="-122"/>
                <a:sym typeface="Arial" panose="020B0604020202020204" pitchFamily="34" charset="0"/>
              </a:rPr>
              <a:t>声环境质量标准</a:t>
            </a:r>
            <a:r>
              <a:rPr lang="en-US" altLang="zh-CN" sz="1800" dirty="0" smtClean="0">
                <a:solidFill>
                  <a:schemeClr val="tx2"/>
                </a:solidFill>
                <a:latin typeface="宋体" panose="02010600030101010101" pitchFamily="2" charset="-122"/>
                <a:sym typeface="Arial" panose="020B0604020202020204" pitchFamily="34" charset="0"/>
              </a:rPr>
              <a:t>》</a:t>
            </a:r>
            <a:r>
              <a:rPr lang="zh-CN" altLang="en-US" sz="1800" dirty="0" smtClean="0">
                <a:solidFill>
                  <a:schemeClr val="tx2"/>
                </a:solidFill>
                <a:latin typeface="宋体" panose="02010600030101010101" pitchFamily="2" charset="-122"/>
                <a:sym typeface="Arial" panose="020B0604020202020204" pitchFamily="34" charset="0"/>
              </a:rPr>
              <a:t>（</a:t>
            </a:r>
            <a:r>
              <a:rPr lang="en-US" altLang="zh-CN" sz="1800" dirty="0" smtClean="0">
                <a:solidFill>
                  <a:schemeClr val="tx2"/>
                </a:solidFill>
                <a:latin typeface="宋体" panose="02010600030101010101" pitchFamily="2" charset="-122"/>
                <a:sym typeface="Arial" panose="020B0604020202020204" pitchFamily="34" charset="0"/>
              </a:rPr>
              <a:t>GB3096-2008）</a:t>
            </a:r>
            <a:r>
              <a:rPr lang="zh-CN" altLang="en-US" sz="1800" dirty="0" smtClean="0">
                <a:solidFill>
                  <a:schemeClr val="tx2"/>
                </a:solidFill>
                <a:latin typeface="宋体" panose="02010600030101010101" pitchFamily="2" charset="-122"/>
                <a:sym typeface="Arial" panose="020B0604020202020204" pitchFamily="34" charset="0"/>
              </a:rPr>
              <a:t>对厂界环境噪声标准要求如下：</a:t>
            </a:r>
            <a:endParaRPr lang="zh-CN" altLang="en-US" sz="1800" dirty="0">
              <a:solidFill>
                <a:schemeClr val="tx2"/>
              </a:solidFill>
              <a:latin typeface="宋体" panose="02010600030101010101" pitchFamily="2" charset="-122"/>
              <a:sym typeface="Arial" panose="020B0604020202020204" pitchFamily="34" charset="0"/>
            </a:endParaRPr>
          </a:p>
        </p:txBody>
      </p:sp>
      <p:graphicFrame>
        <p:nvGraphicFramePr>
          <p:cNvPr id="4194306" name="Group 3"/>
          <p:cNvGraphicFramePr>
            <a:graphicFrameLocks noGrp="1"/>
          </p:cNvGraphicFramePr>
          <p:nvPr/>
        </p:nvGraphicFramePr>
        <p:xfrm>
          <a:off x="467544" y="1988840"/>
          <a:ext cx="8136906" cy="2408238"/>
        </p:xfrm>
        <a:graphic>
          <a:graphicData uri="http://schemas.openxmlformats.org/drawingml/2006/table">
            <a:tbl>
              <a:tblPr/>
              <a:tblGrid>
                <a:gridCol w="1742423"/>
                <a:gridCol w="3370145"/>
                <a:gridCol w="1512169"/>
                <a:gridCol w="1512169"/>
              </a:tblGrid>
              <a:tr h="274638">
                <a:tc rowSpan="2" gridSpan="2">
                  <a:txBody>
                    <a:bodyPr/>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1400" b="1" i="0" u="none" strike="noStrike" cap="none" normalizeH="0" baseline="0" dirty="0" smtClean="0">
                          <a:ln>
                            <a:noFill/>
                          </a:ln>
                          <a:solidFill>
                            <a:schemeClr val="bg1"/>
                          </a:solidFill>
                          <a:effectLst/>
                          <a:latin typeface="Calibri" panose="020F0502020204030204" pitchFamily="34" charset="0"/>
                          <a:ea typeface="宋体" panose="02010600030101010101" pitchFamily="2" charset="-122"/>
                          <a:sym typeface="宋体" panose="02010600030101010101" pitchFamily="2" charset="-122"/>
                        </a:rPr>
                        <a:t>声环境功能区类别</a:t>
                      </a:r>
                      <a:endParaRPr kumimoji="0" lang="zh-CN" altLang="en-US" sz="1400" b="1" i="0" u="none" strike="noStrike" cap="none" normalizeH="0" baseline="0" dirty="0" smtClean="0">
                        <a:ln>
                          <a:noFill/>
                        </a:ln>
                        <a:solidFill>
                          <a:schemeClr val="bg1"/>
                        </a:solidFill>
                        <a:effectLst/>
                        <a:latin typeface="Calibri" panose="020F0502020204030204" pitchFamily="34" charset="0"/>
                        <a:ea typeface="宋体" panose="02010600030101010101" pitchFamily="2" charset="-122"/>
                        <a:sym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solidFill>
                      <a:srgbClr val="4F81BD"/>
                    </a:solidFill>
                  </a:tcPr>
                </a:tc>
                <a:tc rowSpan="2" hMerge="1">
                  <a:tcPr/>
                </a:tc>
                <a:tc gridSpan="2">
                  <a:txBody>
                    <a:bodyPr/>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1200" b="1" i="0" u="none" strike="noStrike" cap="none" normalizeH="0" baseline="0" smtClean="0">
                          <a:ln>
                            <a:noFill/>
                          </a:ln>
                          <a:solidFill>
                            <a:schemeClr val="bg1"/>
                          </a:solidFill>
                          <a:effectLst/>
                          <a:latin typeface="Calibri" panose="020F0502020204030204" pitchFamily="34" charset="0"/>
                          <a:ea typeface="宋体" panose="02010600030101010101" pitchFamily="2" charset="-122"/>
                          <a:sym typeface="宋体" panose="02010600030101010101" pitchFamily="2" charset="-122"/>
                        </a:rPr>
                        <a:t>时段</a:t>
                      </a:r>
                      <a:endParaRPr kumimoji="0" lang="zh-CN" altLang="en-US" sz="1200" b="1" i="0" u="none" strike="noStrike" cap="none" normalizeH="0" baseline="0" smtClean="0">
                        <a:ln>
                          <a:noFill/>
                        </a:ln>
                        <a:solidFill>
                          <a:schemeClr val="bg1"/>
                        </a:solidFill>
                        <a:effectLst/>
                        <a:latin typeface="Calibri" panose="020F0502020204030204" pitchFamily="34" charset="0"/>
                        <a:ea typeface="宋体" panose="02010600030101010101" pitchFamily="2" charset="-122"/>
                        <a:sym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solidFill>
                      <a:srgbClr val="4F81BD"/>
                    </a:solidFill>
                  </a:tcPr>
                </a:tc>
                <a:tc hMerge="1">
                  <a:tcPr/>
                </a:tc>
              </a:tr>
              <a:tr h="157410">
                <a:tc vMerge="1" gridSpan="2">
                  <a:tcPr/>
                </a:tc>
                <a:tc vMerge="1" hMerge="1">
                  <a:tcPr/>
                </a:tc>
                <a:tc>
                  <a:txBody>
                    <a:bodyPr/>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1400" b="1" i="0" u="none" strike="noStrike" cap="none" normalizeH="0" baseline="0" dirty="0" smtClean="0">
                          <a:ln>
                            <a:noFill/>
                          </a:ln>
                          <a:solidFill>
                            <a:schemeClr val="tx1"/>
                          </a:solidFill>
                          <a:effectLst/>
                          <a:latin typeface="Calibri" panose="020F0502020204030204" pitchFamily="34" charset="0"/>
                          <a:ea typeface="宋体" panose="02010600030101010101" pitchFamily="2" charset="-122"/>
                          <a:sym typeface="宋体" panose="02010600030101010101" pitchFamily="2" charset="-122"/>
                        </a:rPr>
                        <a:t>昼间</a:t>
                      </a:r>
                      <a:r>
                        <a:rPr kumimoji="0" lang="en-US" altLang="zh-CN" sz="1400" b="1" i="0" u="none" strike="noStrike" cap="none" normalizeH="0" baseline="0" dirty="0" smtClean="0">
                          <a:ln>
                            <a:noFill/>
                          </a:ln>
                          <a:solidFill>
                            <a:schemeClr val="tx2"/>
                          </a:solidFill>
                          <a:effectLst/>
                          <a:latin typeface="Calibri" panose="020F0502020204030204" pitchFamily="34" charset="0"/>
                          <a:ea typeface="宋体" panose="02010600030101010101" pitchFamily="2" charset="-122"/>
                          <a:sym typeface="宋体" panose="02010600030101010101" pitchFamily="2" charset="-122"/>
                        </a:rPr>
                        <a:t>[dB(A)]</a:t>
                      </a:r>
                      <a:endParaRPr kumimoji="0" lang="zh-CN" altLang="en-US" sz="1400" b="1" i="0" u="none" strike="noStrike" cap="none" normalizeH="0" baseline="0" dirty="0" smtClean="0">
                        <a:ln>
                          <a:noFill/>
                        </a:ln>
                        <a:solidFill>
                          <a:schemeClr val="tx1"/>
                        </a:solidFill>
                        <a:effectLst/>
                        <a:latin typeface="Calibri" panose="020F0502020204030204" pitchFamily="34" charset="0"/>
                        <a:ea typeface="宋体" panose="02010600030101010101" pitchFamily="2" charset="-122"/>
                        <a:sym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solidFill>
                      <a:srgbClr val="D0D8E8"/>
                    </a:solidFill>
                  </a:tcPr>
                </a:tc>
                <a:tc>
                  <a:txBody>
                    <a:bodyPr/>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1400" b="1" i="0" u="none" strike="noStrike" cap="none" normalizeH="0" baseline="0" dirty="0" smtClean="0">
                          <a:ln>
                            <a:noFill/>
                          </a:ln>
                          <a:solidFill>
                            <a:schemeClr val="tx1"/>
                          </a:solidFill>
                          <a:effectLst/>
                          <a:latin typeface="Calibri" panose="020F0502020204030204" pitchFamily="34" charset="0"/>
                          <a:ea typeface="宋体" panose="02010600030101010101" pitchFamily="2" charset="-122"/>
                          <a:sym typeface="宋体" panose="02010600030101010101" pitchFamily="2" charset="-122"/>
                        </a:rPr>
                        <a:t>夜间</a:t>
                      </a:r>
                      <a:r>
                        <a:rPr kumimoji="0" lang="en-US" altLang="zh-CN" sz="1400" b="1" i="0" u="none" strike="noStrike" cap="none" normalizeH="0" baseline="0" dirty="0" smtClean="0">
                          <a:ln>
                            <a:noFill/>
                          </a:ln>
                          <a:solidFill>
                            <a:schemeClr val="tx2"/>
                          </a:solidFill>
                          <a:effectLst/>
                          <a:latin typeface="Calibri" panose="020F0502020204030204" pitchFamily="34" charset="0"/>
                          <a:ea typeface="宋体" panose="02010600030101010101" pitchFamily="2" charset="-122"/>
                          <a:sym typeface="宋体" panose="02010600030101010101" pitchFamily="2" charset="-122"/>
                        </a:rPr>
                        <a:t>[dB(A)]</a:t>
                      </a:r>
                      <a:endParaRPr kumimoji="0" lang="en-US" altLang="zh-CN" sz="1400" b="1" i="0" u="none" strike="noStrike" cap="none" normalizeH="0" baseline="0" dirty="0" smtClean="0">
                        <a:ln>
                          <a:noFill/>
                        </a:ln>
                        <a:solidFill>
                          <a:schemeClr val="tx2"/>
                        </a:solidFill>
                        <a:effectLst/>
                        <a:latin typeface="Calibri" panose="020F0502020204030204" pitchFamily="34" charset="0"/>
                        <a:ea typeface="宋体" panose="02010600030101010101" pitchFamily="2" charset="-122"/>
                        <a:sym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solidFill>
                      <a:srgbClr val="D0D8E8"/>
                    </a:solidFill>
                  </a:tcPr>
                </a:tc>
              </a:tr>
              <a:tr h="212650">
                <a:tc gridSpan="2">
                  <a:txBody>
                    <a:bodyPr/>
                    <a:p>
                      <a:pPr marL="0" marR="0" lvl="0" indent="0" algn="ctr" defTabSz="914400" rtl="0" eaLnBrk="1" fontAlgn="base" latinLnBrk="0" hangingPunct="1">
                        <a:lnSpc>
                          <a:spcPct val="100000"/>
                        </a:lnSpc>
                        <a:spcBef>
                          <a:spcPct val="20000"/>
                        </a:spcBef>
                        <a:spcAft>
                          <a:spcPct val="0"/>
                        </a:spcAft>
                        <a:buClrTx/>
                        <a:buSzTx/>
                        <a:buFontTx/>
                        <a:buNone/>
                      </a:pPr>
                      <a:r>
                        <a:rPr kumimoji="0" lang="en-US" sz="1400" b="1" i="0" u="none" strike="noStrike" cap="none" normalizeH="0" baseline="0" dirty="0" smtClean="0">
                          <a:ln>
                            <a:noFill/>
                          </a:ln>
                          <a:solidFill>
                            <a:schemeClr val="tx1"/>
                          </a:solidFill>
                          <a:effectLst/>
                          <a:latin typeface="Calibri" panose="020F0502020204030204" pitchFamily="34" charset="0"/>
                          <a:ea typeface="宋体" panose="02010600030101010101" pitchFamily="2" charset="-122"/>
                          <a:sym typeface="宋体" panose="02010600030101010101" pitchFamily="2" charset="-122"/>
                        </a:rPr>
                        <a:t>0</a:t>
                      </a:r>
                      <a:r>
                        <a:rPr kumimoji="0" lang="zh-CN" altLang="en-US" sz="1400" b="1" i="0" u="none" strike="noStrike" cap="none" normalizeH="0" baseline="0" dirty="0" smtClean="0">
                          <a:ln>
                            <a:noFill/>
                          </a:ln>
                          <a:solidFill>
                            <a:schemeClr val="tx1"/>
                          </a:solidFill>
                          <a:effectLst/>
                          <a:latin typeface="Calibri" panose="020F0502020204030204" pitchFamily="34" charset="0"/>
                          <a:ea typeface="宋体" panose="02010600030101010101" pitchFamily="2" charset="-122"/>
                          <a:sym typeface="宋体" panose="02010600030101010101" pitchFamily="2" charset="-122"/>
                        </a:rPr>
                        <a:t>类</a:t>
                      </a:r>
                      <a:endParaRPr kumimoji="0" lang="zh-CN" altLang="en-US" sz="1400" b="1" i="0" u="none" strike="noStrike" cap="none" normalizeH="0" baseline="0" dirty="0" smtClean="0">
                        <a:ln>
                          <a:noFill/>
                        </a:ln>
                        <a:solidFill>
                          <a:schemeClr val="tx1"/>
                        </a:solidFill>
                        <a:effectLst/>
                        <a:latin typeface="Calibri" panose="020F0502020204030204" pitchFamily="34" charset="0"/>
                        <a:ea typeface="宋体" panose="02010600030101010101" pitchFamily="2" charset="-122"/>
                        <a:sym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noFill/>
                  </a:tcPr>
                </a:tc>
                <a:tc hMerge="1">
                  <a:tcPr/>
                </a:tc>
                <a:tc>
                  <a:txBody>
                    <a:bodyPr/>
                    <a:p>
                      <a:pPr marL="0" marR="0" lvl="0" indent="0" algn="ctr" defTabSz="914400" rtl="0" eaLnBrk="1" fontAlgn="base" latinLnBrk="0" hangingPunct="1">
                        <a:lnSpc>
                          <a:spcPct val="100000"/>
                        </a:lnSpc>
                        <a:spcBef>
                          <a:spcPct val="20000"/>
                        </a:spcBef>
                        <a:spcAft>
                          <a:spcPct val="0"/>
                        </a:spcAft>
                        <a:buClrTx/>
                        <a:buSzTx/>
                        <a:buFontTx/>
                        <a:buNone/>
                      </a:pPr>
                      <a:r>
                        <a:rPr kumimoji="0" lang="en-US" sz="1400" b="1" i="0" u="none" strike="noStrike" cap="none" normalizeH="0" baseline="0" dirty="0" smtClean="0">
                          <a:ln>
                            <a:noFill/>
                          </a:ln>
                          <a:solidFill>
                            <a:schemeClr val="tx1"/>
                          </a:solidFill>
                          <a:effectLst/>
                          <a:latin typeface="Calibri" panose="020F0502020204030204" pitchFamily="34" charset="0"/>
                          <a:ea typeface="宋体" panose="02010600030101010101" pitchFamily="2" charset="-122"/>
                          <a:sym typeface="宋体" panose="02010600030101010101" pitchFamily="2" charset="-122"/>
                        </a:rPr>
                        <a:t>50</a:t>
                      </a:r>
                      <a:endParaRPr kumimoji="0" lang="en-US" sz="1400" b="1" i="0" u="none" strike="noStrike" cap="none" normalizeH="0" baseline="0" dirty="0" smtClean="0">
                        <a:ln>
                          <a:noFill/>
                        </a:ln>
                        <a:solidFill>
                          <a:schemeClr val="tx1"/>
                        </a:solidFill>
                        <a:effectLst/>
                        <a:latin typeface="Calibri" panose="020F0502020204030204" pitchFamily="34" charset="0"/>
                        <a:ea typeface="宋体" panose="02010600030101010101" pitchFamily="2" charset="-122"/>
                        <a:sym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noFill/>
                  </a:tcPr>
                </a:tc>
                <a:tc>
                  <a:txBody>
                    <a:bodyPr/>
                    <a:p>
                      <a:pPr marL="0" marR="0" lvl="0" indent="0" algn="ctr" defTabSz="914400" rtl="0" eaLnBrk="1" fontAlgn="base" latinLnBrk="0" hangingPunct="1">
                        <a:lnSpc>
                          <a:spcPct val="100000"/>
                        </a:lnSpc>
                        <a:spcBef>
                          <a:spcPct val="20000"/>
                        </a:spcBef>
                        <a:spcAft>
                          <a:spcPct val="0"/>
                        </a:spcAft>
                        <a:buClrTx/>
                        <a:buSzTx/>
                        <a:buFontTx/>
                        <a:buNone/>
                      </a:pPr>
                      <a:r>
                        <a:rPr kumimoji="0" lang="en-US" sz="1400" b="1" i="0" u="none" strike="noStrike" cap="none" normalizeH="0" baseline="0" smtClean="0">
                          <a:ln>
                            <a:noFill/>
                          </a:ln>
                          <a:solidFill>
                            <a:schemeClr val="tx1"/>
                          </a:solidFill>
                          <a:effectLst/>
                          <a:latin typeface="Calibri" panose="020F0502020204030204" pitchFamily="34" charset="0"/>
                          <a:ea typeface="宋体" panose="02010600030101010101" pitchFamily="2" charset="-122"/>
                          <a:sym typeface="宋体" panose="02010600030101010101" pitchFamily="2" charset="-122"/>
                        </a:rPr>
                        <a:t>40</a:t>
                      </a:r>
                      <a:endParaRPr kumimoji="0" lang="en-US" sz="1400" b="1" i="0" u="none" strike="noStrike" cap="none" normalizeH="0" baseline="0" smtClean="0">
                        <a:ln>
                          <a:noFill/>
                        </a:ln>
                        <a:solidFill>
                          <a:schemeClr val="tx1"/>
                        </a:solidFill>
                        <a:effectLst/>
                        <a:latin typeface="Calibri" panose="020F0502020204030204" pitchFamily="34" charset="0"/>
                        <a:ea typeface="宋体" panose="02010600030101010101" pitchFamily="2" charset="-122"/>
                        <a:sym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noFill/>
                  </a:tcPr>
                </a:tc>
              </a:tr>
              <a:tr h="195882">
                <a:tc gridSpan="2">
                  <a:txBody>
                    <a:bodyPr/>
                    <a:p>
                      <a:pPr marL="0" marR="0" lvl="0" indent="0" algn="ctr" defTabSz="914400" rtl="0" eaLnBrk="1" fontAlgn="base" latinLnBrk="0" hangingPunct="1">
                        <a:lnSpc>
                          <a:spcPct val="100000"/>
                        </a:lnSpc>
                        <a:spcBef>
                          <a:spcPct val="20000"/>
                        </a:spcBef>
                        <a:spcAft>
                          <a:spcPct val="0"/>
                        </a:spcAft>
                        <a:buClrTx/>
                        <a:buSzTx/>
                        <a:buFontTx/>
                        <a:buNone/>
                      </a:pPr>
                      <a:r>
                        <a:rPr kumimoji="0" lang="en-US" sz="1400" b="1" i="0" u="none" strike="noStrike" cap="none" normalizeH="0" baseline="0" dirty="0" smtClean="0">
                          <a:ln>
                            <a:noFill/>
                          </a:ln>
                          <a:solidFill>
                            <a:schemeClr val="tx1"/>
                          </a:solidFill>
                          <a:effectLst/>
                          <a:latin typeface="Calibri" panose="020F0502020204030204" pitchFamily="34" charset="0"/>
                          <a:ea typeface="宋体" panose="02010600030101010101" pitchFamily="2" charset="-122"/>
                          <a:sym typeface="宋体" panose="02010600030101010101" pitchFamily="2" charset="-122"/>
                        </a:rPr>
                        <a:t>1</a:t>
                      </a:r>
                      <a:r>
                        <a:rPr kumimoji="0" lang="zh-CN" altLang="en-US" sz="1400" b="1" i="0" u="none" strike="noStrike" cap="none" normalizeH="0" baseline="0" dirty="0" smtClean="0">
                          <a:ln>
                            <a:noFill/>
                          </a:ln>
                          <a:solidFill>
                            <a:schemeClr val="tx1"/>
                          </a:solidFill>
                          <a:effectLst/>
                          <a:latin typeface="Calibri" panose="020F0502020204030204" pitchFamily="34" charset="0"/>
                          <a:ea typeface="宋体" panose="02010600030101010101" pitchFamily="2" charset="-122"/>
                          <a:sym typeface="宋体" panose="02010600030101010101" pitchFamily="2" charset="-122"/>
                        </a:rPr>
                        <a:t>类</a:t>
                      </a:r>
                      <a:endParaRPr kumimoji="0" lang="zh-CN" altLang="en-US" sz="1400" b="1" i="0" u="none" strike="noStrike" cap="none" normalizeH="0" baseline="0" dirty="0" smtClean="0">
                        <a:ln>
                          <a:noFill/>
                        </a:ln>
                        <a:solidFill>
                          <a:schemeClr val="tx1"/>
                        </a:solidFill>
                        <a:effectLst/>
                        <a:latin typeface="Calibri" panose="020F0502020204030204" pitchFamily="34" charset="0"/>
                        <a:ea typeface="宋体" panose="02010600030101010101" pitchFamily="2" charset="-122"/>
                        <a:sym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noFill/>
                  </a:tcPr>
                </a:tc>
                <a:tc hMerge="1">
                  <a:tcPr/>
                </a:tc>
                <a:tc>
                  <a:txBody>
                    <a:bodyPr/>
                    <a:p>
                      <a:pPr marL="0" marR="0" lvl="0" indent="0" algn="ctr" defTabSz="914400" rtl="0" eaLnBrk="1" fontAlgn="base" latinLnBrk="0" hangingPunct="1">
                        <a:lnSpc>
                          <a:spcPct val="100000"/>
                        </a:lnSpc>
                        <a:spcBef>
                          <a:spcPct val="20000"/>
                        </a:spcBef>
                        <a:spcAft>
                          <a:spcPct val="0"/>
                        </a:spcAft>
                        <a:buClrTx/>
                        <a:buSzTx/>
                        <a:buFontTx/>
                        <a:buNone/>
                      </a:pPr>
                      <a:r>
                        <a:rPr kumimoji="0" lang="en-US" sz="1400" b="1" i="0" u="none" strike="noStrike" cap="none" normalizeH="0" baseline="0" dirty="0" smtClean="0">
                          <a:ln>
                            <a:noFill/>
                          </a:ln>
                          <a:solidFill>
                            <a:schemeClr val="tx1"/>
                          </a:solidFill>
                          <a:effectLst/>
                          <a:latin typeface="Calibri" panose="020F0502020204030204" pitchFamily="34" charset="0"/>
                          <a:ea typeface="宋体" panose="02010600030101010101" pitchFamily="2" charset="-122"/>
                          <a:sym typeface="宋体" panose="02010600030101010101" pitchFamily="2" charset="-122"/>
                        </a:rPr>
                        <a:t>55</a:t>
                      </a:r>
                      <a:endParaRPr kumimoji="0" lang="en-US" sz="1400" b="1" i="0" u="none" strike="noStrike" cap="none" normalizeH="0" baseline="0" dirty="0" smtClean="0">
                        <a:ln>
                          <a:noFill/>
                        </a:ln>
                        <a:solidFill>
                          <a:schemeClr val="tx1"/>
                        </a:solidFill>
                        <a:effectLst/>
                        <a:latin typeface="Calibri" panose="020F0502020204030204" pitchFamily="34" charset="0"/>
                        <a:ea typeface="宋体" panose="02010600030101010101" pitchFamily="2" charset="-122"/>
                        <a:sym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noFill/>
                  </a:tcPr>
                </a:tc>
                <a:tc>
                  <a:txBody>
                    <a:bodyPr/>
                    <a:p>
                      <a:pPr marL="0" marR="0" lvl="0" indent="0" algn="ctr" defTabSz="914400" rtl="0" eaLnBrk="1" fontAlgn="base" latinLnBrk="0" hangingPunct="1">
                        <a:lnSpc>
                          <a:spcPct val="100000"/>
                        </a:lnSpc>
                        <a:spcBef>
                          <a:spcPct val="20000"/>
                        </a:spcBef>
                        <a:spcAft>
                          <a:spcPct val="0"/>
                        </a:spcAft>
                        <a:buClrTx/>
                        <a:buSzTx/>
                        <a:buFontTx/>
                        <a:buNone/>
                      </a:pPr>
                      <a:r>
                        <a:rPr kumimoji="0" lang="en-US" sz="1400" b="1" i="0" u="none" strike="noStrike" cap="none" normalizeH="0" baseline="0" smtClean="0">
                          <a:ln>
                            <a:noFill/>
                          </a:ln>
                          <a:solidFill>
                            <a:schemeClr val="tx1"/>
                          </a:solidFill>
                          <a:effectLst/>
                          <a:latin typeface="Calibri" panose="020F0502020204030204" pitchFamily="34" charset="0"/>
                          <a:ea typeface="宋体" panose="02010600030101010101" pitchFamily="2" charset="-122"/>
                          <a:sym typeface="宋体" panose="02010600030101010101" pitchFamily="2" charset="-122"/>
                        </a:rPr>
                        <a:t>45</a:t>
                      </a:r>
                      <a:endParaRPr kumimoji="0" lang="en-US" sz="1400" b="1" i="0" u="none" strike="noStrike" cap="none" normalizeH="0" baseline="0" smtClean="0">
                        <a:ln>
                          <a:noFill/>
                        </a:ln>
                        <a:solidFill>
                          <a:schemeClr val="tx1"/>
                        </a:solidFill>
                        <a:effectLst/>
                        <a:latin typeface="Calibri" panose="020F0502020204030204" pitchFamily="34" charset="0"/>
                        <a:ea typeface="宋体" panose="02010600030101010101" pitchFamily="2" charset="-122"/>
                        <a:sym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noFill/>
                  </a:tcPr>
                </a:tc>
              </a:tr>
              <a:tr h="282575">
                <a:tc gridSpan="2">
                  <a:txBody>
                    <a:bodyPr/>
                    <a:p>
                      <a:pPr marL="0" marR="0" lvl="0" indent="0" algn="ctr" defTabSz="914400" rtl="0" eaLnBrk="1" fontAlgn="base" latinLnBrk="0" hangingPunct="1">
                        <a:lnSpc>
                          <a:spcPct val="100000"/>
                        </a:lnSpc>
                        <a:spcBef>
                          <a:spcPct val="20000"/>
                        </a:spcBef>
                        <a:spcAft>
                          <a:spcPct val="0"/>
                        </a:spcAft>
                        <a:buClrTx/>
                        <a:buSzTx/>
                        <a:buFontTx/>
                        <a:buNone/>
                      </a:pPr>
                      <a:r>
                        <a:rPr kumimoji="0" lang="en-US" sz="1400" b="1" i="0" u="none" strike="noStrike" cap="none" normalizeH="0" baseline="0" dirty="0" smtClean="0">
                          <a:ln>
                            <a:noFill/>
                          </a:ln>
                          <a:solidFill>
                            <a:schemeClr val="tx1"/>
                          </a:solidFill>
                          <a:effectLst/>
                          <a:latin typeface="Calibri" panose="020F0502020204030204" pitchFamily="34" charset="0"/>
                          <a:ea typeface="宋体" panose="02010600030101010101" pitchFamily="2" charset="-122"/>
                          <a:sym typeface="宋体" panose="02010600030101010101" pitchFamily="2" charset="-122"/>
                        </a:rPr>
                        <a:t>2</a:t>
                      </a:r>
                      <a:r>
                        <a:rPr kumimoji="0" lang="zh-CN" altLang="en-US" sz="1400" b="1" i="0" u="none" strike="noStrike" cap="none" normalizeH="0" baseline="0" dirty="0" smtClean="0">
                          <a:ln>
                            <a:noFill/>
                          </a:ln>
                          <a:solidFill>
                            <a:schemeClr val="tx1"/>
                          </a:solidFill>
                          <a:effectLst/>
                          <a:latin typeface="Calibri" panose="020F0502020204030204" pitchFamily="34" charset="0"/>
                          <a:ea typeface="宋体" panose="02010600030101010101" pitchFamily="2" charset="-122"/>
                          <a:sym typeface="宋体" panose="02010600030101010101" pitchFamily="2" charset="-122"/>
                        </a:rPr>
                        <a:t>类</a:t>
                      </a:r>
                      <a:endParaRPr kumimoji="0" lang="zh-CN" altLang="en-US" sz="1400" b="1" i="0" u="none" strike="noStrike" cap="none" normalizeH="0" baseline="0" dirty="0" smtClean="0">
                        <a:ln>
                          <a:noFill/>
                        </a:ln>
                        <a:solidFill>
                          <a:schemeClr val="tx1"/>
                        </a:solidFill>
                        <a:effectLst/>
                        <a:latin typeface="Calibri" panose="020F0502020204030204" pitchFamily="34" charset="0"/>
                        <a:ea typeface="宋体" panose="02010600030101010101" pitchFamily="2" charset="-122"/>
                        <a:sym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noFill/>
                  </a:tcPr>
                </a:tc>
                <a:tc hMerge="1">
                  <a:tcPr/>
                </a:tc>
                <a:tc>
                  <a:txBody>
                    <a:bodyPr/>
                    <a:p>
                      <a:pPr marL="0" marR="0" lvl="0" indent="0" algn="ctr" defTabSz="914400" rtl="0" eaLnBrk="1" fontAlgn="base" latinLnBrk="0" hangingPunct="1">
                        <a:lnSpc>
                          <a:spcPct val="100000"/>
                        </a:lnSpc>
                        <a:spcBef>
                          <a:spcPct val="20000"/>
                        </a:spcBef>
                        <a:spcAft>
                          <a:spcPct val="0"/>
                        </a:spcAft>
                        <a:buClrTx/>
                        <a:buSzTx/>
                        <a:buFontTx/>
                        <a:buNone/>
                      </a:pPr>
                      <a:r>
                        <a:rPr kumimoji="0" lang="en-US" sz="1400" b="1" i="0" u="none" strike="noStrike" cap="none" normalizeH="0" baseline="0" dirty="0" smtClean="0">
                          <a:ln>
                            <a:noFill/>
                          </a:ln>
                          <a:solidFill>
                            <a:schemeClr val="tx1"/>
                          </a:solidFill>
                          <a:effectLst/>
                          <a:latin typeface="Calibri" panose="020F0502020204030204" pitchFamily="34" charset="0"/>
                          <a:ea typeface="宋体" panose="02010600030101010101" pitchFamily="2" charset="-122"/>
                          <a:sym typeface="宋体" panose="02010600030101010101" pitchFamily="2" charset="-122"/>
                        </a:rPr>
                        <a:t>60</a:t>
                      </a:r>
                      <a:endParaRPr kumimoji="0" lang="en-US" sz="1400" b="1" i="0" u="none" strike="noStrike" cap="none" normalizeH="0" baseline="0" dirty="0" smtClean="0">
                        <a:ln>
                          <a:noFill/>
                        </a:ln>
                        <a:solidFill>
                          <a:schemeClr val="tx1"/>
                        </a:solidFill>
                        <a:effectLst/>
                        <a:latin typeface="Calibri" panose="020F0502020204030204" pitchFamily="34" charset="0"/>
                        <a:ea typeface="宋体" panose="02010600030101010101" pitchFamily="2" charset="-122"/>
                        <a:sym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noFill/>
                  </a:tcPr>
                </a:tc>
                <a:tc>
                  <a:txBody>
                    <a:bodyPr/>
                    <a:p>
                      <a:pPr marL="0" marR="0" lvl="0" indent="0" algn="ctr" defTabSz="914400" rtl="0" eaLnBrk="1" fontAlgn="base" latinLnBrk="0" hangingPunct="1">
                        <a:lnSpc>
                          <a:spcPct val="100000"/>
                        </a:lnSpc>
                        <a:spcBef>
                          <a:spcPct val="20000"/>
                        </a:spcBef>
                        <a:spcAft>
                          <a:spcPct val="0"/>
                        </a:spcAft>
                        <a:buClrTx/>
                        <a:buSzTx/>
                        <a:buFontTx/>
                        <a:buNone/>
                      </a:pPr>
                      <a:r>
                        <a:rPr kumimoji="0" lang="en-US" sz="1400" b="1" i="0" u="none" strike="noStrike" cap="none" normalizeH="0" baseline="0" dirty="0" smtClean="0">
                          <a:ln>
                            <a:noFill/>
                          </a:ln>
                          <a:solidFill>
                            <a:schemeClr val="tx1"/>
                          </a:solidFill>
                          <a:effectLst/>
                          <a:latin typeface="Calibri" panose="020F0502020204030204" pitchFamily="34" charset="0"/>
                          <a:ea typeface="宋体" panose="02010600030101010101" pitchFamily="2" charset="-122"/>
                          <a:sym typeface="宋体" panose="02010600030101010101" pitchFamily="2" charset="-122"/>
                        </a:rPr>
                        <a:t>50</a:t>
                      </a:r>
                      <a:endParaRPr kumimoji="0" lang="en-US" sz="1400" b="1" i="0" u="none" strike="noStrike" cap="none" normalizeH="0" baseline="0" dirty="0" smtClean="0">
                        <a:ln>
                          <a:noFill/>
                        </a:ln>
                        <a:solidFill>
                          <a:schemeClr val="tx1"/>
                        </a:solidFill>
                        <a:effectLst/>
                        <a:latin typeface="Calibri" panose="020F0502020204030204" pitchFamily="34" charset="0"/>
                        <a:ea typeface="宋体" panose="02010600030101010101" pitchFamily="2" charset="-122"/>
                        <a:sym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noFill/>
                  </a:tcPr>
                </a:tc>
              </a:tr>
              <a:tr h="274638">
                <a:tc gridSpan="2">
                  <a:txBody>
                    <a:bodyPr/>
                    <a:p>
                      <a:pPr marL="0" marR="0" lvl="0" indent="0" algn="ctr" defTabSz="914400" rtl="0" eaLnBrk="1" fontAlgn="base" latinLnBrk="0" hangingPunct="1">
                        <a:lnSpc>
                          <a:spcPct val="100000"/>
                        </a:lnSpc>
                        <a:spcBef>
                          <a:spcPct val="20000"/>
                        </a:spcBef>
                        <a:spcAft>
                          <a:spcPct val="0"/>
                        </a:spcAft>
                        <a:buClrTx/>
                        <a:buSzTx/>
                        <a:buFontTx/>
                        <a:buNone/>
                      </a:pPr>
                      <a:r>
                        <a:rPr kumimoji="0" lang="en-US" sz="1400" b="1" i="0" u="none" strike="noStrike" cap="none" normalizeH="0" baseline="0" dirty="0" smtClean="0">
                          <a:ln>
                            <a:noFill/>
                          </a:ln>
                          <a:solidFill>
                            <a:schemeClr val="tx1"/>
                          </a:solidFill>
                          <a:effectLst/>
                          <a:latin typeface="Calibri" panose="020F0502020204030204" pitchFamily="34" charset="0"/>
                          <a:ea typeface="宋体" panose="02010600030101010101" pitchFamily="2" charset="-122"/>
                          <a:sym typeface="宋体" panose="02010600030101010101" pitchFamily="2" charset="-122"/>
                        </a:rPr>
                        <a:t>3</a:t>
                      </a:r>
                      <a:r>
                        <a:rPr kumimoji="0" lang="zh-CN" altLang="en-US" sz="1400" b="1" i="0" u="none" strike="noStrike" cap="none" normalizeH="0" baseline="0" dirty="0" smtClean="0">
                          <a:ln>
                            <a:noFill/>
                          </a:ln>
                          <a:solidFill>
                            <a:schemeClr val="tx1"/>
                          </a:solidFill>
                          <a:effectLst/>
                          <a:latin typeface="Calibri" panose="020F0502020204030204" pitchFamily="34" charset="0"/>
                          <a:ea typeface="宋体" panose="02010600030101010101" pitchFamily="2" charset="-122"/>
                          <a:sym typeface="宋体" panose="02010600030101010101" pitchFamily="2" charset="-122"/>
                        </a:rPr>
                        <a:t>类</a:t>
                      </a:r>
                      <a:endParaRPr kumimoji="0" lang="zh-CN" altLang="en-US" sz="1400" b="1" i="0" u="none" strike="noStrike" cap="none" normalizeH="0" baseline="0" dirty="0" smtClean="0">
                        <a:ln>
                          <a:noFill/>
                        </a:ln>
                        <a:solidFill>
                          <a:schemeClr val="tx1"/>
                        </a:solidFill>
                        <a:effectLst/>
                        <a:latin typeface="Calibri" panose="020F0502020204030204" pitchFamily="34" charset="0"/>
                        <a:ea typeface="宋体" panose="02010600030101010101" pitchFamily="2" charset="-122"/>
                        <a:sym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solidFill>
                      <a:srgbClr val="FFC000"/>
                    </a:solidFill>
                  </a:tcPr>
                </a:tc>
                <a:tc hMerge="1">
                  <a:tcPr/>
                </a:tc>
                <a:tc>
                  <a:txBody>
                    <a:bodyPr/>
                    <a:p>
                      <a:pPr marL="0" marR="0" lvl="0" indent="0" algn="ctr" defTabSz="914400" rtl="0" eaLnBrk="1" fontAlgn="base" latinLnBrk="0" hangingPunct="1">
                        <a:lnSpc>
                          <a:spcPct val="100000"/>
                        </a:lnSpc>
                        <a:spcBef>
                          <a:spcPct val="20000"/>
                        </a:spcBef>
                        <a:spcAft>
                          <a:spcPct val="0"/>
                        </a:spcAft>
                        <a:buClrTx/>
                        <a:buSzTx/>
                        <a:buFontTx/>
                        <a:buNone/>
                      </a:pPr>
                      <a:r>
                        <a:rPr kumimoji="0" lang="en-US" sz="1400" b="1" i="0" u="none" strike="noStrike" cap="none" normalizeH="0" baseline="0" dirty="0" smtClean="0">
                          <a:ln>
                            <a:noFill/>
                          </a:ln>
                          <a:solidFill>
                            <a:schemeClr val="tx1"/>
                          </a:solidFill>
                          <a:effectLst/>
                          <a:latin typeface="Calibri" panose="020F0502020204030204" pitchFamily="34" charset="0"/>
                          <a:ea typeface="宋体" panose="02010600030101010101" pitchFamily="2" charset="-122"/>
                          <a:sym typeface="宋体" panose="02010600030101010101" pitchFamily="2" charset="-122"/>
                        </a:rPr>
                        <a:t>65</a:t>
                      </a:r>
                      <a:endParaRPr kumimoji="0" lang="en-US" sz="1400" b="1" i="0" u="none" strike="noStrike" cap="none" normalizeH="0" baseline="0" dirty="0" smtClean="0">
                        <a:ln>
                          <a:noFill/>
                        </a:ln>
                        <a:solidFill>
                          <a:schemeClr val="tx1"/>
                        </a:solidFill>
                        <a:effectLst/>
                        <a:latin typeface="Calibri" panose="020F0502020204030204" pitchFamily="34" charset="0"/>
                        <a:ea typeface="宋体" panose="02010600030101010101" pitchFamily="2" charset="-122"/>
                        <a:sym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solidFill>
                      <a:srgbClr val="FFC000"/>
                    </a:solidFill>
                  </a:tcPr>
                </a:tc>
                <a:tc>
                  <a:txBody>
                    <a:bodyPr/>
                    <a:p>
                      <a:pPr marL="0" marR="0" lvl="0" indent="0" algn="ctr" defTabSz="914400" rtl="0" eaLnBrk="1" fontAlgn="base" latinLnBrk="0" hangingPunct="1">
                        <a:lnSpc>
                          <a:spcPct val="100000"/>
                        </a:lnSpc>
                        <a:spcBef>
                          <a:spcPct val="20000"/>
                        </a:spcBef>
                        <a:spcAft>
                          <a:spcPct val="0"/>
                        </a:spcAft>
                        <a:buClrTx/>
                        <a:buSzTx/>
                        <a:buFontTx/>
                        <a:buNone/>
                      </a:pPr>
                      <a:r>
                        <a:rPr kumimoji="0" lang="en-US" sz="1400" b="1" i="0" u="none" strike="noStrike" cap="none" normalizeH="0" baseline="0" dirty="0" smtClean="0">
                          <a:ln>
                            <a:noFill/>
                          </a:ln>
                          <a:solidFill>
                            <a:schemeClr val="tx1"/>
                          </a:solidFill>
                          <a:effectLst/>
                          <a:latin typeface="Calibri" panose="020F0502020204030204" pitchFamily="34" charset="0"/>
                          <a:ea typeface="宋体" panose="02010600030101010101" pitchFamily="2" charset="-122"/>
                          <a:sym typeface="宋体" panose="02010600030101010101" pitchFamily="2" charset="-122"/>
                        </a:rPr>
                        <a:t>55</a:t>
                      </a:r>
                      <a:endParaRPr kumimoji="0" lang="en-US" sz="1400" b="1" i="0" u="none" strike="noStrike" cap="none" normalizeH="0" baseline="0" dirty="0" smtClean="0">
                        <a:ln>
                          <a:noFill/>
                        </a:ln>
                        <a:solidFill>
                          <a:schemeClr val="tx1"/>
                        </a:solidFill>
                        <a:effectLst/>
                        <a:latin typeface="Calibri" panose="020F0502020204030204" pitchFamily="34" charset="0"/>
                        <a:ea typeface="宋体" panose="02010600030101010101" pitchFamily="2" charset="-122"/>
                        <a:sym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solidFill>
                      <a:srgbClr val="FFC000"/>
                    </a:solidFill>
                  </a:tcPr>
                </a:tc>
              </a:tr>
              <a:tr h="274638">
                <a:tc rowSpan="2">
                  <a:txBody>
                    <a:bodyPr/>
                    <a:p>
                      <a:pPr marL="0" marR="0" lvl="0" indent="0" algn="ctr" defTabSz="914400" rtl="0" eaLnBrk="1" fontAlgn="base" latinLnBrk="0" hangingPunct="1">
                        <a:lnSpc>
                          <a:spcPct val="100000"/>
                        </a:lnSpc>
                        <a:spcBef>
                          <a:spcPct val="20000"/>
                        </a:spcBef>
                        <a:spcAft>
                          <a:spcPct val="0"/>
                        </a:spcAft>
                        <a:buClrTx/>
                        <a:buSzTx/>
                        <a:buFontTx/>
                        <a:buNone/>
                      </a:pPr>
                      <a:r>
                        <a:rPr kumimoji="0" lang="en-US" sz="1200" b="1" i="0" u="none" strike="noStrike" cap="none" normalizeH="0" baseline="0" smtClean="0">
                          <a:ln>
                            <a:noFill/>
                          </a:ln>
                          <a:solidFill>
                            <a:schemeClr val="tx1"/>
                          </a:solidFill>
                          <a:effectLst/>
                          <a:latin typeface="Calibri" panose="020F0502020204030204" pitchFamily="34" charset="0"/>
                          <a:ea typeface="宋体" panose="02010600030101010101" pitchFamily="2" charset="-122"/>
                          <a:sym typeface="宋体" panose="02010600030101010101" pitchFamily="2" charset="-122"/>
                        </a:rPr>
                        <a:t>4</a:t>
                      </a:r>
                      <a:r>
                        <a:rPr kumimoji="0" lang="zh-CN" altLang="en-US" sz="1200" b="1" i="0" u="none" strike="noStrike" cap="none" normalizeH="0" baseline="0" smtClean="0">
                          <a:ln>
                            <a:noFill/>
                          </a:ln>
                          <a:solidFill>
                            <a:schemeClr val="tx1"/>
                          </a:solidFill>
                          <a:effectLst/>
                          <a:latin typeface="Calibri" panose="020F0502020204030204" pitchFamily="34" charset="0"/>
                          <a:ea typeface="宋体" panose="02010600030101010101" pitchFamily="2" charset="-122"/>
                          <a:sym typeface="宋体" panose="02010600030101010101" pitchFamily="2" charset="-122"/>
                        </a:rPr>
                        <a:t>类</a:t>
                      </a:r>
                      <a:endParaRPr kumimoji="0" lang="zh-CN" altLang="en-US" sz="1200" b="1" i="0" u="none" strike="noStrike" cap="none" normalizeH="0" baseline="0" smtClean="0">
                        <a:ln>
                          <a:noFill/>
                        </a:ln>
                        <a:solidFill>
                          <a:schemeClr val="tx1"/>
                        </a:solidFill>
                        <a:effectLst/>
                        <a:latin typeface="Calibri" panose="020F0502020204030204" pitchFamily="34" charset="0"/>
                        <a:ea typeface="宋体" panose="02010600030101010101" pitchFamily="2" charset="-122"/>
                        <a:sym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solidFill>
                      <a:srgbClr val="E9EDF4"/>
                    </a:solidFill>
                  </a:tcPr>
                </a:tc>
                <a:tc>
                  <a:txBody>
                    <a:bodyPr/>
                    <a:p>
                      <a:pPr marL="0" marR="0" lvl="0" indent="0" algn="ctr" defTabSz="914400" rtl="0" eaLnBrk="1" fontAlgn="base" latinLnBrk="0" hangingPunct="1">
                        <a:lnSpc>
                          <a:spcPct val="100000"/>
                        </a:lnSpc>
                        <a:spcBef>
                          <a:spcPct val="20000"/>
                        </a:spcBef>
                        <a:spcAft>
                          <a:spcPct val="0"/>
                        </a:spcAft>
                        <a:buClrTx/>
                        <a:buSzTx/>
                        <a:buFontTx/>
                        <a:buNone/>
                      </a:pPr>
                      <a:r>
                        <a:rPr kumimoji="0" lang="en-US" sz="1400" b="1" i="0" u="none" strike="noStrike" cap="none" normalizeH="0" baseline="0" dirty="0" smtClean="0">
                          <a:ln>
                            <a:noFill/>
                          </a:ln>
                          <a:solidFill>
                            <a:schemeClr val="tx1"/>
                          </a:solidFill>
                          <a:effectLst/>
                          <a:latin typeface="Calibri" panose="020F0502020204030204" pitchFamily="34" charset="0"/>
                          <a:ea typeface="宋体" panose="02010600030101010101" pitchFamily="2" charset="-122"/>
                          <a:sym typeface="宋体" panose="02010600030101010101" pitchFamily="2" charset="-122"/>
                        </a:rPr>
                        <a:t>4a</a:t>
                      </a:r>
                      <a:r>
                        <a:rPr kumimoji="0" lang="zh-CN" altLang="en-US" sz="1400" b="1" i="0" u="none" strike="noStrike" cap="none" normalizeH="0" baseline="0" dirty="0" smtClean="0">
                          <a:ln>
                            <a:noFill/>
                          </a:ln>
                          <a:solidFill>
                            <a:schemeClr val="tx1"/>
                          </a:solidFill>
                          <a:effectLst/>
                          <a:latin typeface="Calibri" panose="020F0502020204030204" pitchFamily="34" charset="0"/>
                          <a:ea typeface="宋体" panose="02010600030101010101" pitchFamily="2" charset="-122"/>
                          <a:sym typeface="宋体" panose="02010600030101010101" pitchFamily="2" charset="-122"/>
                        </a:rPr>
                        <a:t>类</a:t>
                      </a:r>
                      <a:endParaRPr kumimoji="0" lang="zh-CN" altLang="en-US" sz="1400" b="1" i="0" u="none" strike="noStrike" cap="none" normalizeH="0" baseline="0" dirty="0" smtClean="0">
                        <a:ln>
                          <a:noFill/>
                        </a:ln>
                        <a:solidFill>
                          <a:schemeClr val="tx1"/>
                        </a:solidFill>
                        <a:effectLst/>
                        <a:latin typeface="Calibri" panose="020F0502020204030204" pitchFamily="34" charset="0"/>
                        <a:ea typeface="宋体" panose="02010600030101010101" pitchFamily="2" charset="-122"/>
                        <a:sym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noFill/>
                  </a:tcPr>
                </a:tc>
                <a:tc>
                  <a:txBody>
                    <a:bodyPr/>
                    <a:p>
                      <a:pPr marL="0" marR="0" lvl="0" indent="0" algn="ctr" defTabSz="914400" rtl="0" eaLnBrk="1" fontAlgn="base" latinLnBrk="0" hangingPunct="1">
                        <a:lnSpc>
                          <a:spcPct val="100000"/>
                        </a:lnSpc>
                        <a:spcBef>
                          <a:spcPct val="20000"/>
                        </a:spcBef>
                        <a:spcAft>
                          <a:spcPct val="0"/>
                        </a:spcAft>
                        <a:buClrTx/>
                        <a:buSzTx/>
                        <a:buFontTx/>
                        <a:buNone/>
                      </a:pPr>
                      <a:r>
                        <a:rPr kumimoji="0" lang="en-US" sz="1400" b="1" i="0" u="none" strike="noStrike" cap="none" normalizeH="0" baseline="0" dirty="0" smtClean="0">
                          <a:ln>
                            <a:noFill/>
                          </a:ln>
                          <a:solidFill>
                            <a:schemeClr val="tx1"/>
                          </a:solidFill>
                          <a:effectLst/>
                          <a:latin typeface="Calibri" panose="020F0502020204030204" pitchFamily="34" charset="0"/>
                          <a:ea typeface="宋体" panose="02010600030101010101" pitchFamily="2" charset="-122"/>
                          <a:sym typeface="宋体" panose="02010600030101010101" pitchFamily="2" charset="-122"/>
                        </a:rPr>
                        <a:t>70</a:t>
                      </a:r>
                      <a:endParaRPr kumimoji="0" lang="en-US" sz="1400" b="1" i="0" u="none" strike="noStrike" cap="none" normalizeH="0" baseline="0" dirty="0" smtClean="0">
                        <a:ln>
                          <a:noFill/>
                        </a:ln>
                        <a:solidFill>
                          <a:schemeClr val="tx1"/>
                        </a:solidFill>
                        <a:effectLst/>
                        <a:latin typeface="Calibri" panose="020F0502020204030204" pitchFamily="34" charset="0"/>
                        <a:ea typeface="宋体" panose="02010600030101010101" pitchFamily="2" charset="-122"/>
                        <a:sym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noFill/>
                  </a:tcPr>
                </a:tc>
                <a:tc>
                  <a:txBody>
                    <a:bodyPr/>
                    <a:p>
                      <a:pPr marL="0" marR="0" lvl="0" indent="0" algn="ctr" defTabSz="914400" rtl="0" eaLnBrk="1" fontAlgn="base" latinLnBrk="0" hangingPunct="1">
                        <a:lnSpc>
                          <a:spcPct val="100000"/>
                        </a:lnSpc>
                        <a:spcBef>
                          <a:spcPct val="20000"/>
                        </a:spcBef>
                        <a:spcAft>
                          <a:spcPct val="0"/>
                        </a:spcAft>
                        <a:buClrTx/>
                        <a:buSzTx/>
                        <a:buFontTx/>
                        <a:buNone/>
                      </a:pPr>
                      <a:r>
                        <a:rPr kumimoji="0" lang="en-US" sz="1400" b="1" i="0" u="none" strike="noStrike" cap="none" normalizeH="0" baseline="0" dirty="0" smtClean="0">
                          <a:ln>
                            <a:noFill/>
                          </a:ln>
                          <a:solidFill>
                            <a:schemeClr val="tx1"/>
                          </a:solidFill>
                          <a:effectLst/>
                          <a:latin typeface="Calibri" panose="020F0502020204030204" pitchFamily="34" charset="0"/>
                          <a:ea typeface="宋体" panose="02010600030101010101" pitchFamily="2" charset="-122"/>
                          <a:sym typeface="宋体" panose="02010600030101010101" pitchFamily="2" charset="-122"/>
                        </a:rPr>
                        <a:t>55</a:t>
                      </a:r>
                      <a:endParaRPr kumimoji="0" lang="en-US" sz="1400" b="1" i="0" u="none" strike="noStrike" cap="none" normalizeH="0" baseline="0" dirty="0" smtClean="0">
                        <a:ln>
                          <a:noFill/>
                        </a:ln>
                        <a:solidFill>
                          <a:schemeClr val="tx1"/>
                        </a:solidFill>
                        <a:effectLst/>
                        <a:latin typeface="Calibri" panose="020F0502020204030204" pitchFamily="34" charset="0"/>
                        <a:ea typeface="宋体" panose="02010600030101010101" pitchFamily="2" charset="-122"/>
                        <a:sym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noFill/>
                  </a:tcPr>
                </a:tc>
              </a:tr>
              <a:tr h="274638">
                <a:tc vMerge="1">
                  <a:tcPr/>
                </a:tc>
                <a:tc>
                  <a:txBody>
                    <a:bodyPr/>
                    <a:p>
                      <a:pPr marL="0" marR="0" lvl="0" indent="0" algn="ctr" defTabSz="914400" rtl="0" eaLnBrk="1" fontAlgn="base" latinLnBrk="0" hangingPunct="1">
                        <a:lnSpc>
                          <a:spcPct val="100000"/>
                        </a:lnSpc>
                        <a:spcBef>
                          <a:spcPct val="20000"/>
                        </a:spcBef>
                        <a:spcAft>
                          <a:spcPct val="0"/>
                        </a:spcAft>
                        <a:buClrTx/>
                        <a:buSzTx/>
                        <a:buFontTx/>
                        <a:buNone/>
                      </a:pPr>
                      <a:r>
                        <a:rPr kumimoji="0" lang="en-US" sz="1400" b="1" i="0" u="none" strike="noStrike" cap="none" normalizeH="0" baseline="0" dirty="0" smtClean="0">
                          <a:ln>
                            <a:noFill/>
                          </a:ln>
                          <a:solidFill>
                            <a:schemeClr val="tx1"/>
                          </a:solidFill>
                          <a:effectLst/>
                          <a:latin typeface="Calibri" panose="020F0502020204030204" pitchFamily="34" charset="0"/>
                          <a:ea typeface="宋体" panose="02010600030101010101" pitchFamily="2" charset="-122"/>
                          <a:sym typeface="宋体" panose="02010600030101010101" pitchFamily="2" charset="-122"/>
                        </a:rPr>
                        <a:t>4b</a:t>
                      </a:r>
                      <a:r>
                        <a:rPr kumimoji="0" lang="zh-CN" altLang="en-US" sz="1400" b="1" i="0" u="none" strike="noStrike" cap="none" normalizeH="0" baseline="0" dirty="0" smtClean="0">
                          <a:ln>
                            <a:noFill/>
                          </a:ln>
                          <a:solidFill>
                            <a:schemeClr val="tx1"/>
                          </a:solidFill>
                          <a:effectLst/>
                          <a:latin typeface="Calibri" panose="020F0502020204030204" pitchFamily="34" charset="0"/>
                          <a:ea typeface="宋体" panose="02010600030101010101" pitchFamily="2" charset="-122"/>
                          <a:sym typeface="宋体" panose="02010600030101010101" pitchFamily="2" charset="-122"/>
                        </a:rPr>
                        <a:t>类</a:t>
                      </a:r>
                      <a:endParaRPr kumimoji="0" lang="zh-CN" altLang="en-US" sz="1400" b="1" i="0" u="none" strike="noStrike" cap="none" normalizeH="0" baseline="0" dirty="0" smtClean="0">
                        <a:ln>
                          <a:noFill/>
                        </a:ln>
                        <a:solidFill>
                          <a:schemeClr val="tx1"/>
                        </a:solidFill>
                        <a:effectLst/>
                        <a:latin typeface="Calibri" panose="020F0502020204030204" pitchFamily="34" charset="0"/>
                        <a:ea typeface="宋体" panose="02010600030101010101" pitchFamily="2" charset="-122"/>
                        <a:sym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noFill/>
                  </a:tcPr>
                </a:tc>
                <a:tc>
                  <a:txBody>
                    <a:bodyPr/>
                    <a:p>
                      <a:pPr marL="0" marR="0" lvl="0" indent="0" algn="ctr" defTabSz="914400" rtl="0" eaLnBrk="1" fontAlgn="base" latinLnBrk="0" hangingPunct="1">
                        <a:lnSpc>
                          <a:spcPct val="100000"/>
                        </a:lnSpc>
                        <a:spcBef>
                          <a:spcPct val="20000"/>
                        </a:spcBef>
                        <a:spcAft>
                          <a:spcPct val="0"/>
                        </a:spcAft>
                        <a:buClrTx/>
                        <a:buSzTx/>
                        <a:buFontTx/>
                        <a:buNone/>
                      </a:pPr>
                      <a:r>
                        <a:rPr kumimoji="0" lang="en-US" sz="1400" b="1" i="0" u="none" strike="noStrike" cap="none" normalizeH="0" baseline="0" dirty="0" smtClean="0">
                          <a:ln>
                            <a:noFill/>
                          </a:ln>
                          <a:solidFill>
                            <a:schemeClr val="tx1"/>
                          </a:solidFill>
                          <a:effectLst/>
                          <a:latin typeface="Calibri" panose="020F0502020204030204" pitchFamily="34" charset="0"/>
                          <a:ea typeface="宋体" panose="02010600030101010101" pitchFamily="2" charset="-122"/>
                          <a:sym typeface="宋体" panose="02010600030101010101" pitchFamily="2" charset="-122"/>
                        </a:rPr>
                        <a:t>70</a:t>
                      </a:r>
                      <a:endParaRPr kumimoji="0" lang="en-US" sz="1400" b="1" i="0" u="none" strike="noStrike" cap="none" normalizeH="0" baseline="0" dirty="0" smtClean="0">
                        <a:ln>
                          <a:noFill/>
                        </a:ln>
                        <a:solidFill>
                          <a:schemeClr val="tx1"/>
                        </a:solidFill>
                        <a:effectLst/>
                        <a:latin typeface="Calibri" panose="020F0502020204030204" pitchFamily="34" charset="0"/>
                        <a:ea typeface="宋体" panose="02010600030101010101" pitchFamily="2" charset="-122"/>
                        <a:sym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noFill/>
                  </a:tcPr>
                </a:tc>
                <a:tc>
                  <a:txBody>
                    <a:bodyPr/>
                    <a:p>
                      <a:pPr marL="0" marR="0" lvl="0" indent="0" algn="ctr" defTabSz="914400" rtl="0" eaLnBrk="1" fontAlgn="base" latinLnBrk="0" hangingPunct="1">
                        <a:lnSpc>
                          <a:spcPct val="100000"/>
                        </a:lnSpc>
                        <a:spcBef>
                          <a:spcPct val="20000"/>
                        </a:spcBef>
                        <a:spcAft>
                          <a:spcPct val="0"/>
                        </a:spcAft>
                        <a:buClrTx/>
                        <a:buSzTx/>
                        <a:buFontTx/>
                        <a:buNone/>
                      </a:pPr>
                      <a:r>
                        <a:rPr kumimoji="0" lang="en-US" sz="1400" b="1" i="0" u="none" strike="noStrike" cap="none" normalizeH="0" baseline="0" dirty="0" smtClean="0">
                          <a:ln>
                            <a:noFill/>
                          </a:ln>
                          <a:solidFill>
                            <a:schemeClr val="tx1"/>
                          </a:solidFill>
                          <a:effectLst/>
                          <a:latin typeface="Calibri" panose="020F0502020204030204" pitchFamily="34" charset="0"/>
                          <a:ea typeface="宋体" panose="02010600030101010101" pitchFamily="2" charset="-122"/>
                          <a:sym typeface="宋体" panose="02010600030101010101" pitchFamily="2" charset="-122"/>
                        </a:rPr>
                        <a:t>60</a:t>
                      </a:r>
                      <a:endParaRPr kumimoji="0" lang="en-US" sz="1400" b="1" i="0" u="none" strike="noStrike" cap="none" normalizeH="0" baseline="0" dirty="0" smtClean="0">
                        <a:ln>
                          <a:noFill/>
                        </a:ln>
                        <a:solidFill>
                          <a:schemeClr val="tx1"/>
                        </a:solidFill>
                        <a:effectLst/>
                        <a:latin typeface="Calibri" panose="020F0502020204030204" pitchFamily="34" charset="0"/>
                        <a:ea typeface="宋体" panose="02010600030101010101" pitchFamily="2" charset="-122"/>
                        <a:sym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noFill/>
                  </a:tcPr>
                </a:tc>
              </a:tr>
            </a:tbl>
          </a:graphicData>
        </a:graphic>
      </p:graphicFrame>
      <p:sp>
        <p:nvSpPr>
          <p:cNvPr id="1048761" name="Rectangle 2"/>
          <p:cNvSpPr>
            <a:spLocks noChangeArrowheads="1"/>
          </p:cNvSpPr>
          <p:nvPr/>
        </p:nvSpPr>
        <p:spPr bwMode="auto">
          <a:xfrm>
            <a:off x="0" y="4402905"/>
            <a:ext cx="8892480" cy="1597425"/>
          </a:xfrm>
          <a:prstGeom prst="rect">
            <a:avLst/>
          </a:prstGeom>
          <a:noFill/>
          <a:ln w="9525">
            <a:noFill/>
            <a:miter lim="800000"/>
          </a:ln>
        </p:spPr>
        <p:txBody>
          <a:bodyPr wrap="square" anchor="ctr">
            <a:spAutoFit/>
          </a:bodyPr>
          <a:p>
            <a:pPr indent="304800">
              <a:lnSpc>
                <a:spcPts val="2000"/>
              </a:lnSpc>
            </a:pPr>
            <a:r>
              <a:rPr lang="en-US" altLang="zh-CN" sz="1400" dirty="0">
                <a:solidFill>
                  <a:schemeClr val="tx2"/>
                </a:solidFill>
                <a:latin typeface="宋体" panose="02010600030101010101" pitchFamily="2" charset="-122"/>
              </a:rPr>
              <a:t>0</a:t>
            </a:r>
            <a:r>
              <a:rPr lang="zh-CN" altLang="en-US" sz="1400" dirty="0" smtClean="0">
                <a:solidFill>
                  <a:schemeClr val="tx2"/>
                </a:solidFill>
                <a:latin typeface="宋体" panose="02010600030101010101" pitchFamily="2" charset="-122"/>
              </a:rPr>
              <a:t>类：</a:t>
            </a:r>
            <a:r>
              <a:rPr lang="zh-CN" altLang="en-US" sz="1400" dirty="0">
                <a:solidFill>
                  <a:schemeClr val="tx2"/>
                </a:solidFill>
                <a:latin typeface="宋体" panose="02010600030101010101" pitchFamily="2" charset="-122"/>
              </a:rPr>
              <a:t>指康复疗养区等特别需要安静的区域。</a:t>
            </a:r>
            <a:endParaRPr lang="zh-CN" altLang="en-US" sz="1400" dirty="0">
              <a:solidFill>
                <a:schemeClr val="tx2"/>
              </a:solidFill>
              <a:latin typeface="宋体" panose="02010600030101010101" pitchFamily="2" charset="-122"/>
            </a:endParaRPr>
          </a:p>
          <a:p>
            <a:pPr indent="304800">
              <a:lnSpc>
                <a:spcPts val="2000"/>
              </a:lnSpc>
            </a:pPr>
            <a:r>
              <a:rPr lang="en-US" altLang="zh-CN" sz="1400" dirty="0">
                <a:solidFill>
                  <a:schemeClr val="tx2"/>
                </a:solidFill>
                <a:latin typeface="宋体" panose="02010600030101010101" pitchFamily="2" charset="-122"/>
              </a:rPr>
              <a:t>1</a:t>
            </a:r>
            <a:r>
              <a:rPr lang="zh-CN" altLang="en-US" sz="1400" dirty="0" smtClean="0">
                <a:solidFill>
                  <a:schemeClr val="tx2"/>
                </a:solidFill>
                <a:latin typeface="宋体" panose="02010600030101010101" pitchFamily="2" charset="-122"/>
              </a:rPr>
              <a:t>类：</a:t>
            </a:r>
            <a:r>
              <a:rPr lang="zh-CN" altLang="en-US" sz="1400" dirty="0">
                <a:solidFill>
                  <a:schemeClr val="tx2"/>
                </a:solidFill>
                <a:latin typeface="宋体" panose="02010600030101010101" pitchFamily="2" charset="-122"/>
              </a:rPr>
              <a:t>指</a:t>
            </a:r>
            <a:r>
              <a:rPr lang="zh-CN" altLang="en-US" sz="1400" dirty="0" smtClean="0">
                <a:solidFill>
                  <a:schemeClr val="tx2"/>
                </a:solidFill>
                <a:latin typeface="宋体" panose="02010600030101010101" pitchFamily="2" charset="-122"/>
              </a:rPr>
              <a:t>以民宅</a:t>
            </a:r>
            <a:r>
              <a:rPr lang="zh-CN" altLang="en-US" sz="1400" dirty="0">
                <a:solidFill>
                  <a:schemeClr val="tx2"/>
                </a:solidFill>
                <a:latin typeface="宋体" panose="02010600030101010101" pitchFamily="2" charset="-122"/>
              </a:rPr>
              <a:t>、医疗卫生、文化教育、科研设计、行政办公</a:t>
            </a:r>
            <a:r>
              <a:rPr lang="zh-CN" altLang="en-US" sz="1400" dirty="0" smtClean="0">
                <a:solidFill>
                  <a:schemeClr val="tx2"/>
                </a:solidFill>
                <a:latin typeface="宋体" panose="02010600030101010101" pitchFamily="2" charset="-122"/>
              </a:rPr>
              <a:t>为主功能</a:t>
            </a:r>
            <a:r>
              <a:rPr lang="zh-CN" altLang="en-US" sz="1400" dirty="0">
                <a:solidFill>
                  <a:schemeClr val="tx2"/>
                </a:solidFill>
                <a:latin typeface="宋体" panose="02010600030101010101" pitchFamily="2" charset="-122"/>
              </a:rPr>
              <a:t>，需要保持安静的区域。</a:t>
            </a:r>
            <a:endParaRPr lang="zh-CN" altLang="en-US" sz="1400" dirty="0">
              <a:solidFill>
                <a:schemeClr val="tx2"/>
              </a:solidFill>
              <a:latin typeface="宋体" panose="02010600030101010101" pitchFamily="2" charset="-122"/>
            </a:endParaRPr>
          </a:p>
          <a:p>
            <a:pPr indent="304800">
              <a:lnSpc>
                <a:spcPts val="2000"/>
              </a:lnSpc>
            </a:pPr>
            <a:r>
              <a:rPr lang="en-US" altLang="zh-CN" sz="1400" dirty="0">
                <a:solidFill>
                  <a:schemeClr val="tx2"/>
                </a:solidFill>
                <a:latin typeface="宋体" panose="02010600030101010101" pitchFamily="2" charset="-122"/>
              </a:rPr>
              <a:t>2</a:t>
            </a:r>
            <a:r>
              <a:rPr lang="zh-CN" altLang="en-US" sz="1400" dirty="0" smtClean="0">
                <a:solidFill>
                  <a:schemeClr val="tx2"/>
                </a:solidFill>
                <a:latin typeface="宋体" panose="02010600030101010101" pitchFamily="2" charset="-122"/>
              </a:rPr>
              <a:t>类：</a:t>
            </a:r>
            <a:r>
              <a:rPr lang="zh-CN" altLang="en-US" sz="1400" dirty="0">
                <a:solidFill>
                  <a:schemeClr val="tx2"/>
                </a:solidFill>
                <a:latin typeface="宋体" panose="02010600030101010101" pitchFamily="2" charset="-122"/>
              </a:rPr>
              <a:t>指以商业金融、集贸市场</a:t>
            </a:r>
            <a:r>
              <a:rPr lang="zh-CN" altLang="en-US" sz="1400" dirty="0" smtClean="0">
                <a:solidFill>
                  <a:schemeClr val="tx2"/>
                </a:solidFill>
                <a:latin typeface="宋体" panose="02010600030101010101" pitchFamily="2" charset="-122"/>
              </a:rPr>
              <a:t>为主功能</a:t>
            </a:r>
            <a:r>
              <a:rPr lang="zh-CN" altLang="en-US" sz="1400" dirty="0">
                <a:solidFill>
                  <a:schemeClr val="tx2"/>
                </a:solidFill>
                <a:latin typeface="宋体" panose="02010600030101010101" pitchFamily="2" charset="-122"/>
              </a:rPr>
              <a:t>，或者居住、商业、工业混杂，需要维护住宅安静的区域。</a:t>
            </a:r>
            <a:endParaRPr lang="zh-CN" altLang="en-US" sz="1400" dirty="0">
              <a:solidFill>
                <a:schemeClr val="tx2"/>
              </a:solidFill>
              <a:latin typeface="宋体" panose="02010600030101010101" pitchFamily="2" charset="-122"/>
            </a:endParaRPr>
          </a:p>
          <a:p>
            <a:pPr indent="304800">
              <a:lnSpc>
                <a:spcPts val="2000"/>
              </a:lnSpc>
            </a:pPr>
            <a:r>
              <a:rPr lang="en-US" altLang="zh-CN" sz="1400" dirty="0">
                <a:solidFill>
                  <a:schemeClr val="tx2"/>
                </a:solidFill>
                <a:latin typeface="宋体" panose="02010600030101010101" pitchFamily="2" charset="-122"/>
              </a:rPr>
              <a:t>3</a:t>
            </a:r>
            <a:r>
              <a:rPr lang="zh-CN" altLang="en-US" sz="1400" dirty="0" smtClean="0">
                <a:solidFill>
                  <a:schemeClr val="tx2"/>
                </a:solidFill>
                <a:latin typeface="宋体" panose="02010600030101010101" pitchFamily="2" charset="-122"/>
              </a:rPr>
              <a:t>类：</a:t>
            </a:r>
            <a:r>
              <a:rPr lang="zh-CN" altLang="en-US" sz="1400" dirty="0">
                <a:solidFill>
                  <a:schemeClr val="tx2"/>
                </a:solidFill>
                <a:latin typeface="宋体" panose="02010600030101010101" pitchFamily="2" charset="-122"/>
              </a:rPr>
              <a:t>指以工业生产、仓储物流为主要功能，需要防止工业噪声对周围环境生产严重影响的区域。</a:t>
            </a:r>
            <a:endParaRPr lang="zh-CN" altLang="en-US" sz="1400" dirty="0">
              <a:solidFill>
                <a:schemeClr val="tx2"/>
              </a:solidFill>
              <a:latin typeface="宋体" panose="02010600030101010101" pitchFamily="2" charset="-122"/>
            </a:endParaRPr>
          </a:p>
          <a:p>
            <a:pPr indent="304800">
              <a:lnSpc>
                <a:spcPts val="2000"/>
              </a:lnSpc>
            </a:pPr>
            <a:r>
              <a:rPr lang="en-US" altLang="zh-CN" sz="1400" dirty="0">
                <a:solidFill>
                  <a:schemeClr val="tx2"/>
                </a:solidFill>
                <a:latin typeface="宋体" panose="02010600030101010101" pitchFamily="2" charset="-122"/>
              </a:rPr>
              <a:t>4</a:t>
            </a:r>
            <a:r>
              <a:rPr lang="zh-CN" altLang="en-US" sz="1400" dirty="0" smtClean="0">
                <a:solidFill>
                  <a:schemeClr val="tx2"/>
                </a:solidFill>
                <a:latin typeface="宋体" panose="02010600030101010101" pitchFamily="2" charset="-122"/>
              </a:rPr>
              <a:t>类：</a:t>
            </a:r>
            <a:r>
              <a:rPr lang="zh-CN" altLang="en-US" sz="1400" dirty="0">
                <a:solidFill>
                  <a:schemeClr val="tx2"/>
                </a:solidFill>
                <a:latin typeface="宋体" panose="02010600030101010101" pitchFamily="2" charset="-122"/>
              </a:rPr>
              <a:t>指交通干线道路两侧一定距离之内，需要防止交通噪声对周围环境产生严重影响的区域</a:t>
            </a:r>
            <a:r>
              <a:rPr lang="zh-CN" altLang="en-US" sz="1400" dirty="0" smtClean="0">
                <a:solidFill>
                  <a:schemeClr val="tx2"/>
                </a:solidFill>
                <a:latin typeface="宋体" panose="02010600030101010101" pitchFamily="2" charset="-122"/>
              </a:rPr>
              <a:t>，</a:t>
            </a:r>
            <a:r>
              <a:rPr lang="en-US" altLang="zh-CN" sz="1400" dirty="0" smtClean="0">
                <a:solidFill>
                  <a:schemeClr val="tx2"/>
                </a:solidFill>
                <a:latin typeface="宋体" panose="02010600030101010101" pitchFamily="2" charset="-122"/>
              </a:rPr>
              <a:t>4a</a:t>
            </a:r>
            <a:r>
              <a:rPr lang="zh-CN" altLang="en-US" sz="1400" dirty="0">
                <a:solidFill>
                  <a:schemeClr val="tx2"/>
                </a:solidFill>
                <a:latin typeface="宋体" panose="02010600030101010101" pitchFamily="2" charset="-122"/>
              </a:rPr>
              <a:t>为高速</a:t>
            </a:r>
            <a:r>
              <a:rPr lang="zh-CN" altLang="en-US" sz="1400" dirty="0" smtClean="0">
                <a:solidFill>
                  <a:schemeClr val="tx2"/>
                </a:solidFill>
                <a:latin typeface="宋体" panose="02010600030101010101" pitchFamily="2" charset="-122"/>
              </a:rPr>
              <a:t>公</a:t>
            </a:r>
            <a:endParaRPr lang="en-US" altLang="zh-CN" sz="1400" dirty="0" smtClean="0">
              <a:solidFill>
                <a:schemeClr val="tx2"/>
              </a:solidFill>
              <a:latin typeface="宋体" panose="02010600030101010101" pitchFamily="2" charset="-122"/>
            </a:endParaRPr>
          </a:p>
          <a:p>
            <a:pPr indent="304800">
              <a:lnSpc>
                <a:spcPts val="2000"/>
              </a:lnSpc>
            </a:pPr>
            <a:r>
              <a:rPr lang="en-US" altLang="zh-CN" sz="1400" dirty="0" smtClean="0">
                <a:solidFill>
                  <a:schemeClr val="tx2"/>
                </a:solidFill>
                <a:latin typeface="宋体" panose="02010600030101010101" pitchFamily="2" charset="-122"/>
              </a:rPr>
              <a:t>     </a:t>
            </a:r>
            <a:r>
              <a:rPr lang="zh-CN" altLang="en-US" sz="1400" dirty="0" smtClean="0">
                <a:solidFill>
                  <a:schemeClr val="tx2"/>
                </a:solidFill>
                <a:latin typeface="宋体" panose="02010600030101010101" pitchFamily="2" charset="-122"/>
              </a:rPr>
              <a:t>路</a:t>
            </a:r>
            <a:r>
              <a:rPr lang="zh-CN" altLang="en-US" sz="1400" dirty="0">
                <a:solidFill>
                  <a:schemeClr val="tx2"/>
                </a:solidFill>
                <a:latin typeface="宋体" panose="02010600030101010101" pitchFamily="2" charset="-122"/>
              </a:rPr>
              <a:t>、</a:t>
            </a:r>
            <a:r>
              <a:rPr lang="zh-CN" altLang="en-US" sz="1400" dirty="0" smtClean="0">
                <a:solidFill>
                  <a:schemeClr val="tx2"/>
                </a:solidFill>
                <a:latin typeface="宋体" panose="02010600030101010101" pitchFamily="2" charset="-122"/>
              </a:rPr>
              <a:t>一级、</a:t>
            </a:r>
            <a:r>
              <a:rPr lang="zh-CN" altLang="en-US" sz="1400" dirty="0">
                <a:solidFill>
                  <a:schemeClr val="tx2"/>
                </a:solidFill>
                <a:latin typeface="宋体" panose="02010600030101010101" pitchFamily="2" charset="-122"/>
              </a:rPr>
              <a:t>二级公路、城市快速路、城市</a:t>
            </a:r>
            <a:r>
              <a:rPr lang="zh-CN" altLang="en-US" sz="1400" dirty="0" smtClean="0">
                <a:solidFill>
                  <a:schemeClr val="tx2"/>
                </a:solidFill>
                <a:latin typeface="宋体" panose="02010600030101010101" pitchFamily="2" charset="-122"/>
              </a:rPr>
              <a:t>主、次干路等，</a:t>
            </a:r>
            <a:r>
              <a:rPr lang="en-US" altLang="zh-CN" sz="1400" dirty="0" smtClean="0">
                <a:solidFill>
                  <a:schemeClr val="tx2"/>
                </a:solidFill>
                <a:latin typeface="宋体" panose="02010600030101010101" pitchFamily="2" charset="-122"/>
              </a:rPr>
              <a:t>4b</a:t>
            </a:r>
            <a:r>
              <a:rPr lang="zh-CN" altLang="en-US" sz="1400" dirty="0">
                <a:solidFill>
                  <a:schemeClr val="tx2"/>
                </a:solidFill>
                <a:latin typeface="宋体" panose="02010600030101010101" pitchFamily="2" charset="-122"/>
              </a:rPr>
              <a:t>类为铁路干线两侧区域。</a:t>
            </a:r>
            <a:endParaRPr lang="zh-CN" altLang="en-US" sz="1400" dirty="0">
              <a:solidFill>
                <a:schemeClr val="tx2"/>
              </a:solidFill>
              <a:latin typeface="宋体" panose="02010600030101010101" pitchFamily="2" charset="-122"/>
            </a:endParaRPr>
          </a:p>
        </p:txBody>
      </p:sp>
      <p:sp>
        <p:nvSpPr>
          <p:cNvPr id="1048762" name="TextBox 4"/>
          <p:cNvSpPr txBox="1"/>
          <p:nvPr/>
        </p:nvSpPr>
        <p:spPr>
          <a:xfrm>
            <a:off x="251520" y="6021288"/>
            <a:ext cx="8892480" cy="369332"/>
          </a:xfrm>
          <a:prstGeom prst="rect">
            <a:avLst/>
          </a:prstGeom>
          <a:noFill/>
        </p:spPr>
        <p:txBody>
          <a:bodyPr wrap="square" rtlCol="0">
            <a:spAutoFit/>
          </a:bodyPr>
          <a:p>
            <a:pPr>
              <a:buFont typeface="Wingdings" panose="05000000000000000000" pitchFamily="2" charset="2"/>
              <a:buChar char="Ø"/>
            </a:pPr>
            <a:r>
              <a:rPr lang="zh-CN" altLang="en-US" sz="1800" dirty="0" smtClean="0"/>
              <a:t>市环保局对公司厂区划定为</a:t>
            </a:r>
            <a:r>
              <a:rPr lang="en-US" altLang="zh-CN" sz="1800" dirty="0" smtClean="0"/>
              <a:t>3</a:t>
            </a:r>
            <a:r>
              <a:rPr lang="zh-CN" altLang="en-US" sz="1800" dirty="0" smtClean="0"/>
              <a:t>类功能区，</a:t>
            </a:r>
            <a:r>
              <a:rPr kumimoji="0" lang="zh-CN" altLang="en-US" sz="1800" dirty="0" smtClean="0">
                <a:latin typeface="Calibri" panose="020F0502020204030204" pitchFamily="34" charset="0"/>
                <a:sym typeface="宋体" panose="02010600030101010101" pitchFamily="2" charset="-122"/>
              </a:rPr>
              <a:t>昼间、夜间厂界噪声值分别为</a:t>
            </a:r>
            <a:r>
              <a:rPr kumimoji="0" lang="en-US" altLang="zh-CN" sz="1800" dirty="0" smtClean="0">
                <a:latin typeface="Calibri" panose="020F0502020204030204" pitchFamily="34" charset="0"/>
                <a:sym typeface="宋体" panose="02010600030101010101" pitchFamily="2" charset="-122"/>
              </a:rPr>
              <a:t>65、55</a:t>
            </a:r>
            <a:r>
              <a:rPr kumimoji="0" lang="en-US" altLang="zh-CN" sz="1800" dirty="0" smtClean="0">
                <a:solidFill>
                  <a:schemeClr val="tx2"/>
                </a:solidFill>
                <a:latin typeface="Calibri" panose="020F0502020204030204" pitchFamily="34" charset="0"/>
                <a:sym typeface="宋体" panose="02010600030101010101" pitchFamily="2" charset="-122"/>
              </a:rPr>
              <a:t>dB(A)。</a:t>
            </a:r>
            <a:endParaRPr lang="zh-CN" altLang="en-US" sz="1800" dirty="0"/>
          </a:p>
        </p:txBody>
      </p:sp>
      <p:sp>
        <p:nvSpPr>
          <p:cNvPr id="1048763" name="标题 1"/>
          <p:cNvSpPr txBox="1"/>
          <p:nvPr/>
        </p:nvSpPr>
        <p:spPr>
          <a:xfrm>
            <a:off x="0" y="404664"/>
            <a:ext cx="7848872" cy="1143000"/>
          </a:xfrm>
          <a:prstGeom prst="rect">
            <a:avLst/>
          </a:prstGeom>
        </p:spPr>
        <p:txBody>
          <a:bodyPr/>
          <a:p>
            <a:pPr marL="0" marR="0" lvl="0" indent="0" algn="l" defTabSz="914400" rtl="0" eaLnBrk="0" fontAlgn="base" latinLnBrk="0" hangingPunct="0">
              <a:lnSpc>
                <a:spcPct val="100000"/>
              </a:lnSpc>
              <a:spcBef>
                <a:spcPct val="0"/>
              </a:spcBef>
              <a:spcAft>
                <a:spcPct val="0"/>
              </a:spcAft>
              <a:buClrTx/>
              <a:buSzTx/>
              <a:buFontTx/>
              <a:buNone/>
            </a:pPr>
            <a:r>
              <a:rPr kumimoji="1" lang="zh-CN" altLang="en-US" sz="3600" b="0" i="0" u="none" strike="noStrike" kern="0" cap="none" spc="0" normalizeH="0" baseline="0" noProof="0" dirty="0" smtClean="0">
                <a:ln>
                  <a:noFill/>
                </a:ln>
                <a:solidFill>
                  <a:schemeClr val="bg1"/>
                </a:solidFill>
                <a:effectLst/>
                <a:uLnTx/>
                <a:uFillTx/>
                <a:latin typeface="+mj-lt"/>
                <a:ea typeface="+mj-ea"/>
                <a:cs typeface="+mj-cs"/>
              </a:rPr>
              <a:t>四、主要法律法规标准要求</a:t>
            </a:r>
            <a:endParaRPr kumimoji="1" lang="zh-CN" altLang="en-US" sz="3600" b="0" i="0" u="none" strike="noStrike" kern="0" cap="none" spc="0" normalizeH="0" baseline="0" noProof="0" dirty="0">
              <a:ln>
                <a:noFill/>
              </a:ln>
              <a:solidFill>
                <a:schemeClr val="bg1"/>
              </a:solidFill>
              <a:effectLst/>
              <a:uLnTx/>
              <a:uFillTx/>
              <a:latin typeface="+mj-lt"/>
              <a:ea typeface="+mj-ea"/>
              <a:cs typeface="+mj-c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64" name=""/>
        <p:cNvGrpSpPr/>
        <p:nvPr/>
      </p:nvGrpSpPr>
      <p:grpSpPr>
        <a:xfrm>
          <a:off x="0" y="0"/>
          <a:ext cx="0" cy="0"/>
          <a:chOff x="0" y="0"/>
          <a:chExt cx="0" cy="0"/>
        </a:xfrm>
      </p:grpSpPr>
      <p:sp>
        <p:nvSpPr>
          <p:cNvPr id="1048767" name="标题 1"/>
          <p:cNvSpPr>
            <a:spLocks noGrp="1"/>
          </p:cNvSpPr>
          <p:nvPr>
            <p:ph type="title"/>
          </p:nvPr>
        </p:nvSpPr>
        <p:spPr>
          <a:xfrm>
            <a:off x="179512" y="260648"/>
            <a:ext cx="7772400" cy="1143000"/>
          </a:xfrm>
        </p:spPr>
        <p:txBody>
          <a:bodyPr/>
          <a:p>
            <a:r>
              <a:rPr lang="zh-CN" altLang="en-US" b="1" dirty="0" smtClean="0">
                <a:latin typeface="宋体" panose="02010600030101010101" pitchFamily="2" charset="-122"/>
                <a:ea typeface="宋体" panose="02010600030101010101" pitchFamily="2" charset="-122"/>
              </a:rPr>
              <a:t>五、噪声的危害</a:t>
            </a:r>
            <a:endParaRPr lang="zh-CN" altLang="en-US" b="1" dirty="0">
              <a:latin typeface="宋体" panose="02010600030101010101" pitchFamily="2" charset="-122"/>
              <a:ea typeface="宋体" panose="02010600030101010101" pitchFamily="2" charset="-122"/>
            </a:endParaRPr>
          </a:p>
        </p:txBody>
      </p:sp>
      <p:sp>
        <p:nvSpPr>
          <p:cNvPr id="1048768" name="内容占位符 2"/>
          <p:cNvSpPr>
            <a:spLocks noGrp="1"/>
          </p:cNvSpPr>
          <p:nvPr>
            <p:ph idx="1"/>
          </p:nvPr>
        </p:nvSpPr>
        <p:spPr>
          <a:xfrm>
            <a:off x="0" y="1412776"/>
            <a:ext cx="9144000" cy="3888432"/>
          </a:xfrm>
        </p:spPr>
        <p:txBody>
          <a:bodyPr/>
          <a:p>
            <a:pPr>
              <a:lnSpc>
                <a:spcPct val="150000"/>
              </a:lnSpc>
              <a:buFont typeface="Wingdings" panose="05000000000000000000" pitchFamily="2" charset="2"/>
              <a:buChar char="Ø"/>
            </a:pPr>
            <a:r>
              <a:rPr lang="zh-CN" altLang="en-US" b="1" dirty="0" smtClean="0">
                <a:latin typeface="宋体" panose="02010600030101010101" pitchFamily="2" charset="-122"/>
                <a:ea typeface="宋体" panose="02010600030101010101" pitchFamily="2" charset="-122"/>
              </a:rPr>
              <a:t>噪声对人体健康会产生一定的影响。</a:t>
            </a:r>
            <a:endParaRPr lang="en-US" altLang="zh-CN" b="1" dirty="0" smtClean="0">
              <a:latin typeface="宋体" panose="02010600030101010101" pitchFamily="2" charset="-122"/>
              <a:ea typeface="宋体" panose="02010600030101010101" pitchFamily="2" charset="-122"/>
            </a:endParaRPr>
          </a:p>
          <a:p>
            <a:pPr>
              <a:lnSpc>
                <a:spcPct val="150000"/>
              </a:lnSpc>
              <a:buNone/>
            </a:pPr>
            <a:r>
              <a:rPr lang="en-US" altLang="zh-CN" b="1" dirty="0" smtClean="0">
                <a:latin typeface="宋体" panose="02010600030101010101" pitchFamily="2" charset="-122"/>
                <a:ea typeface="宋体" panose="02010600030101010101" pitchFamily="2" charset="-122"/>
              </a:rPr>
              <a:t>  </a:t>
            </a:r>
            <a:endParaRPr lang="zh-CN" altLang="en-US" dirty="0">
              <a:latin typeface="宋体" panose="02010600030101010101" pitchFamily="2" charset="-122"/>
              <a:ea typeface="宋体" panose="02010600030101010101" pitchFamily="2" charset="-122"/>
            </a:endParaRPr>
          </a:p>
        </p:txBody>
      </p:sp>
      <p:graphicFrame>
        <p:nvGraphicFramePr>
          <p:cNvPr id="4194307" name="图示 5"/>
          <p:cNvGraphicFramePr/>
          <p:nvPr/>
        </p:nvGraphicFramePr>
        <p:xfrm>
          <a:off x="467544" y="2132856"/>
          <a:ext cx="7992888" cy="2952328"/>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1048769" name="TextBox 6"/>
          <p:cNvSpPr txBox="1"/>
          <p:nvPr/>
        </p:nvSpPr>
        <p:spPr>
          <a:xfrm>
            <a:off x="179512" y="5373216"/>
            <a:ext cx="8136904" cy="646331"/>
          </a:xfrm>
          <a:prstGeom prst="rect">
            <a:avLst/>
          </a:prstGeom>
          <a:noFill/>
        </p:spPr>
        <p:txBody>
          <a:bodyPr wrap="square" rtlCol="0">
            <a:spAutoFit/>
          </a:bodyPr>
          <a:p>
            <a:pPr>
              <a:lnSpc>
                <a:spcPct val="150000"/>
              </a:lnSpc>
              <a:buFont typeface="Wingdings" panose="05000000000000000000" pitchFamily="2" charset="2"/>
              <a:buChar char="Ø"/>
            </a:pPr>
            <a:r>
              <a:rPr lang="zh-CN" altLang="en-US" b="1" dirty="0" smtClean="0">
                <a:latin typeface="宋体" panose="02010600030101010101" pitchFamily="2" charset="-122"/>
              </a:rPr>
              <a:t>噪声对人体听力损害 </a:t>
            </a:r>
            <a:r>
              <a:rPr lang="en-US" altLang="zh-CN" b="1" dirty="0" smtClean="0">
                <a:latin typeface="宋体" panose="02010600030101010101" pitchFamily="2" charset="-122"/>
              </a:rPr>
              <a:t>= </a:t>
            </a:r>
            <a:r>
              <a:rPr lang="zh-CN" altLang="en-US" b="1" dirty="0" smtClean="0">
                <a:latin typeface="宋体" panose="02010600030101010101" pitchFamily="2" charset="-122"/>
              </a:rPr>
              <a:t>噪声强度 </a:t>
            </a:r>
            <a:r>
              <a:rPr lang="en-US" altLang="zh-CN" b="1" dirty="0" smtClean="0">
                <a:latin typeface="宋体" panose="02010600030101010101" pitchFamily="2" charset="-122"/>
              </a:rPr>
              <a:t>× </a:t>
            </a:r>
            <a:r>
              <a:rPr lang="zh-CN" altLang="en-US" b="1" dirty="0" smtClean="0">
                <a:latin typeface="宋体" panose="02010600030101010101" pitchFamily="2" charset="-122"/>
              </a:rPr>
              <a:t>接触时间</a:t>
            </a:r>
            <a:endParaRPr lang="en-US" altLang="zh-CN" b="1" dirty="0" smtClean="0">
              <a:latin typeface="宋体" panose="02010600030101010101" pitchFamily="2" charset="-122"/>
            </a:endParaRPr>
          </a:p>
        </p:txBody>
      </p:sp>
      <p:pic>
        <p:nvPicPr>
          <p:cNvPr id="2097175" name="图片 7" descr="噪声.jpg"/>
          <p:cNvPicPr>
            <a:picLocks noChangeAspect="1"/>
          </p:cNvPicPr>
          <p:nvPr/>
        </p:nvPicPr>
        <p:blipFill>
          <a:blip r:embed="rId6" cstate="print"/>
          <a:srcRect/>
          <a:stretch>
            <a:fillRect/>
          </a:stretch>
        </p:blipFill>
        <p:spPr bwMode="auto">
          <a:xfrm>
            <a:off x="7315200" y="1340768"/>
            <a:ext cx="1828800" cy="1279525"/>
          </a:xfrm>
          <a:prstGeom prst="rect">
            <a:avLst/>
          </a:prstGeom>
          <a:noFill/>
          <a:ln w="9525">
            <a:noFill/>
            <a:miter lim="800000"/>
            <a:headEnd/>
            <a:tailEnd/>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67" name=""/>
        <p:cNvGrpSpPr/>
        <p:nvPr/>
      </p:nvGrpSpPr>
      <p:grpSpPr>
        <a:xfrm>
          <a:off x="0" y="0"/>
          <a:ext cx="0" cy="0"/>
          <a:chOff x="0" y="0"/>
          <a:chExt cx="0" cy="0"/>
        </a:xfrm>
      </p:grpSpPr>
      <p:sp>
        <p:nvSpPr>
          <p:cNvPr id="1048773" name="内容占位符 2"/>
          <p:cNvSpPr>
            <a:spLocks noGrp="1"/>
          </p:cNvSpPr>
          <p:nvPr>
            <p:ph idx="1"/>
          </p:nvPr>
        </p:nvSpPr>
        <p:spPr>
          <a:xfrm>
            <a:off x="251520" y="1484784"/>
            <a:ext cx="8712968" cy="4968552"/>
          </a:xfrm>
        </p:spPr>
        <p:txBody>
          <a:bodyPr/>
          <a:p>
            <a:pPr>
              <a:lnSpc>
                <a:spcPts val="2700"/>
              </a:lnSpc>
              <a:buFont typeface="Wingdings" panose="05000000000000000000" pitchFamily="2" charset="2"/>
              <a:buChar char="Ø"/>
            </a:pPr>
            <a:r>
              <a:rPr lang="zh-CN" altLang="zh-CN" sz="2000" dirty="0" smtClean="0"/>
              <a:t>噪声</a:t>
            </a:r>
            <a:r>
              <a:rPr lang="zh-CN" altLang="en-US" sz="2000" dirty="0" smtClean="0"/>
              <a:t>防治</a:t>
            </a:r>
            <a:r>
              <a:rPr lang="zh-CN" altLang="zh-CN" sz="2000" dirty="0" smtClean="0"/>
              <a:t>应从</a:t>
            </a:r>
            <a:r>
              <a:rPr lang="zh-CN" altLang="en-US" sz="2000" dirty="0" smtClean="0"/>
              <a:t>工艺设备、噪</a:t>
            </a:r>
            <a:r>
              <a:rPr lang="zh-CN" altLang="zh-CN" sz="2000" dirty="0" smtClean="0"/>
              <a:t>声</a:t>
            </a:r>
            <a:r>
              <a:rPr lang="zh-CN" altLang="en-US" sz="2000" dirty="0" smtClean="0"/>
              <a:t>治理</a:t>
            </a:r>
            <a:r>
              <a:rPr lang="zh-CN" altLang="zh-CN" sz="2000" dirty="0" smtClean="0"/>
              <a:t>、</a:t>
            </a:r>
            <a:r>
              <a:rPr lang="zh-CN" altLang="en-US" sz="2000" dirty="0" smtClean="0"/>
              <a:t>个体防护、人员管理等方面综合考虑</a:t>
            </a:r>
            <a:endParaRPr lang="en-US" altLang="zh-CN" sz="2000" dirty="0" smtClean="0"/>
          </a:p>
          <a:p>
            <a:pPr>
              <a:lnSpc>
                <a:spcPts val="2700"/>
              </a:lnSpc>
              <a:buClr>
                <a:schemeClr val="folHlink"/>
              </a:buClr>
              <a:buSzPct val="75000"/>
              <a:buNone/>
            </a:pPr>
            <a:r>
              <a:rPr lang="en-US" altLang="zh-CN" sz="2000" dirty="0" smtClean="0">
                <a:latin typeface="宋体" panose="02010600030101010101" pitchFamily="2" charset="-122"/>
              </a:rPr>
              <a:t>a</a:t>
            </a:r>
            <a:r>
              <a:rPr lang="zh-CN" altLang="en-US" sz="2000" dirty="0" smtClean="0">
                <a:latin typeface="宋体" panose="02010600030101010101" pitchFamily="2" charset="-122"/>
              </a:rPr>
              <a:t>）选择</a:t>
            </a:r>
            <a:r>
              <a:rPr lang="zh-CN" altLang="zh-CN" sz="2000" dirty="0" smtClean="0">
                <a:latin typeface="宋体" panose="02010600030101010101" pitchFamily="2" charset="-122"/>
              </a:rPr>
              <a:t>低噪声工艺及设备，合理布局</a:t>
            </a:r>
            <a:r>
              <a:rPr lang="zh-CN" altLang="en-US" sz="2000" dirty="0" smtClean="0">
                <a:latin typeface="宋体" panose="02010600030101010101" pitchFamily="2" charset="-122"/>
              </a:rPr>
              <a:t>；</a:t>
            </a:r>
            <a:endParaRPr lang="en-US" altLang="zh-CN" sz="2000" dirty="0" smtClean="0">
              <a:latin typeface="宋体" panose="02010600030101010101" pitchFamily="2" charset="-122"/>
            </a:endParaRPr>
          </a:p>
          <a:p>
            <a:pPr>
              <a:lnSpc>
                <a:spcPts val="2700"/>
              </a:lnSpc>
              <a:buClr>
                <a:schemeClr val="folHlink"/>
              </a:buClr>
              <a:buSzPct val="75000"/>
              <a:buNone/>
            </a:pPr>
            <a:r>
              <a:rPr lang="en-US" altLang="zh-CN" sz="2000" dirty="0" smtClean="0">
                <a:latin typeface="宋体" panose="02010600030101010101" pitchFamily="2" charset="-122"/>
              </a:rPr>
              <a:t>b）</a:t>
            </a:r>
            <a:r>
              <a:rPr lang="zh-CN" altLang="zh-CN" sz="2000" dirty="0" smtClean="0">
                <a:latin typeface="宋体" panose="02010600030101010101" pitchFamily="2" charset="-122"/>
              </a:rPr>
              <a:t>减少冲击性工艺和高压气体排空工艺，尽可能以液压代冲压、气动工艺</a:t>
            </a:r>
            <a:r>
              <a:rPr lang="zh-CN" altLang="en-US" sz="2000" dirty="0" smtClean="0">
                <a:latin typeface="宋体" panose="02010600030101010101" pitchFamily="2" charset="-122"/>
              </a:rPr>
              <a:t>；</a:t>
            </a:r>
            <a:endParaRPr lang="en-US" altLang="zh-CN" sz="2000" dirty="0" smtClean="0">
              <a:latin typeface="宋体" panose="02010600030101010101" pitchFamily="2" charset="-122"/>
            </a:endParaRPr>
          </a:p>
          <a:p>
            <a:pPr>
              <a:lnSpc>
                <a:spcPts val="2700"/>
              </a:lnSpc>
              <a:buClr>
                <a:schemeClr val="folHlink"/>
              </a:buClr>
              <a:buSzPct val="75000"/>
              <a:buNone/>
            </a:pPr>
            <a:r>
              <a:rPr lang="en-US" altLang="zh-CN" sz="2000" dirty="0" smtClean="0">
                <a:latin typeface="宋体" panose="02010600030101010101" pitchFamily="2" charset="-122"/>
              </a:rPr>
              <a:t>c）</a:t>
            </a:r>
            <a:r>
              <a:rPr lang="zh-CN" altLang="zh-CN" sz="2000" dirty="0" smtClean="0">
                <a:latin typeface="宋体" panose="02010600030101010101" pitchFamily="2" charset="-122"/>
              </a:rPr>
              <a:t>采用自动化设备工艺，实现远距离监视操作</a:t>
            </a:r>
            <a:r>
              <a:rPr lang="zh-CN" altLang="en-US" sz="2000" dirty="0" smtClean="0">
                <a:latin typeface="宋体" panose="02010600030101010101" pitchFamily="2" charset="-122"/>
              </a:rPr>
              <a:t>；</a:t>
            </a:r>
            <a:endParaRPr lang="en-US" altLang="zh-CN" sz="2000" dirty="0" smtClean="0">
              <a:latin typeface="宋体" panose="02010600030101010101" pitchFamily="2" charset="-122"/>
            </a:endParaRPr>
          </a:p>
          <a:p>
            <a:pPr>
              <a:lnSpc>
                <a:spcPts val="2700"/>
              </a:lnSpc>
              <a:buClr>
                <a:schemeClr val="folHlink"/>
              </a:buClr>
              <a:buSzPct val="75000"/>
              <a:buNone/>
            </a:pPr>
            <a:r>
              <a:rPr lang="en-US" altLang="zh-CN" sz="2000" dirty="0" smtClean="0">
                <a:latin typeface="宋体" panose="02010600030101010101" pitchFamily="2" charset="-122"/>
              </a:rPr>
              <a:t>d）</a:t>
            </a:r>
            <a:r>
              <a:rPr lang="zh-CN" altLang="zh-CN" sz="2000" dirty="0" smtClean="0">
                <a:latin typeface="宋体" panose="02010600030101010101" pitchFamily="2" charset="-122"/>
              </a:rPr>
              <a:t>采</a:t>
            </a:r>
            <a:r>
              <a:rPr lang="zh-CN" altLang="en-US" sz="2000" dirty="0" smtClean="0">
                <a:latin typeface="宋体" panose="02010600030101010101" pitchFamily="2" charset="-122"/>
              </a:rPr>
              <a:t>取</a:t>
            </a:r>
            <a:r>
              <a:rPr lang="zh-CN" altLang="zh-CN" sz="2000" dirty="0" smtClean="0">
                <a:latin typeface="宋体" panose="02010600030101010101" pitchFamily="2" charset="-122"/>
              </a:rPr>
              <a:t>隔声、消声、吸声</a:t>
            </a:r>
            <a:r>
              <a:rPr lang="zh-CN" altLang="en-US" sz="2000" dirty="0" smtClean="0">
                <a:latin typeface="宋体" panose="02010600030101010101" pitchFamily="2" charset="-122"/>
              </a:rPr>
              <a:t>、隔振</a:t>
            </a:r>
            <a:r>
              <a:rPr lang="zh-CN" altLang="zh-CN" sz="2000" dirty="0" smtClean="0">
                <a:latin typeface="宋体" panose="02010600030101010101" pitchFamily="2" charset="-122"/>
              </a:rPr>
              <a:t>等</a:t>
            </a:r>
            <a:r>
              <a:rPr lang="zh-CN" altLang="en-US" sz="2000" dirty="0" smtClean="0">
                <a:latin typeface="宋体" panose="02010600030101010101" pitchFamily="2" charset="-122"/>
              </a:rPr>
              <a:t>治理</a:t>
            </a:r>
            <a:r>
              <a:rPr lang="zh-CN" altLang="zh-CN" sz="2000" dirty="0" smtClean="0">
                <a:latin typeface="宋体" panose="02010600030101010101" pitchFamily="2" charset="-122"/>
              </a:rPr>
              <a:t>技术措施</a:t>
            </a:r>
            <a:r>
              <a:rPr lang="zh-CN" altLang="en-US" sz="2000" dirty="0" smtClean="0">
                <a:latin typeface="宋体" panose="02010600030101010101" pitchFamily="2" charset="-122"/>
              </a:rPr>
              <a:t>。</a:t>
            </a:r>
            <a:endParaRPr lang="en-US" altLang="zh-CN" sz="2000" dirty="0" smtClean="0">
              <a:latin typeface="宋体" panose="02010600030101010101" pitchFamily="2" charset="-122"/>
            </a:endParaRPr>
          </a:p>
          <a:p>
            <a:pPr>
              <a:lnSpc>
                <a:spcPts val="2700"/>
              </a:lnSpc>
              <a:buClr>
                <a:schemeClr val="folHlink"/>
              </a:buClr>
              <a:buSzPct val="75000"/>
              <a:buFont typeface="Wingdings" panose="05000000000000000000" pitchFamily="2" charset="2"/>
              <a:buChar char="Ø"/>
            </a:pPr>
            <a:r>
              <a:rPr lang="zh-CN" altLang="en-US" sz="2000" dirty="0" smtClean="0">
                <a:latin typeface="宋体" panose="02010600030101010101" pitchFamily="2" charset="-122"/>
              </a:rPr>
              <a:t>个体防护方面，</a:t>
            </a:r>
            <a:r>
              <a:rPr lang="zh-CN" altLang="en-US" sz="2000" dirty="0" smtClean="0">
                <a:solidFill>
                  <a:schemeClr val="tx2"/>
                </a:solidFill>
                <a:latin typeface="宋体" panose="02010600030101010101" pitchFamily="2" charset="-122"/>
                <a:ea typeface="宋体" panose="02010600030101010101" pitchFamily="2" charset="-122"/>
              </a:rPr>
              <a:t>接触噪声岗位员工佩戴耳塞、耳罩等个人防护用品。</a:t>
            </a:r>
            <a:endParaRPr lang="en-US" altLang="zh-CN" sz="2000" dirty="0" smtClean="0">
              <a:solidFill>
                <a:srgbClr val="FF0000"/>
              </a:solidFill>
            </a:endParaRPr>
          </a:p>
          <a:p>
            <a:pPr>
              <a:lnSpc>
                <a:spcPts val="2700"/>
              </a:lnSpc>
              <a:buClr>
                <a:schemeClr val="folHlink"/>
              </a:buClr>
              <a:buSzPct val="75000"/>
              <a:buFont typeface="Wingdings" panose="05000000000000000000" pitchFamily="2" charset="2"/>
              <a:buChar char="Ø"/>
            </a:pPr>
            <a:r>
              <a:rPr lang="zh-CN" altLang="en-US" sz="2000" dirty="0" smtClean="0">
                <a:latin typeface="宋体" panose="02010600030101010101" pitchFamily="2" charset="-122"/>
              </a:rPr>
              <a:t>人员管理主要考虑相同或相似岗位，从高噪声岗位轮换到达标或低噪声岗位，二、三年轮换一次。</a:t>
            </a:r>
            <a:endParaRPr lang="en-US" altLang="zh-CN" sz="2000" dirty="0" smtClean="0">
              <a:latin typeface="宋体" panose="02010600030101010101" pitchFamily="2" charset="-122"/>
            </a:endParaRPr>
          </a:p>
          <a:p>
            <a:pPr>
              <a:lnSpc>
                <a:spcPts val="2700"/>
              </a:lnSpc>
              <a:buClr>
                <a:schemeClr val="folHlink"/>
              </a:buClr>
              <a:buSzPct val="75000"/>
              <a:buFont typeface="Wingdings" panose="05000000000000000000" pitchFamily="2" charset="2"/>
              <a:buChar char="Ø"/>
            </a:pPr>
            <a:r>
              <a:rPr lang="zh-CN" altLang="en-US" sz="2000" dirty="0" smtClean="0">
                <a:latin typeface="宋体" panose="02010600030101010101" pitchFamily="2" charset="-122"/>
              </a:rPr>
              <a:t>新上岗人员拟安排的岗位为噪声岗位，则进行岗前听力检测；在岗人员如职业体检结果为异常，按公司</a:t>
            </a:r>
            <a:r>
              <a:rPr lang="en-US" altLang="zh-CN" sz="2000" dirty="0" smtClean="0">
                <a:latin typeface="宋体" panose="02010600030101010101" pitchFamily="2" charset="-122"/>
              </a:rPr>
              <a:t>《</a:t>
            </a:r>
            <a:r>
              <a:rPr lang="zh-CN" altLang="en-US" sz="2000" dirty="0" smtClean="0">
                <a:latin typeface="宋体" panose="02010600030101010101" pitchFamily="2" charset="-122"/>
              </a:rPr>
              <a:t>职业健康管理规范</a:t>
            </a:r>
            <a:r>
              <a:rPr lang="en-US" altLang="zh-CN" sz="2000" dirty="0" smtClean="0">
                <a:latin typeface="宋体" panose="02010600030101010101" pitchFamily="2" charset="-122"/>
              </a:rPr>
              <a:t>》</a:t>
            </a:r>
            <a:r>
              <a:rPr lang="zh-CN" altLang="en-US" sz="2000" dirty="0" smtClean="0">
                <a:latin typeface="宋体" panose="02010600030101010101" pitchFamily="2" charset="-122"/>
              </a:rPr>
              <a:t>进行岗位调离。</a:t>
            </a:r>
            <a:endParaRPr lang="en-US" altLang="zh-CN" sz="2000" dirty="0">
              <a:latin typeface="宋体" panose="02010600030101010101" pitchFamily="2" charset="-122"/>
            </a:endParaRPr>
          </a:p>
        </p:txBody>
      </p:sp>
      <p:sp>
        <p:nvSpPr>
          <p:cNvPr id="1048774" name="标题 1"/>
          <p:cNvSpPr>
            <a:spLocks noGrp="1"/>
          </p:cNvSpPr>
          <p:nvPr>
            <p:ph type="title"/>
          </p:nvPr>
        </p:nvSpPr>
        <p:spPr>
          <a:xfrm>
            <a:off x="184150" y="260350"/>
            <a:ext cx="7772400" cy="1143000"/>
          </a:xfrm>
        </p:spPr>
        <p:txBody>
          <a:bodyPr/>
          <a:p>
            <a:pPr lvl="0"/>
            <a:r>
              <a:rPr lang="zh-CN" altLang="en-US" b="1" dirty="0" smtClean="0">
                <a:latin typeface="宋体" panose="02010600030101010101" pitchFamily="2" charset="-122"/>
                <a:ea typeface="宋体" panose="02010600030101010101" pitchFamily="2" charset="-122"/>
              </a:rPr>
              <a:t>六、噪声综合防治原则</a:t>
            </a:r>
            <a:endParaRPr lang="zh-CN" altLang="en-US" b="1" dirty="0" smtClean="0">
              <a:latin typeface="宋体" panose="02010600030101010101" pitchFamily="2" charset="-122"/>
              <a:ea typeface="宋体" panose="02010600030101010101" pitchFamily="2"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77" name=""/>
        <p:cNvGrpSpPr/>
        <p:nvPr/>
      </p:nvGrpSpPr>
      <p:grpSpPr>
        <a:xfrm>
          <a:off x="0" y="0"/>
          <a:ext cx="0" cy="0"/>
          <a:chOff x="0" y="0"/>
          <a:chExt cx="0" cy="0"/>
        </a:xfrm>
      </p:grpSpPr>
      <p:sp>
        <p:nvSpPr>
          <p:cNvPr id="1048800" name="TextBox 1"/>
          <p:cNvSpPr txBox="1"/>
          <p:nvPr/>
        </p:nvSpPr>
        <p:spPr>
          <a:xfrm>
            <a:off x="179512" y="1556793"/>
            <a:ext cx="8568952" cy="768350"/>
          </a:xfrm>
          <a:prstGeom prst="rect">
            <a:avLst/>
          </a:prstGeom>
          <a:noFill/>
        </p:spPr>
        <p:txBody>
          <a:bodyPr wrap="square" rtlCol="0">
            <a:spAutoFit/>
          </a:bodyPr>
          <a:p>
            <a:r>
              <a:rPr lang="en-US" altLang="zh-CN" b="1" dirty="0" smtClean="0"/>
              <a:t>1、</a:t>
            </a:r>
            <a:r>
              <a:rPr lang="zh-CN" altLang="en-US" b="1" dirty="0" smtClean="0"/>
              <a:t>常用吸声材料吸声系数</a:t>
            </a:r>
            <a:endParaRPr lang="en-US" altLang="zh-CN" b="1" dirty="0" smtClean="0"/>
          </a:p>
          <a:p>
            <a:r>
              <a:rPr lang="zh-CN" altLang="en-US" sz="2000" dirty="0" smtClean="0"/>
              <a:t>   目前，工程上常用的吸声材料主要有</a:t>
            </a:r>
            <a:r>
              <a:rPr lang="zh-CN" altLang="zh-CN" sz="2000" kern="0" dirty="0" smtClean="0">
                <a:latin typeface="Times New Roman" panose="02020603050405020304" pitchFamily="18" charset="0"/>
                <a:ea typeface="宋体" panose="02010600030101010101" pitchFamily="2" charset="-122"/>
                <a:cs typeface="宋体" panose="02010600030101010101" pitchFamily="2" charset="-122"/>
              </a:rPr>
              <a:t>玻璃棉</a:t>
            </a:r>
            <a:r>
              <a:rPr lang="zh-CN" altLang="en-US" sz="2000" kern="0" dirty="0" smtClean="0">
                <a:latin typeface="Times New Roman" panose="02020603050405020304" pitchFamily="18" charset="0"/>
                <a:ea typeface="宋体" panose="02010600030101010101" pitchFamily="2" charset="-122"/>
                <a:cs typeface="宋体" panose="02010600030101010101" pitchFamily="2" charset="-122"/>
              </a:rPr>
              <a:t>、</a:t>
            </a:r>
            <a:r>
              <a:rPr lang="zh-CN" altLang="zh-CN" sz="2000" kern="0" dirty="0" smtClean="0">
                <a:latin typeface="Times New Roman" panose="02020603050405020304" pitchFamily="18" charset="0"/>
                <a:ea typeface="宋体" panose="02010600030101010101" pitchFamily="2" charset="-122"/>
                <a:cs typeface="宋体" panose="02010600030101010101" pitchFamily="2" charset="-122"/>
              </a:rPr>
              <a:t>岩棉</a:t>
            </a:r>
            <a:r>
              <a:rPr lang="zh-CN" altLang="en-US" sz="2000" kern="0" dirty="0" smtClean="0">
                <a:latin typeface="Times New Roman" panose="02020603050405020304" pitchFamily="18" charset="0"/>
                <a:ea typeface="宋体" panose="02010600030101010101" pitchFamily="2" charset="-122"/>
                <a:cs typeface="宋体" panose="02010600030101010101" pitchFamily="2" charset="-122"/>
              </a:rPr>
              <a:t>等。其吸声系数如下：</a:t>
            </a:r>
            <a:endParaRPr lang="zh-CN" altLang="en-US" dirty="0"/>
          </a:p>
        </p:txBody>
      </p:sp>
      <p:graphicFrame>
        <p:nvGraphicFramePr>
          <p:cNvPr id="4194308" name="表格 2"/>
          <p:cNvGraphicFramePr>
            <a:graphicFrameLocks noGrp="1"/>
          </p:cNvGraphicFramePr>
          <p:nvPr>
            <p:custDataLst>
              <p:tags r:id="rId1"/>
            </p:custDataLst>
          </p:nvPr>
        </p:nvGraphicFramePr>
        <p:xfrm>
          <a:off x="539552" y="2420888"/>
          <a:ext cx="8065149" cy="4196183"/>
        </p:xfrm>
        <a:graphic>
          <a:graphicData uri="http://schemas.openxmlformats.org/drawingml/2006/table">
            <a:tbl>
              <a:tblPr/>
              <a:tblGrid>
                <a:gridCol w="1088193"/>
                <a:gridCol w="851162"/>
                <a:gridCol w="670486"/>
                <a:gridCol w="790660"/>
                <a:gridCol w="790660"/>
                <a:gridCol w="790660"/>
                <a:gridCol w="790660"/>
                <a:gridCol w="790660"/>
                <a:gridCol w="764138"/>
                <a:gridCol w="737870"/>
              </a:tblGrid>
              <a:tr h="435041">
                <a:tc rowSpan="2">
                  <a:txBody>
                    <a:bodyPr/>
                    <a:p>
                      <a:pPr algn="ctr">
                        <a:spcAft>
                          <a:spcPts val="0"/>
                        </a:spcAft>
                      </a:pPr>
                      <a:r>
                        <a:rPr lang="zh-CN" sz="1400" b="1" kern="0" dirty="0">
                          <a:latin typeface="Times New Roman" panose="02020603050405020304" pitchFamily="18" charset="0"/>
                          <a:ea typeface="宋体" panose="02010600030101010101" pitchFamily="2" charset="-122"/>
                          <a:cs typeface="宋体" panose="02010600030101010101" pitchFamily="2" charset="-122"/>
                        </a:rPr>
                        <a:t>材料名称</a:t>
                      </a:r>
                      <a:endParaRPr lang="zh-CN" sz="1400" b="1" kern="100" dirty="0">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CC"/>
                    </a:solidFill>
                  </a:tcPr>
                </a:tc>
                <a:tc rowSpan="2">
                  <a:txBody>
                    <a:bodyPr/>
                    <a:p>
                      <a:pPr algn="ctr">
                        <a:lnSpc>
                          <a:spcPts val="1400"/>
                        </a:lnSpc>
                        <a:spcAft>
                          <a:spcPts val="0"/>
                        </a:spcAft>
                      </a:pPr>
                      <a:r>
                        <a:rPr lang="zh-CN" sz="1400" b="1" kern="0" dirty="0">
                          <a:latin typeface="Times New Roman" panose="02020603050405020304" pitchFamily="18" charset="0"/>
                          <a:ea typeface="宋体" panose="02010600030101010101" pitchFamily="2" charset="-122"/>
                          <a:cs typeface="宋体" panose="02010600030101010101" pitchFamily="2" charset="-122"/>
                        </a:rPr>
                        <a:t>容重（</a:t>
                      </a:r>
                      <a:r>
                        <a:rPr lang="en-US" sz="1400" b="1" kern="0" dirty="0">
                          <a:latin typeface="Times New Roman" panose="02020603050405020304" pitchFamily="18" charset="0"/>
                          <a:ea typeface="宋体" panose="02010600030101010101" pitchFamily="2" charset="-122"/>
                          <a:cs typeface="宋体" panose="02010600030101010101" pitchFamily="2" charset="-122"/>
                        </a:rPr>
                        <a:t>kg/m</a:t>
                      </a:r>
                      <a:r>
                        <a:rPr lang="en-US" sz="1400" b="1" kern="0" baseline="30000" dirty="0">
                          <a:latin typeface="Times New Roman" panose="02020603050405020304" pitchFamily="18" charset="0"/>
                          <a:ea typeface="宋体" panose="02010600030101010101" pitchFamily="2" charset="-122"/>
                          <a:cs typeface="宋体" panose="02010600030101010101" pitchFamily="2" charset="-122"/>
                        </a:rPr>
                        <a:t>3</a:t>
                      </a:r>
                      <a:r>
                        <a:rPr lang="zh-CN" sz="1400" b="1" kern="0" dirty="0">
                          <a:latin typeface="Times New Roman" panose="02020603050405020304" pitchFamily="18" charset="0"/>
                          <a:ea typeface="宋体" panose="02010600030101010101" pitchFamily="2" charset="-122"/>
                          <a:cs typeface="宋体" panose="02010600030101010101" pitchFamily="2" charset="-122"/>
                        </a:rPr>
                        <a:t>）</a:t>
                      </a:r>
                      <a:r>
                        <a:rPr lang="en-US" sz="1400" b="1" kern="0" dirty="0">
                          <a:latin typeface="Times New Roman" panose="02020603050405020304" pitchFamily="18" charset="0"/>
                          <a:ea typeface="宋体" panose="02010600030101010101" pitchFamily="2" charset="-122"/>
                          <a:cs typeface="宋体" panose="02010600030101010101" pitchFamily="2" charset="-122"/>
                        </a:rPr>
                        <a:t> </a:t>
                      </a:r>
                      <a:endParaRPr lang="zh-CN" sz="1400" b="1" kern="100" dirty="0">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CC"/>
                    </a:solidFill>
                  </a:tcPr>
                </a:tc>
                <a:tc rowSpan="2">
                  <a:txBody>
                    <a:bodyPr/>
                    <a:p>
                      <a:pPr algn="ctr">
                        <a:lnSpc>
                          <a:spcPts val="1400"/>
                        </a:lnSpc>
                        <a:spcAft>
                          <a:spcPts val="0"/>
                        </a:spcAft>
                      </a:pPr>
                      <a:r>
                        <a:rPr lang="zh-CN" sz="1400" b="1" kern="0" dirty="0">
                          <a:latin typeface="Times New Roman" panose="02020603050405020304" pitchFamily="18" charset="0"/>
                          <a:ea typeface="宋体" panose="02010600030101010101" pitchFamily="2" charset="-122"/>
                          <a:cs typeface="宋体" panose="02010600030101010101" pitchFamily="2" charset="-122"/>
                        </a:rPr>
                        <a:t>厚度</a:t>
                      </a:r>
                      <a:r>
                        <a:rPr lang="en-US" sz="1400" b="1" kern="0" dirty="0">
                          <a:latin typeface="Times New Roman" panose="02020603050405020304" pitchFamily="18" charset="0"/>
                          <a:ea typeface="宋体" panose="02010600030101010101" pitchFamily="2" charset="-122"/>
                          <a:cs typeface="宋体" panose="02010600030101010101" pitchFamily="2" charset="-122"/>
                        </a:rPr>
                        <a:t>(cm)</a:t>
                      </a:r>
                      <a:endParaRPr lang="zh-CN" sz="1400" b="1" kern="100" dirty="0">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CC"/>
                    </a:solidFill>
                  </a:tcPr>
                </a:tc>
                <a:tc gridSpan="6">
                  <a:txBody>
                    <a:bodyPr/>
                    <a:p>
                      <a:pPr algn="ctr">
                        <a:spcAft>
                          <a:spcPts val="0"/>
                        </a:spcAft>
                      </a:pPr>
                      <a:r>
                        <a:rPr lang="zh-CN" sz="1400" b="1" kern="0" dirty="0">
                          <a:latin typeface="Times New Roman" panose="02020603050405020304" pitchFamily="18" charset="0"/>
                          <a:ea typeface="宋体" panose="02010600030101010101" pitchFamily="2" charset="-122"/>
                          <a:cs typeface="宋体" panose="02010600030101010101" pitchFamily="2" charset="-122"/>
                        </a:rPr>
                        <a:t>倍频带中心频率</a:t>
                      </a:r>
                      <a:r>
                        <a:rPr lang="en-US" sz="1400" b="1" kern="0" dirty="0">
                          <a:latin typeface="Times New Roman" panose="02020603050405020304" pitchFamily="18" charset="0"/>
                          <a:ea typeface="宋体" panose="02010600030101010101" pitchFamily="2" charset="-122"/>
                          <a:cs typeface="宋体" panose="02010600030101010101" pitchFamily="2" charset="-122"/>
                        </a:rPr>
                        <a:t> (Hz)</a:t>
                      </a:r>
                      <a:endParaRPr lang="zh-CN" sz="1400" b="1" kern="100" dirty="0">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CC"/>
                    </a:solidFill>
                  </a:tcPr>
                </a:tc>
                <a:tc hMerge="1">
                  <a:tcPr/>
                </a:tc>
                <a:tc hMerge="1">
                  <a:tcPr/>
                </a:tc>
                <a:tc hMerge="1">
                  <a:tcPr/>
                </a:tc>
                <a:tc hMerge="1">
                  <a:tcPr/>
                </a:tc>
                <a:tc hMerge="1">
                  <a:tcPr/>
                </a:tc>
                <a:tc>
                  <a:txBody>
                    <a:bodyPr/>
                    <a:p>
                      <a:pPr algn="ctr">
                        <a:spcAft>
                          <a:spcPts val="0"/>
                        </a:spcAft>
                      </a:pPr>
                      <a:r>
                        <a:rPr lang="zh-CN" sz="1400" b="1" kern="0" dirty="0">
                          <a:latin typeface="Times New Roman" panose="02020603050405020304" pitchFamily="18" charset="0"/>
                          <a:ea typeface="宋体" panose="02010600030101010101" pitchFamily="2" charset="-122"/>
                          <a:cs typeface="宋体" panose="02010600030101010101" pitchFamily="2" charset="-122"/>
                        </a:rPr>
                        <a:t>平均</a:t>
                      </a:r>
                      <a:endParaRPr lang="zh-CN" sz="1400" b="1" kern="100" dirty="0">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CC"/>
                    </a:solidFill>
                  </a:tcPr>
                </a:tc>
              </a:tr>
              <a:tr h="435041">
                <a:tc vMerge="1">
                  <a:tcPr/>
                </a:tc>
                <a:tc vMerge="1">
                  <a:tcPr/>
                </a:tc>
                <a:tc vMerge="1">
                  <a:tcPr/>
                </a:tc>
                <a:tc>
                  <a:txBody>
                    <a:bodyPr/>
                    <a:p>
                      <a:pPr algn="ctr">
                        <a:spcAft>
                          <a:spcPts val="0"/>
                        </a:spcAft>
                      </a:pPr>
                      <a:r>
                        <a:rPr lang="en-US" sz="1400" b="1" kern="0" dirty="0">
                          <a:latin typeface="宋体" panose="02010600030101010101" pitchFamily="2" charset="-122"/>
                          <a:ea typeface="宋体" panose="02010600030101010101" pitchFamily="2" charset="-122"/>
                          <a:cs typeface="宋体" panose="02010600030101010101" pitchFamily="2" charset="-122"/>
                        </a:rPr>
                        <a:t>125</a:t>
                      </a:r>
                      <a:endParaRPr lang="zh-CN" sz="1400" b="1" kern="100" dirty="0">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CC"/>
                    </a:solidFill>
                  </a:tcPr>
                </a:tc>
                <a:tc>
                  <a:txBody>
                    <a:bodyPr/>
                    <a:p>
                      <a:pPr algn="ctr">
                        <a:spcAft>
                          <a:spcPts val="0"/>
                        </a:spcAft>
                      </a:pPr>
                      <a:r>
                        <a:rPr lang="en-US" sz="1400" b="1" kern="0" dirty="0">
                          <a:latin typeface="宋体" panose="02010600030101010101" pitchFamily="2" charset="-122"/>
                          <a:ea typeface="宋体" panose="02010600030101010101" pitchFamily="2" charset="-122"/>
                          <a:cs typeface="宋体" panose="02010600030101010101" pitchFamily="2" charset="-122"/>
                        </a:rPr>
                        <a:t>250</a:t>
                      </a:r>
                      <a:endParaRPr lang="zh-CN" sz="1400" b="1" kern="100" dirty="0">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CC"/>
                    </a:solidFill>
                  </a:tcPr>
                </a:tc>
                <a:tc>
                  <a:txBody>
                    <a:bodyPr/>
                    <a:p>
                      <a:pPr algn="ctr">
                        <a:spcAft>
                          <a:spcPts val="0"/>
                        </a:spcAft>
                      </a:pPr>
                      <a:r>
                        <a:rPr lang="en-US" sz="1400" b="1" kern="0" dirty="0">
                          <a:latin typeface="宋体" panose="02010600030101010101" pitchFamily="2" charset="-122"/>
                          <a:ea typeface="宋体" panose="02010600030101010101" pitchFamily="2" charset="-122"/>
                          <a:cs typeface="宋体" panose="02010600030101010101" pitchFamily="2" charset="-122"/>
                        </a:rPr>
                        <a:t>500</a:t>
                      </a:r>
                      <a:endParaRPr lang="zh-CN" sz="1400" b="1" kern="100" dirty="0">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CC"/>
                    </a:solidFill>
                  </a:tcPr>
                </a:tc>
                <a:tc>
                  <a:txBody>
                    <a:bodyPr/>
                    <a:p>
                      <a:pPr algn="ctr">
                        <a:spcAft>
                          <a:spcPts val="0"/>
                        </a:spcAft>
                      </a:pPr>
                      <a:r>
                        <a:rPr lang="en-US" sz="1400" b="1" kern="0">
                          <a:latin typeface="宋体" panose="02010600030101010101" pitchFamily="2" charset="-122"/>
                          <a:ea typeface="宋体" panose="02010600030101010101" pitchFamily="2" charset="-122"/>
                          <a:cs typeface="宋体" panose="02010600030101010101" pitchFamily="2" charset="-122"/>
                        </a:rPr>
                        <a:t>1k</a:t>
                      </a:r>
                      <a:endParaRPr lang="zh-CN" sz="1400" b="1" kern="100">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CC"/>
                    </a:solidFill>
                  </a:tcPr>
                </a:tc>
                <a:tc>
                  <a:txBody>
                    <a:bodyPr/>
                    <a:p>
                      <a:pPr algn="ctr">
                        <a:spcAft>
                          <a:spcPts val="0"/>
                        </a:spcAft>
                      </a:pPr>
                      <a:r>
                        <a:rPr lang="en-US" sz="1400" b="1" kern="0">
                          <a:latin typeface="宋体" panose="02010600030101010101" pitchFamily="2" charset="-122"/>
                          <a:ea typeface="宋体" panose="02010600030101010101" pitchFamily="2" charset="-122"/>
                          <a:cs typeface="宋体" panose="02010600030101010101" pitchFamily="2" charset="-122"/>
                        </a:rPr>
                        <a:t>2k</a:t>
                      </a:r>
                      <a:endParaRPr lang="zh-CN" sz="1400" b="1" kern="100">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CC"/>
                    </a:solidFill>
                  </a:tcPr>
                </a:tc>
                <a:tc>
                  <a:txBody>
                    <a:bodyPr/>
                    <a:p>
                      <a:pPr algn="ctr">
                        <a:spcAft>
                          <a:spcPts val="0"/>
                        </a:spcAft>
                      </a:pPr>
                      <a:r>
                        <a:rPr lang="en-US" sz="1400" b="1" kern="0" dirty="0">
                          <a:latin typeface="宋体" panose="02010600030101010101" pitchFamily="2" charset="-122"/>
                          <a:ea typeface="宋体" panose="02010600030101010101" pitchFamily="2" charset="-122"/>
                          <a:cs typeface="宋体" panose="02010600030101010101" pitchFamily="2" charset="-122"/>
                        </a:rPr>
                        <a:t>4k</a:t>
                      </a:r>
                      <a:endParaRPr lang="zh-CN" sz="1400" b="1" kern="100" dirty="0">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CC"/>
                    </a:solidFill>
                  </a:tcPr>
                </a:tc>
                <a:tc>
                  <a:txBody>
                    <a:bodyPr/>
                    <a:p>
                      <a:pPr algn="ctr">
                        <a:spcAft>
                          <a:spcPts val="0"/>
                        </a:spcAft>
                      </a:pPr>
                      <a:r>
                        <a:rPr lang="zh-CN" sz="1400" b="1" kern="0" dirty="0">
                          <a:latin typeface="Times New Roman" panose="02020603050405020304" pitchFamily="18" charset="0"/>
                          <a:ea typeface="华文细黑" pitchFamily="2" charset="-122"/>
                          <a:cs typeface="宋体" panose="02010600030101010101" pitchFamily="2" charset="-122"/>
                        </a:rPr>
                        <a:t>ā</a:t>
                      </a:r>
                      <a:endParaRPr lang="zh-CN" sz="1400" b="1" kern="100" dirty="0">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CC"/>
                    </a:solidFill>
                  </a:tcPr>
                </a:tc>
              </a:tr>
              <a:tr h="426062">
                <a:tc rowSpan="2">
                  <a:txBody>
                    <a:bodyPr/>
                    <a:p>
                      <a:pPr algn="ctr">
                        <a:spcAft>
                          <a:spcPts val="0"/>
                        </a:spcAft>
                      </a:pPr>
                      <a:r>
                        <a:rPr lang="zh-CN" sz="1400" kern="0" dirty="0" smtClean="0">
                          <a:latin typeface="Times New Roman" panose="02020603050405020304" pitchFamily="18" charset="0"/>
                          <a:ea typeface="宋体" panose="02010600030101010101" pitchFamily="2" charset="-122"/>
                          <a:cs typeface="宋体" panose="02010600030101010101" pitchFamily="2" charset="-122"/>
                        </a:rPr>
                        <a:t>玻璃棉</a:t>
                      </a:r>
                      <a:endParaRPr lang="zh-CN" sz="1400" kern="100" dirty="0">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2">
                  <a:txBody>
                    <a:bodyPr/>
                    <a:p>
                      <a:pPr algn="ctr">
                        <a:spcAft>
                          <a:spcPts val="0"/>
                        </a:spcAft>
                      </a:pPr>
                      <a:r>
                        <a:rPr lang="en-US" sz="1400" kern="0">
                          <a:latin typeface="宋体" panose="02010600030101010101" pitchFamily="2" charset="-122"/>
                          <a:ea typeface="宋体" panose="02010600030101010101" pitchFamily="2" charset="-122"/>
                          <a:cs typeface="宋体" panose="02010600030101010101" pitchFamily="2" charset="-122"/>
                        </a:rPr>
                        <a:t>20</a:t>
                      </a:r>
                      <a:endParaRPr lang="zh-CN" sz="1400" kern="100">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ctr">
                        <a:spcAft>
                          <a:spcPts val="0"/>
                        </a:spcAft>
                      </a:pPr>
                      <a:r>
                        <a:rPr lang="en-US" sz="1400" kern="0">
                          <a:latin typeface="宋体" panose="02010600030101010101" pitchFamily="2" charset="-122"/>
                          <a:ea typeface="宋体" panose="02010600030101010101" pitchFamily="2" charset="-122"/>
                          <a:cs typeface="宋体" panose="02010600030101010101" pitchFamily="2" charset="-122"/>
                        </a:rPr>
                        <a:t>5</a:t>
                      </a:r>
                      <a:endParaRPr lang="zh-CN" sz="1400" kern="100">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ctr">
                        <a:spcAft>
                          <a:spcPts val="0"/>
                        </a:spcAft>
                      </a:pPr>
                      <a:r>
                        <a:rPr lang="en-US" sz="1400" kern="0">
                          <a:latin typeface="宋体" panose="02010600030101010101" pitchFamily="2" charset="-122"/>
                          <a:ea typeface="宋体" panose="02010600030101010101" pitchFamily="2" charset="-122"/>
                          <a:cs typeface="宋体" panose="02010600030101010101" pitchFamily="2" charset="-122"/>
                        </a:rPr>
                        <a:t>0.15</a:t>
                      </a:r>
                      <a:endParaRPr lang="zh-CN" sz="1400" kern="100">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ctr">
                        <a:spcAft>
                          <a:spcPts val="0"/>
                        </a:spcAft>
                      </a:pPr>
                      <a:r>
                        <a:rPr lang="en-US" sz="1400" kern="0">
                          <a:latin typeface="宋体" panose="02010600030101010101" pitchFamily="2" charset="-122"/>
                          <a:ea typeface="宋体" panose="02010600030101010101" pitchFamily="2" charset="-122"/>
                          <a:cs typeface="宋体" panose="02010600030101010101" pitchFamily="2" charset="-122"/>
                        </a:rPr>
                        <a:t>0.74</a:t>
                      </a:r>
                      <a:endParaRPr lang="zh-CN" sz="1400" kern="100">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ctr">
                        <a:spcAft>
                          <a:spcPts val="0"/>
                        </a:spcAft>
                      </a:pPr>
                      <a:r>
                        <a:rPr lang="en-US" sz="1400" kern="0" dirty="0">
                          <a:latin typeface="宋体" panose="02010600030101010101" pitchFamily="2" charset="-122"/>
                          <a:ea typeface="宋体" panose="02010600030101010101" pitchFamily="2" charset="-122"/>
                          <a:cs typeface="宋体" panose="02010600030101010101" pitchFamily="2" charset="-122"/>
                        </a:rPr>
                        <a:t>0.72</a:t>
                      </a:r>
                      <a:endParaRPr lang="zh-CN" sz="1400" kern="100" dirty="0">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ctr">
                        <a:spcAft>
                          <a:spcPts val="0"/>
                        </a:spcAft>
                      </a:pPr>
                      <a:r>
                        <a:rPr lang="en-US" sz="1400" kern="0" dirty="0">
                          <a:latin typeface="宋体" panose="02010600030101010101" pitchFamily="2" charset="-122"/>
                          <a:ea typeface="宋体" panose="02010600030101010101" pitchFamily="2" charset="-122"/>
                          <a:cs typeface="宋体" panose="02010600030101010101" pitchFamily="2" charset="-122"/>
                        </a:rPr>
                        <a:t>0.97</a:t>
                      </a:r>
                      <a:endParaRPr lang="zh-CN" sz="1400" kern="100" dirty="0">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ctr">
                        <a:spcAft>
                          <a:spcPts val="0"/>
                        </a:spcAft>
                      </a:pPr>
                      <a:r>
                        <a:rPr lang="en-US" sz="1400" kern="0">
                          <a:latin typeface="宋体" panose="02010600030101010101" pitchFamily="2" charset="-122"/>
                          <a:ea typeface="宋体" panose="02010600030101010101" pitchFamily="2" charset="-122"/>
                          <a:cs typeface="宋体" panose="02010600030101010101" pitchFamily="2" charset="-122"/>
                        </a:rPr>
                        <a:t>0.98</a:t>
                      </a:r>
                      <a:endParaRPr lang="zh-CN" sz="1400" kern="100">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ctr">
                        <a:spcAft>
                          <a:spcPts val="0"/>
                        </a:spcAft>
                      </a:pPr>
                      <a:r>
                        <a:rPr lang="en-US" sz="1400" kern="0" dirty="0">
                          <a:latin typeface="宋体" panose="02010600030101010101" pitchFamily="2" charset="-122"/>
                          <a:ea typeface="宋体" panose="02010600030101010101" pitchFamily="2" charset="-122"/>
                          <a:cs typeface="宋体" panose="02010600030101010101" pitchFamily="2" charset="-122"/>
                        </a:rPr>
                        <a:t>0.99</a:t>
                      </a:r>
                      <a:endParaRPr lang="zh-CN" sz="1400" kern="100" dirty="0">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ctr">
                        <a:spcAft>
                          <a:spcPts val="0"/>
                        </a:spcAft>
                      </a:pPr>
                      <a:r>
                        <a:rPr lang="en-US" sz="1400" b="1" kern="0" dirty="0" smtClean="0">
                          <a:latin typeface="宋体" panose="02010600030101010101" pitchFamily="2" charset="-122"/>
                          <a:ea typeface="宋体" panose="02010600030101010101" pitchFamily="2" charset="-122"/>
                          <a:cs typeface="宋体" panose="02010600030101010101" pitchFamily="2" charset="-122"/>
                        </a:rPr>
                        <a:t>0.82</a:t>
                      </a:r>
                      <a:endParaRPr lang="en-US" sz="1400" b="1" kern="0" dirty="0" smtClean="0">
                        <a:latin typeface="宋体" panose="02010600030101010101" pitchFamily="2" charset="-122"/>
                        <a:ea typeface="宋体" panose="02010600030101010101" pitchFamily="2" charset="-122"/>
                        <a:cs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32048">
                <a:tc vMerge="1">
                  <a:tcPr/>
                </a:tc>
                <a:tc vMerge="1">
                  <a:tcPr/>
                </a:tc>
                <a:tc>
                  <a:txBody>
                    <a:bodyPr/>
                    <a:p>
                      <a:pPr algn="ctr">
                        <a:spcAft>
                          <a:spcPts val="0"/>
                        </a:spcAft>
                      </a:pPr>
                      <a:r>
                        <a:rPr lang="en-US" sz="1400" kern="0">
                          <a:latin typeface="宋体" panose="02010600030101010101" pitchFamily="2" charset="-122"/>
                          <a:ea typeface="宋体" panose="02010600030101010101" pitchFamily="2" charset="-122"/>
                          <a:cs typeface="宋体" panose="02010600030101010101" pitchFamily="2" charset="-122"/>
                        </a:rPr>
                        <a:t>10</a:t>
                      </a:r>
                      <a:endParaRPr lang="zh-CN" sz="1400" kern="100">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ctr">
                        <a:spcAft>
                          <a:spcPts val="0"/>
                        </a:spcAft>
                      </a:pPr>
                      <a:r>
                        <a:rPr lang="en-US" sz="1400" kern="0">
                          <a:latin typeface="宋体" panose="02010600030101010101" pitchFamily="2" charset="-122"/>
                          <a:ea typeface="宋体" panose="02010600030101010101" pitchFamily="2" charset="-122"/>
                          <a:cs typeface="宋体" panose="02010600030101010101" pitchFamily="2" charset="-122"/>
                        </a:rPr>
                        <a:t>0.21</a:t>
                      </a:r>
                      <a:endParaRPr lang="zh-CN" sz="1400" kern="100">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ctr">
                        <a:spcAft>
                          <a:spcPts val="0"/>
                        </a:spcAft>
                      </a:pPr>
                      <a:r>
                        <a:rPr lang="en-US" sz="1400" kern="0">
                          <a:latin typeface="宋体" panose="02010600030101010101" pitchFamily="2" charset="-122"/>
                          <a:ea typeface="宋体" panose="02010600030101010101" pitchFamily="2" charset="-122"/>
                          <a:cs typeface="宋体" panose="02010600030101010101" pitchFamily="2" charset="-122"/>
                        </a:rPr>
                        <a:t>0.85</a:t>
                      </a:r>
                      <a:endParaRPr lang="zh-CN" sz="1400" kern="100">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ctr">
                        <a:spcAft>
                          <a:spcPts val="0"/>
                        </a:spcAft>
                      </a:pPr>
                      <a:r>
                        <a:rPr lang="en-US" sz="1400" kern="0">
                          <a:latin typeface="宋体" panose="02010600030101010101" pitchFamily="2" charset="-122"/>
                          <a:ea typeface="宋体" panose="02010600030101010101" pitchFamily="2" charset="-122"/>
                          <a:cs typeface="宋体" panose="02010600030101010101" pitchFamily="2" charset="-122"/>
                        </a:rPr>
                        <a:t>0.88</a:t>
                      </a:r>
                      <a:endParaRPr lang="zh-CN" sz="1400" kern="100">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ctr">
                        <a:spcAft>
                          <a:spcPts val="0"/>
                        </a:spcAft>
                      </a:pPr>
                      <a:r>
                        <a:rPr lang="en-US" sz="1400" kern="0" dirty="0">
                          <a:latin typeface="宋体" panose="02010600030101010101" pitchFamily="2" charset="-122"/>
                          <a:ea typeface="宋体" panose="02010600030101010101" pitchFamily="2" charset="-122"/>
                          <a:cs typeface="宋体" panose="02010600030101010101" pitchFamily="2" charset="-122"/>
                        </a:rPr>
                        <a:t>0.97</a:t>
                      </a:r>
                      <a:endParaRPr lang="zh-CN" sz="1400" kern="100" dirty="0">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ctr">
                        <a:spcAft>
                          <a:spcPts val="0"/>
                        </a:spcAft>
                      </a:pPr>
                      <a:r>
                        <a:rPr lang="en-US" sz="1400" kern="0">
                          <a:latin typeface="宋体" panose="02010600030101010101" pitchFamily="2" charset="-122"/>
                          <a:ea typeface="宋体" panose="02010600030101010101" pitchFamily="2" charset="-122"/>
                          <a:cs typeface="宋体" panose="02010600030101010101" pitchFamily="2" charset="-122"/>
                        </a:rPr>
                        <a:t>0.98</a:t>
                      </a:r>
                      <a:endParaRPr lang="zh-CN" sz="1400" kern="100">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ctr">
                        <a:spcAft>
                          <a:spcPts val="0"/>
                        </a:spcAft>
                      </a:pPr>
                      <a:r>
                        <a:rPr lang="en-US" sz="1400" kern="0" dirty="0">
                          <a:latin typeface="宋体" panose="02010600030101010101" pitchFamily="2" charset="-122"/>
                          <a:ea typeface="宋体" panose="02010600030101010101" pitchFamily="2" charset="-122"/>
                          <a:cs typeface="宋体" panose="02010600030101010101" pitchFamily="2" charset="-122"/>
                        </a:rPr>
                        <a:t>0.98</a:t>
                      </a:r>
                      <a:endParaRPr lang="zh-CN" sz="1400" kern="100" dirty="0">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ctr">
                        <a:spcAft>
                          <a:spcPts val="0"/>
                        </a:spcAft>
                      </a:pPr>
                      <a:r>
                        <a:rPr lang="en-US" sz="1400" b="1" kern="0" dirty="0" smtClean="0">
                          <a:latin typeface="宋体" panose="02010600030101010101" pitchFamily="2" charset="-122"/>
                          <a:ea typeface="宋体" panose="02010600030101010101" pitchFamily="2" charset="-122"/>
                          <a:cs typeface="宋体" panose="02010600030101010101" pitchFamily="2" charset="-122"/>
                        </a:rPr>
                        <a:t>0.88</a:t>
                      </a:r>
                      <a:endParaRPr lang="en-US" sz="1400" b="1" kern="0" dirty="0" smtClean="0">
                        <a:latin typeface="宋体" panose="02010600030101010101" pitchFamily="2" charset="-122"/>
                        <a:ea typeface="宋体" panose="02010600030101010101" pitchFamily="2" charset="-122"/>
                        <a:cs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60040">
                <a:tc>
                  <a:txBody>
                    <a:bodyPr/>
                    <a:p>
                      <a:pPr algn="ctr">
                        <a:spcAft>
                          <a:spcPts val="0"/>
                        </a:spcAft>
                      </a:pPr>
                      <a:r>
                        <a:rPr lang="zh-CN" sz="1400" kern="0" dirty="0">
                          <a:latin typeface="Times New Roman" panose="02020603050405020304" pitchFamily="18" charset="0"/>
                          <a:ea typeface="宋体" panose="02010600030101010101" pitchFamily="2" charset="-122"/>
                          <a:cs typeface="宋体" panose="02010600030101010101" pitchFamily="2" charset="-122"/>
                        </a:rPr>
                        <a:t>岩棉</a:t>
                      </a:r>
                      <a:endParaRPr lang="zh-CN" sz="1400" kern="100" dirty="0">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ctr">
                        <a:spcAft>
                          <a:spcPts val="0"/>
                        </a:spcAft>
                      </a:pPr>
                      <a:r>
                        <a:rPr lang="en-US" sz="1400" kern="0">
                          <a:latin typeface="宋体" panose="02010600030101010101" pitchFamily="2" charset="-122"/>
                          <a:ea typeface="宋体" panose="02010600030101010101" pitchFamily="2" charset="-122"/>
                          <a:cs typeface="宋体" panose="02010600030101010101" pitchFamily="2" charset="-122"/>
                        </a:rPr>
                        <a:t>20</a:t>
                      </a:r>
                      <a:endParaRPr lang="zh-CN" sz="1400" kern="100">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ctr">
                        <a:spcAft>
                          <a:spcPts val="0"/>
                        </a:spcAft>
                      </a:pPr>
                      <a:r>
                        <a:rPr lang="en-US" sz="1400" kern="0">
                          <a:latin typeface="宋体" panose="02010600030101010101" pitchFamily="2" charset="-122"/>
                          <a:ea typeface="宋体" panose="02010600030101010101" pitchFamily="2" charset="-122"/>
                          <a:cs typeface="宋体" panose="02010600030101010101" pitchFamily="2" charset="-122"/>
                        </a:rPr>
                        <a:t>5</a:t>
                      </a:r>
                      <a:endParaRPr lang="zh-CN" sz="1400" kern="100">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ctr">
                        <a:spcAft>
                          <a:spcPts val="0"/>
                        </a:spcAft>
                      </a:pPr>
                      <a:r>
                        <a:rPr lang="en-US" sz="1400" kern="0">
                          <a:latin typeface="宋体" panose="02010600030101010101" pitchFamily="2" charset="-122"/>
                          <a:ea typeface="宋体" panose="02010600030101010101" pitchFamily="2" charset="-122"/>
                          <a:cs typeface="宋体" panose="02010600030101010101" pitchFamily="2" charset="-122"/>
                        </a:rPr>
                        <a:t>0.10</a:t>
                      </a:r>
                      <a:endParaRPr lang="zh-CN" sz="1400" kern="100">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ctr">
                        <a:spcAft>
                          <a:spcPts val="0"/>
                        </a:spcAft>
                      </a:pPr>
                      <a:r>
                        <a:rPr lang="en-US" sz="1400" kern="0">
                          <a:latin typeface="宋体" panose="02010600030101010101" pitchFamily="2" charset="-122"/>
                          <a:ea typeface="宋体" panose="02010600030101010101" pitchFamily="2" charset="-122"/>
                          <a:cs typeface="宋体" panose="02010600030101010101" pitchFamily="2" charset="-122"/>
                        </a:rPr>
                        <a:t>0.43</a:t>
                      </a:r>
                      <a:endParaRPr lang="zh-CN" sz="1400" kern="100">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ctr">
                        <a:spcAft>
                          <a:spcPts val="0"/>
                        </a:spcAft>
                      </a:pPr>
                      <a:r>
                        <a:rPr lang="en-US" sz="1400" kern="0">
                          <a:latin typeface="宋体" panose="02010600030101010101" pitchFamily="2" charset="-122"/>
                          <a:ea typeface="宋体" panose="02010600030101010101" pitchFamily="2" charset="-122"/>
                          <a:cs typeface="宋体" panose="02010600030101010101" pitchFamily="2" charset="-122"/>
                        </a:rPr>
                        <a:t>0.71</a:t>
                      </a:r>
                      <a:endParaRPr lang="zh-CN" sz="1400" kern="100">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ctr">
                        <a:spcAft>
                          <a:spcPts val="0"/>
                        </a:spcAft>
                      </a:pPr>
                      <a:r>
                        <a:rPr lang="en-US" sz="1400" kern="0" dirty="0">
                          <a:latin typeface="宋体" panose="02010600030101010101" pitchFamily="2" charset="-122"/>
                          <a:ea typeface="宋体" panose="02010600030101010101" pitchFamily="2" charset="-122"/>
                          <a:cs typeface="宋体" panose="02010600030101010101" pitchFamily="2" charset="-122"/>
                        </a:rPr>
                        <a:t>0.96</a:t>
                      </a:r>
                      <a:endParaRPr lang="zh-CN" sz="1400" kern="100" dirty="0">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ctr">
                        <a:spcAft>
                          <a:spcPts val="0"/>
                        </a:spcAft>
                      </a:pPr>
                      <a:r>
                        <a:rPr lang="en-US" sz="1400" kern="0" dirty="0">
                          <a:latin typeface="宋体" panose="02010600030101010101" pitchFamily="2" charset="-122"/>
                          <a:ea typeface="宋体" panose="02010600030101010101" pitchFamily="2" charset="-122"/>
                          <a:cs typeface="宋体" panose="02010600030101010101" pitchFamily="2" charset="-122"/>
                        </a:rPr>
                        <a:t>0.98</a:t>
                      </a:r>
                      <a:endParaRPr lang="zh-CN" sz="1400" kern="100" dirty="0">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ctr">
                        <a:spcAft>
                          <a:spcPts val="0"/>
                        </a:spcAft>
                      </a:pPr>
                      <a:r>
                        <a:rPr lang="en-US" sz="1400" kern="0" dirty="0">
                          <a:latin typeface="宋体" panose="02010600030101010101" pitchFamily="2" charset="-122"/>
                          <a:ea typeface="宋体" panose="02010600030101010101" pitchFamily="2" charset="-122"/>
                          <a:cs typeface="宋体" panose="02010600030101010101" pitchFamily="2" charset="-122"/>
                        </a:rPr>
                        <a:t>0.99</a:t>
                      </a:r>
                      <a:endParaRPr lang="zh-CN" sz="1400" kern="100" dirty="0">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ctr">
                        <a:spcAft>
                          <a:spcPts val="0"/>
                        </a:spcAft>
                      </a:pPr>
                      <a:r>
                        <a:rPr lang="en-US" sz="1400" b="1" kern="0" dirty="0" smtClean="0">
                          <a:latin typeface="宋体" panose="02010600030101010101" pitchFamily="2" charset="-122"/>
                          <a:ea typeface="宋体" panose="02010600030101010101" pitchFamily="2" charset="-122"/>
                          <a:cs typeface="宋体" panose="02010600030101010101" pitchFamily="2" charset="-122"/>
                        </a:rPr>
                        <a:t>0.78</a:t>
                      </a:r>
                      <a:endParaRPr lang="en-US" sz="1400" b="1" kern="0" dirty="0" smtClean="0">
                        <a:latin typeface="宋体" panose="02010600030101010101" pitchFamily="2" charset="-122"/>
                        <a:ea typeface="宋体" panose="02010600030101010101" pitchFamily="2" charset="-122"/>
                        <a:cs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60040">
                <a:tc>
                  <a:txBody>
                    <a:bodyPr/>
                    <a:p>
                      <a:pPr algn="ctr">
                        <a:spcAft>
                          <a:spcPts val="0"/>
                        </a:spcAft>
                      </a:pPr>
                      <a:r>
                        <a:rPr lang="zh-CN" sz="1400" kern="0">
                          <a:latin typeface="Times New Roman" panose="02020603050405020304" pitchFamily="18" charset="0"/>
                          <a:ea typeface="宋体" panose="02010600030101010101" pitchFamily="2" charset="-122"/>
                          <a:cs typeface="宋体" panose="02010600030101010101" pitchFamily="2" charset="-122"/>
                        </a:rPr>
                        <a:t>矿棉</a:t>
                      </a:r>
                      <a:endParaRPr lang="zh-CN" sz="1400" kern="100">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ctr">
                        <a:spcAft>
                          <a:spcPts val="0"/>
                        </a:spcAft>
                      </a:pPr>
                      <a:r>
                        <a:rPr lang="en-US" sz="1400" kern="0">
                          <a:latin typeface="宋体" panose="02010600030101010101" pitchFamily="2" charset="-122"/>
                          <a:ea typeface="宋体" panose="02010600030101010101" pitchFamily="2" charset="-122"/>
                          <a:cs typeface="宋体" panose="02010600030101010101" pitchFamily="2" charset="-122"/>
                        </a:rPr>
                        <a:t>240</a:t>
                      </a:r>
                      <a:endParaRPr lang="zh-CN" sz="1400" kern="100">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ctr">
                        <a:spcAft>
                          <a:spcPts val="0"/>
                        </a:spcAft>
                      </a:pPr>
                      <a:r>
                        <a:rPr lang="en-US" sz="1400" kern="0">
                          <a:latin typeface="宋体" panose="02010600030101010101" pitchFamily="2" charset="-122"/>
                          <a:ea typeface="宋体" panose="02010600030101010101" pitchFamily="2" charset="-122"/>
                          <a:cs typeface="宋体" panose="02010600030101010101" pitchFamily="2" charset="-122"/>
                        </a:rPr>
                        <a:t>5</a:t>
                      </a:r>
                      <a:endParaRPr lang="zh-CN" sz="1400" kern="100">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ctr">
                        <a:spcAft>
                          <a:spcPts val="0"/>
                        </a:spcAft>
                      </a:pPr>
                      <a:r>
                        <a:rPr lang="en-US" sz="1400" kern="0">
                          <a:latin typeface="宋体" panose="02010600030101010101" pitchFamily="2" charset="-122"/>
                          <a:ea typeface="宋体" panose="02010600030101010101" pitchFamily="2" charset="-122"/>
                          <a:cs typeface="宋体" panose="02010600030101010101" pitchFamily="2" charset="-122"/>
                        </a:rPr>
                        <a:t>0.25</a:t>
                      </a:r>
                      <a:endParaRPr lang="zh-CN" sz="1400" kern="100">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ctr">
                        <a:spcAft>
                          <a:spcPts val="0"/>
                        </a:spcAft>
                      </a:pPr>
                      <a:r>
                        <a:rPr lang="en-US" sz="1400" kern="0">
                          <a:latin typeface="宋体" panose="02010600030101010101" pitchFamily="2" charset="-122"/>
                          <a:ea typeface="宋体" panose="02010600030101010101" pitchFamily="2" charset="-122"/>
                          <a:cs typeface="宋体" panose="02010600030101010101" pitchFamily="2" charset="-122"/>
                        </a:rPr>
                        <a:t>0.55</a:t>
                      </a:r>
                      <a:endParaRPr lang="zh-CN" sz="1400" kern="100">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ctr">
                        <a:spcAft>
                          <a:spcPts val="0"/>
                        </a:spcAft>
                      </a:pPr>
                      <a:r>
                        <a:rPr lang="en-US" sz="1400" kern="0">
                          <a:latin typeface="宋体" panose="02010600030101010101" pitchFamily="2" charset="-122"/>
                          <a:ea typeface="宋体" panose="02010600030101010101" pitchFamily="2" charset="-122"/>
                          <a:cs typeface="宋体" panose="02010600030101010101" pitchFamily="2" charset="-122"/>
                        </a:rPr>
                        <a:t>0.78</a:t>
                      </a:r>
                      <a:endParaRPr lang="zh-CN" sz="1400" kern="100">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ctr">
                        <a:spcAft>
                          <a:spcPts val="0"/>
                        </a:spcAft>
                      </a:pPr>
                      <a:r>
                        <a:rPr lang="en-US" sz="1400" kern="0">
                          <a:latin typeface="宋体" panose="02010600030101010101" pitchFamily="2" charset="-122"/>
                          <a:ea typeface="宋体" panose="02010600030101010101" pitchFamily="2" charset="-122"/>
                          <a:cs typeface="宋体" panose="02010600030101010101" pitchFamily="2" charset="-122"/>
                        </a:rPr>
                        <a:t>0.75</a:t>
                      </a:r>
                      <a:endParaRPr lang="zh-CN" sz="1400" kern="100">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ctr">
                        <a:spcAft>
                          <a:spcPts val="0"/>
                        </a:spcAft>
                      </a:pPr>
                      <a:r>
                        <a:rPr lang="en-US" sz="1400" kern="0" dirty="0">
                          <a:latin typeface="宋体" panose="02010600030101010101" pitchFamily="2" charset="-122"/>
                          <a:ea typeface="宋体" panose="02010600030101010101" pitchFamily="2" charset="-122"/>
                          <a:cs typeface="宋体" panose="02010600030101010101" pitchFamily="2" charset="-122"/>
                        </a:rPr>
                        <a:t>0.91</a:t>
                      </a:r>
                      <a:endParaRPr lang="zh-CN" sz="1400" kern="100" dirty="0">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ctr">
                        <a:spcAft>
                          <a:spcPts val="0"/>
                        </a:spcAft>
                      </a:pPr>
                      <a:r>
                        <a:rPr lang="en-US" sz="1400" kern="0" dirty="0">
                          <a:latin typeface="宋体" panose="02010600030101010101" pitchFamily="2" charset="-122"/>
                          <a:ea typeface="宋体" panose="02010600030101010101" pitchFamily="2" charset="-122"/>
                          <a:cs typeface="宋体" panose="02010600030101010101" pitchFamily="2" charset="-122"/>
                        </a:rPr>
                        <a:t>0.92</a:t>
                      </a:r>
                      <a:endParaRPr lang="zh-CN" sz="1400" kern="100" dirty="0">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ctr">
                        <a:spcAft>
                          <a:spcPts val="0"/>
                        </a:spcAft>
                      </a:pPr>
                      <a:r>
                        <a:rPr lang="en-US" sz="1400" kern="0" dirty="0">
                          <a:latin typeface="宋体" panose="02010600030101010101" pitchFamily="2" charset="-122"/>
                          <a:ea typeface="宋体" panose="02010600030101010101" pitchFamily="2" charset="-122"/>
                          <a:cs typeface="宋体" panose="02010600030101010101" pitchFamily="2" charset="-122"/>
                        </a:rPr>
                        <a:t>0.69</a:t>
                      </a:r>
                      <a:endParaRPr lang="zh-CN" sz="1400" kern="100" dirty="0">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60040">
                <a:tc>
                  <a:txBody>
                    <a:bodyPr/>
                    <a:p>
                      <a:pPr algn="ctr">
                        <a:spcAft>
                          <a:spcPts val="0"/>
                        </a:spcAft>
                      </a:pPr>
                      <a:r>
                        <a:rPr lang="zh-CN" sz="1400" kern="0">
                          <a:latin typeface="Times New Roman" panose="02020603050405020304" pitchFamily="18" charset="0"/>
                          <a:ea typeface="宋体" panose="02010600030101010101" pitchFamily="2" charset="-122"/>
                          <a:cs typeface="宋体" panose="02010600030101010101" pitchFamily="2" charset="-122"/>
                        </a:rPr>
                        <a:t>毛毡</a:t>
                      </a:r>
                      <a:endParaRPr lang="zh-CN" sz="1400" kern="100">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ctr">
                        <a:spcAft>
                          <a:spcPts val="0"/>
                        </a:spcAft>
                      </a:pPr>
                      <a:r>
                        <a:rPr lang="en-US" sz="1400" kern="0">
                          <a:latin typeface="宋体" panose="02010600030101010101" pitchFamily="2" charset="-122"/>
                          <a:ea typeface="宋体" panose="02010600030101010101" pitchFamily="2" charset="-122"/>
                          <a:cs typeface="宋体" panose="02010600030101010101" pitchFamily="2" charset="-122"/>
                        </a:rPr>
                        <a:t>370</a:t>
                      </a:r>
                      <a:endParaRPr lang="zh-CN" sz="1400" kern="100">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ctr">
                        <a:spcAft>
                          <a:spcPts val="0"/>
                        </a:spcAft>
                      </a:pPr>
                      <a:r>
                        <a:rPr lang="en-US" sz="1400" kern="0">
                          <a:latin typeface="宋体" panose="02010600030101010101" pitchFamily="2" charset="-122"/>
                          <a:ea typeface="宋体" panose="02010600030101010101" pitchFamily="2" charset="-122"/>
                          <a:cs typeface="宋体" panose="02010600030101010101" pitchFamily="2" charset="-122"/>
                        </a:rPr>
                        <a:t>5</a:t>
                      </a:r>
                      <a:endParaRPr lang="zh-CN" sz="1400" kern="100">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ctr">
                        <a:spcAft>
                          <a:spcPts val="0"/>
                        </a:spcAft>
                      </a:pPr>
                      <a:r>
                        <a:rPr lang="en-US" sz="1400" kern="0">
                          <a:latin typeface="宋体" panose="02010600030101010101" pitchFamily="2" charset="-122"/>
                          <a:ea typeface="宋体" panose="02010600030101010101" pitchFamily="2" charset="-122"/>
                          <a:cs typeface="宋体" panose="02010600030101010101" pitchFamily="2" charset="-122"/>
                        </a:rPr>
                        <a:t>0.11</a:t>
                      </a:r>
                      <a:endParaRPr lang="zh-CN" sz="1400" kern="100">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ctr">
                        <a:spcAft>
                          <a:spcPts val="0"/>
                        </a:spcAft>
                      </a:pPr>
                      <a:r>
                        <a:rPr lang="en-US" sz="1400" kern="0">
                          <a:latin typeface="宋体" panose="02010600030101010101" pitchFamily="2" charset="-122"/>
                          <a:ea typeface="宋体" panose="02010600030101010101" pitchFamily="2" charset="-122"/>
                          <a:cs typeface="宋体" panose="02010600030101010101" pitchFamily="2" charset="-122"/>
                        </a:rPr>
                        <a:t>0.30</a:t>
                      </a:r>
                      <a:endParaRPr lang="zh-CN" sz="1400" kern="100">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ctr">
                        <a:spcAft>
                          <a:spcPts val="0"/>
                        </a:spcAft>
                      </a:pPr>
                      <a:r>
                        <a:rPr lang="en-US" sz="1400" kern="0">
                          <a:latin typeface="宋体" panose="02010600030101010101" pitchFamily="2" charset="-122"/>
                          <a:ea typeface="宋体" panose="02010600030101010101" pitchFamily="2" charset="-122"/>
                          <a:cs typeface="宋体" panose="02010600030101010101" pitchFamily="2" charset="-122"/>
                        </a:rPr>
                        <a:t>0.50</a:t>
                      </a:r>
                      <a:endParaRPr lang="zh-CN" sz="1400" kern="100">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ctr">
                        <a:spcAft>
                          <a:spcPts val="0"/>
                        </a:spcAft>
                      </a:pPr>
                      <a:r>
                        <a:rPr lang="en-US" sz="1400" kern="0">
                          <a:latin typeface="宋体" panose="02010600030101010101" pitchFamily="2" charset="-122"/>
                          <a:ea typeface="宋体" panose="02010600030101010101" pitchFamily="2" charset="-122"/>
                          <a:cs typeface="宋体" panose="02010600030101010101" pitchFamily="2" charset="-122"/>
                        </a:rPr>
                        <a:t>0.50</a:t>
                      </a:r>
                      <a:endParaRPr lang="zh-CN" sz="1400" kern="100">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ctr">
                        <a:spcAft>
                          <a:spcPts val="0"/>
                        </a:spcAft>
                      </a:pPr>
                      <a:r>
                        <a:rPr lang="en-US" sz="1400" kern="0" dirty="0">
                          <a:latin typeface="宋体" panose="02010600030101010101" pitchFamily="2" charset="-122"/>
                          <a:ea typeface="宋体" panose="02010600030101010101" pitchFamily="2" charset="-122"/>
                          <a:cs typeface="宋体" panose="02010600030101010101" pitchFamily="2" charset="-122"/>
                        </a:rPr>
                        <a:t>0.52</a:t>
                      </a:r>
                      <a:endParaRPr lang="zh-CN" sz="1400" kern="100" dirty="0">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ctr">
                        <a:spcAft>
                          <a:spcPts val="0"/>
                        </a:spcAft>
                      </a:pPr>
                      <a:r>
                        <a:rPr lang="en-US" sz="1400" kern="0" dirty="0">
                          <a:latin typeface="宋体" panose="02010600030101010101" pitchFamily="2" charset="-122"/>
                          <a:ea typeface="宋体" panose="02010600030101010101" pitchFamily="2" charset="-122"/>
                          <a:cs typeface="宋体" panose="02010600030101010101" pitchFamily="2" charset="-122"/>
                        </a:rPr>
                        <a:t>0.52</a:t>
                      </a:r>
                      <a:endParaRPr lang="zh-CN" sz="1400" kern="100" dirty="0">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ctr">
                        <a:spcAft>
                          <a:spcPts val="0"/>
                        </a:spcAft>
                      </a:pPr>
                      <a:r>
                        <a:rPr lang="en-US" sz="1400" kern="0" dirty="0">
                          <a:latin typeface="宋体" panose="02010600030101010101" pitchFamily="2" charset="-122"/>
                          <a:ea typeface="宋体" panose="02010600030101010101" pitchFamily="2" charset="-122"/>
                          <a:cs typeface="宋体" panose="02010600030101010101" pitchFamily="2" charset="-122"/>
                        </a:rPr>
                        <a:t>0.41</a:t>
                      </a:r>
                      <a:endParaRPr lang="zh-CN" sz="1400" kern="100" dirty="0">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04056">
                <a:tc>
                  <a:txBody>
                    <a:bodyPr/>
                    <a:p>
                      <a:pPr algn="ctr">
                        <a:spcAft>
                          <a:spcPts val="0"/>
                        </a:spcAft>
                      </a:pPr>
                      <a:r>
                        <a:rPr lang="zh-CN" sz="1400" kern="0">
                          <a:latin typeface="Times New Roman" panose="02020603050405020304" pitchFamily="18" charset="0"/>
                          <a:ea typeface="宋体" panose="02010600030101010101" pitchFamily="2" charset="-122"/>
                          <a:cs typeface="宋体" panose="02010600030101010101" pitchFamily="2" charset="-122"/>
                        </a:rPr>
                        <a:t>木质纤维板</a:t>
                      </a:r>
                      <a:endParaRPr lang="zh-CN" sz="1400" kern="100">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ctr">
                        <a:spcAft>
                          <a:spcPts val="0"/>
                        </a:spcAft>
                      </a:pPr>
                      <a:r>
                        <a:rPr lang="en-US" sz="1400" kern="0">
                          <a:latin typeface="宋体" panose="02010600030101010101" pitchFamily="2" charset="-122"/>
                          <a:ea typeface="宋体" panose="02010600030101010101" pitchFamily="2" charset="-122"/>
                          <a:cs typeface="宋体" panose="02010600030101010101" pitchFamily="2" charset="-122"/>
                        </a:rPr>
                        <a:t>1.1</a:t>
                      </a:r>
                      <a:endParaRPr lang="zh-CN" sz="1400" kern="100">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ctr">
                        <a:spcAft>
                          <a:spcPts val="0"/>
                        </a:spcAft>
                      </a:pPr>
                      <a:r>
                        <a:rPr lang="en-US" sz="1400" kern="0">
                          <a:latin typeface="宋体" panose="02010600030101010101" pitchFamily="2" charset="-122"/>
                          <a:ea typeface="宋体" panose="02010600030101010101" pitchFamily="2" charset="-122"/>
                          <a:cs typeface="宋体" panose="02010600030101010101" pitchFamily="2" charset="-122"/>
                        </a:rPr>
                        <a:t>5</a:t>
                      </a:r>
                      <a:endParaRPr lang="zh-CN" sz="1400" kern="100">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ctr">
                        <a:spcAft>
                          <a:spcPts val="0"/>
                        </a:spcAft>
                      </a:pPr>
                      <a:r>
                        <a:rPr lang="en-US" sz="1400" kern="0">
                          <a:latin typeface="宋体" panose="02010600030101010101" pitchFamily="2" charset="-122"/>
                          <a:ea typeface="宋体" panose="02010600030101010101" pitchFamily="2" charset="-122"/>
                          <a:cs typeface="宋体" panose="02010600030101010101" pitchFamily="2" charset="-122"/>
                        </a:rPr>
                        <a:t>0.22</a:t>
                      </a:r>
                      <a:endParaRPr lang="zh-CN" sz="1400" kern="100">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ctr">
                        <a:spcAft>
                          <a:spcPts val="0"/>
                        </a:spcAft>
                      </a:pPr>
                      <a:r>
                        <a:rPr lang="en-US" sz="1400" kern="0">
                          <a:latin typeface="宋体" panose="02010600030101010101" pitchFamily="2" charset="-122"/>
                          <a:ea typeface="宋体" panose="02010600030101010101" pitchFamily="2" charset="-122"/>
                          <a:cs typeface="宋体" panose="02010600030101010101" pitchFamily="2" charset="-122"/>
                        </a:rPr>
                        <a:t>0.30</a:t>
                      </a:r>
                      <a:endParaRPr lang="zh-CN" sz="1400" kern="100">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ctr">
                        <a:spcAft>
                          <a:spcPts val="0"/>
                        </a:spcAft>
                      </a:pPr>
                      <a:r>
                        <a:rPr lang="en-US" sz="1400" kern="0">
                          <a:latin typeface="宋体" panose="02010600030101010101" pitchFamily="2" charset="-122"/>
                          <a:ea typeface="宋体" panose="02010600030101010101" pitchFamily="2" charset="-122"/>
                          <a:cs typeface="宋体" panose="02010600030101010101" pitchFamily="2" charset="-122"/>
                        </a:rPr>
                        <a:t>0.34</a:t>
                      </a:r>
                      <a:endParaRPr lang="zh-CN" sz="1400" kern="100">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ctr">
                        <a:spcAft>
                          <a:spcPts val="0"/>
                        </a:spcAft>
                      </a:pPr>
                      <a:r>
                        <a:rPr lang="en-US" sz="1400" kern="0">
                          <a:latin typeface="宋体" panose="02010600030101010101" pitchFamily="2" charset="-122"/>
                          <a:ea typeface="宋体" panose="02010600030101010101" pitchFamily="2" charset="-122"/>
                          <a:cs typeface="宋体" panose="02010600030101010101" pitchFamily="2" charset="-122"/>
                        </a:rPr>
                        <a:t>0.32</a:t>
                      </a:r>
                      <a:endParaRPr lang="zh-CN" sz="1400" kern="100">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ctr">
                        <a:spcAft>
                          <a:spcPts val="0"/>
                        </a:spcAft>
                      </a:pPr>
                      <a:r>
                        <a:rPr lang="en-US" sz="1400" kern="0" dirty="0">
                          <a:latin typeface="宋体" panose="02010600030101010101" pitchFamily="2" charset="-122"/>
                          <a:ea typeface="宋体" panose="02010600030101010101" pitchFamily="2" charset="-122"/>
                          <a:cs typeface="宋体" panose="02010600030101010101" pitchFamily="2" charset="-122"/>
                        </a:rPr>
                        <a:t>0.42</a:t>
                      </a:r>
                      <a:endParaRPr lang="zh-CN" sz="1400" kern="100" dirty="0">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ctr">
                        <a:spcAft>
                          <a:spcPts val="0"/>
                        </a:spcAft>
                      </a:pPr>
                      <a:r>
                        <a:rPr lang="en-US" sz="1400" kern="0" dirty="0">
                          <a:latin typeface="宋体" panose="02010600030101010101" pitchFamily="2" charset="-122"/>
                          <a:ea typeface="宋体" panose="02010600030101010101" pitchFamily="2" charset="-122"/>
                          <a:cs typeface="宋体" panose="02010600030101010101" pitchFamily="2" charset="-122"/>
                        </a:rPr>
                        <a:t>0.45</a:t>
                      </a:r>
                      <a:endParaRPr lang="zh-CN" sz="1400" kern="100" dirty="0">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ctr">
                        <a:spcAft>
                          <a:spcPts val="0"/>
                        </a:spcAft>
                      </a:pPr>
                      <a:r>
                        <a:rPr lang="en-US" sz="1400" kern="0" dirty="0">
                          <a:latin typeface="宋体" panose="02010600030101010101" pitchFamily="2" charset="-122"/>
                          <a:ea typeface="宋体" panose="02010600030101010101" pitchFamily="2" charset="-122"/>
                          <a:cs typeface="宋体" panose="02010600030101010101" pitchFamily="2" charset="-122"/>
                        </a:rPr>
                        <a:t>0.34</a:t>
                      </a:r>
                      <a:endParaRPr lang="zh-CN" sz="1400" kern="100" dirty="0">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06417">
                <a:tc>
                  <a:txBody>
                    <a:bodyPr/>
                    <a:p>
                      <a:pPr algn="ctr">
                        <a:spcAft>
                          <a:spcPts val="0"/>
                        </a:spcAft>
                      </a:pPr>
                      <a:r>
                        <a:rPr lang="zh-CN" sz="1400" kern="0">
                          <a:latin typeface="Times New Roman" panose="02020603050405020304" pitchFamily="18" charset="0"/>
                          <a:ea typeface="宋体" panose="02010600030101010101" pitchFamily="2" charset="-122"/>
                          <a:cs typeface="宋体" panose="02010600030101010101" pitchFamily="2" charset="-122"/>
                        </a:rPr>
                        <a:t>玻璃窗</a:t>
                      </a:r>
                      <a:endParaRPr lang="zh-CN" sz="1400" kern="100">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ctr">
                        <a:spcAft>
                          <a:spcPts val="0"/>
                        </a:spcAft>
                      </a:pPr>
                      <a:r>
                        <a:rPr lang="en-US" sz="1400" kern="0">
                          <a:latin typeface="宋体" panose="02010600030101010101" pitchFamily="2" charset="-122"/>
                          <a:ea typeface="宋体" panose="02010600030101010101" pitchFamily="2" charset="-122"/>
                          <a:cs typeface="宋体" panose="02010600030101010101" pitchFamily="2" charset="-122"/>
                        </a:rPr>
                        <a:t>2200</a:t>
                      </a:r>
                      <a:endParaRPr lang="zh-CN" sz="1400" kern="100">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ctr">
                        <a:spcAft>
                          <a:spcPts val="0"/>
                        </a:spcAft>
                      </a:pPr>
                      <a:r>
                        <a:rPr lang="en-US" sz="1400" kern="0">
                          <a:latin typeface="宋体" panose="02010600030101010101" pitchFamily="2" charset="-122"/>
                          <a:ea typeface="宋体" panose="02010600030101010101" pitchFamily="2" charset="-122"/>
                          <a:cs typeface="宋体" panose="02010600030101010101" pitchFamily="2" charset="-122"/>
                        </a:rPr>
                        <a:t>3</a:t>
                      </a:r>
                      <a:endParaRPr lang="zh-CN" sz="1400" kern="100">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ctr">
                        <a:spcAft>
                          <a:spcPts val="0"/>
                        </a:spcAft>
                      </a:pPr>
                      <a:r>
                        <a:rPr lang="en-US" sz="1400" kern="0">
                          <a:latin typeface="宋体" panose="02010600030101010101" pitchFamily="2" charset="-122"/>
                          <a:ea typeface="宋体" panose="02010600030101010101" pitchFamily="2" charset="-122"/>
                          <a:cs typeface="宋体" panose="02010600030101010101" pitchFamily="2" charset="-122"/>
                        </a:rPr>
                        <a:t>0.15</a:t>
                      </a:r>
                      <a:endParaRPr lang="zh-CN" sz="1400" kern="100">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ctr">
                        <a:spcAft>
                          <a:spcPts val="0"/>
                        </a:spcAft>
                      </a:pPr>
                      <a:r>
                        <a:rPr lang="en-US" sz="1400" kern="0">
                          <a:latin typeface="宋体" panose="02010600030101010101" pitchFamily="2" charset="-122"/>
                          <a:ea typeface="宋体" panose="02010600030101010101" pitchFamily="2" charset="-122"/>
                          <a:cs typeface="宋体" panose="02010600030101010101" pitchFamily="2" charset="-122"/>
                        </a:rPr>
                        <a:t>0.10</a:t>
                      </a:r>
                      <a:endParaRPr lang="zh-CN" sz="1400" kern="100">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ctr">
                        <a:spcAft>
                          <a:spcPts val="0"/>
                        </a:spcAft>
                      </a:pPr>
                      <a:r>
                        <a:rPr lang="en-US" sz="1400" kern="0" dirty="0">
                          <a:latin typeface="宋体" panose="02010600030101010101" pitchFamily="2" charset="-122"/>
                          <a:ea typeface="宋体" panose="02010600030101010101" pitchFamily="2" charset="-122"/>
                          <a:cs typeface="宋体" panose="02010600030101010101" pitchFamily="2" charset="-122"/>
                        </a:rPr>
                        <a:t>0.08</a:t>
                      </a:r>
                      <a:endParaRPr lang="zh-CN" sz="1400" kern="100" dirty="0">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ctr">
                        <a:spcAft>
                          <a:spcPts val="0"/>
                        </a:spcAft>
                      </a:pPr>
                      <a:r>
                        <a:rPr lang="en-US" sz="1400" kern="0">
                          <a:latin typeface="宋体" panose="02010600030101010101" pitchFamily="2" charset="-122"/>
                          <a:ea typeface="宋体" panose="02010600030101010101" pitchFamily="2" charset="-122"/>
                          <a:cs typeface="宋体" panose="02010600030101010101" pitchFamily="2" charset="-122"/>
                        </a:rPr>
                        <a:t>0.08</a:t>
                      </a:r>
                      <a:endParaRPr lang="zh-CN" sz="1400" kern="100">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ctr">
                        <a:spcAft>
                          <a:spcPts val="0"/>
                        </a:spcAft>
                      </a:pPr>
                      <a:r>
                        <a:rPr lang="en-US" sz="1400" kern="0">
                          <a:latin typeface="宋体" panose="02010600030101010101" pitchFamily="2" charset="-122"/>
                          <a:ea typeface="宋体" panose="02010600030101010101" pitchFamily="2" charset="-122"/>
                          <a:cs typeface="宋体" panose="02010600030101010101" pitchFamily="2" charset="-122"/>
                        </a:rPr>
                        <a:t>0.07</a:t>
                      </a:r>
                      <a:endParaRPr lang="zh-CN" sz="1400" kern="100">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ctr">
                        <a:spcAft>
                          <a:spcPts val="0"/>
                        </a:spcAft>
                      </a:pPr>
                      <a:r>
                        <a:rPr lang="en-US" sz="1400" kern="0" dirty="0">
                          <a:latin typeface="宋体" panose="02010600030101010101" pitchFamily="2" charset="-122"/>
                          <a:ea typeface="宋体" panose="02010600030101010101" pitchFamily="2" charset="-122"/>
                          <a:cs typeface="宋体" panose="02010600030101010101" pitchFamily="2" charset="-122"/>
                        </a:rPr>
                        <a:t>0.07</a:t>
                      </a:r>
                      <a:endParaRPr lang="zh-CN" sz="1400" kern="100" dirty="0">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ctr">
                        <a:spcAft>
                          <a:spcPts val="0"/>
                        </a:spcAft>
                      </a:pPr>
                      <a:r>
                        <a:rPr lang="en-US" sz="1400" kern="0" dirty="0">
                          <a:latin typeface="宋体" panose="02010600030101010101" pitchFamily="2" charset="-122"/>
                          <a:ea typeface="宋体" panose="02010600030101010101" pitchFamily="2" charset="-122"/>
                          <a:cs typeface="宋体" panose="02010600030101010101" pitchFamily="2" charset="-122"/>
                        </a:rPr>
                        <a:t>0.09</a:t>
                      </a:r>
                      <a:endParaRPr lang="zh-CN" sz="1400" kern="100" dirty="0">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77398">
                <a:tc>
                  <a:txBody>
                    <a:bodyPr/>
                    <a:p>
                      <a:pPr algn="ctr">
                        <a:spcAft>
                          <a:spcPts val="0"/>
                        </a:spcAft>
                      </a:pPr>
                      <a:r>
                        <a:rPr lang="zh-CN" sz="1400" kern="0" dirty="0">
                          <a:latin typeface="Times New Roman" panose="02020603050405020304" pitchFamily="18" charset="0"/>
                          <a:ea typeface="宋体" panose="02010600030101010101" pitchFamily="2" charset="-122"/>
                          <a:cs typeface="宋体" panose="02010600030101010101" pitchFamily="2" charset="-122"/>
                        </a:rPr>
                        <a:t>普通砖</a:t>
                      </a:r>
                      <a:endParaRPr lang="zh-CN" sz="1400" kern="100" dirty="0">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ctr">
                        <a:spcAft>
                          <a:spcPts val="0"/>
                        </a:spcAft>
                      </a:pPr>
                      <a:r>
                        <a:rPr lang="en-US" sz="1400" kern="0">
                          <a:latin typeface="宋体" panose="02010600030101010101" pitchFamily="2" charset="-122"/>
                          <a:ea typeface="宋体" panose="02010600030101010101" pitchFamily="2" charset="-122"/>
                          <a:cs typeface="宋体" panose="02010600030101010101" pitchFamily="2" charset="-122"/>
                        </a:rPr>
                        <a:t>2500</a:t>
                      </a:r>
                      <a:endParaRPr lang="zh-CN" sz="1400" kern="100">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ctr">
                        <a:spcAft>
                          <a:spcPts val="0"/>
                        </a:spcAft>
                      </a:pPr>
                      <a:r>
                        <a:rPr lang="en-US" sz="1400" kern="0">
                          <a:latin typeface="宋体" panose="02010600030101010101" pitchFamily="2" charset="-122"/>
                          <a:ea typeface="宋体" panose="02010600030101010101" pitchFamily="2" charset="-122"/>
                          <a:cs typeface="宋体" panose="02010600030101010101" pitchFamily="2" charset="-122"/>
                        </a:rPr>
                        <a:t>10</a:t>
                      </a:r>
                      <a:endParaRPr lang="zh-CN" sz="1400" kern="100">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ctr">
                        <a:spcAft>
                          <a:spcPts val="0"/>
                        </a:spcAft>
                      </a:pPr>
                      <a:r>
                        <a:rPr lang="en-US" sz="1400" kern="0" dirty="0">
                          <a:latin typeface="宋体" panose="02010600030101010101" pitchFamily="2" charset="-122"/>
                          <a:ea typeface="宋体" panose="02010600030101010101" pitchFamily="2" charset="-122"/>
                          <a:cs typeface="宋体" panose="02010600030101010101" pitchFamily="2" charset="-122"/>
                        </a:rPr>
                        <a:t>0.03</a:t>
                      </a:r>
                      <a:endParaRPr lang="zh-CN" sz="1400" kern="100" dirty="0">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ctr">
                        <a:spcAft>
                          <a:spcPts val="0"/>
                        </a:spcAft>
                      </a:pPr>
                      <a:r>
                        <a:rPr lang="en-US" sz="1400" kern="0">
                          <a:latin typeface="宋体" panose="02010600030101010101" pitchFamily="2" charset="-122"/>
                          <a:ea typeface="宋体" panose="02010600030101010101" pitchFamily="2" charset="-122"/>
                          <a:cs typeface="宋体" panose="02010600030101010101" pitchFamily="2" charset="-122"/>
                        </a:rPr>
                        <a:t>0.03</a:t>
                      </a:r>
                      <a:endParaRPr lang="zh-CN" sz="1400" kern="100">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ctr">
                        <a:spcAft>
                          <a:spcPts val="0"/>
                        </a:spcAft>
                      </a:pPr>
                      <a:r>
                        <a:rPr lang="en-US" sz="1400" kern="0">
                          <a:latin typeface="宋体" panose="02010600030101010101" pitchFamily="2" charset="-122"/>
                          <a:ea typeface="宋体" panose="02010600030101010101" pitchFamily="2" charset="-122"/>
                          <a:cs typeface="宋体" panose="02010600030101010101" pitchFamily="2" charset="-122"/>
                        </a:rPr>
                        <a:t>0.03</a:t>
                      </a:r>
                      <a:endParaRPr lang="zh-CN" sz="1400" kern="100">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ctr">
                        <a:spcAft>
                          <a:spcPts val="0"/>
                        </a:spcAft>
                      </a:pPr>
                      <a:r>
                        <a:rPr lang="en-US" sz="1400" kern="0" dirty="0">
                          <a:latin typeface="宋体" panose="02010600030101010101" pitchFamily="2" charset="-122"/>
                          <a:ea typeface="宋体" panose="02010600030101010101" pitchFamily="2" charset="-122"/>
                          <a:cs typeface="宋体" panose="02010600030101010101" pitchFamily="2" charset="-122"/>
                        </a:rPr>
                        <a:t>0.04</a:t>
                      </a:r>
                      <a:endParaRPr lang="zh-CN" sz="1400" kern="100" dirty="0">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ctr">
                        <a:spcAft>
                          <a:spcPts val="0"/>
                        </a:spcAft>
                      </a:pPr>
                      <a:r>
                        <a:rPr lang="en-US" sz="1400" kern="0">
                          <a:latin typeface="宋体" panose="02010600030101010101" pitchFamily="2" charset="-122"/>
                          <a:ea typeface="宋体" panose="02010600030101010101" pitchFamily="2" charset="-122"/>
                          <a:cs typeface="宋体" panose="02010600030101010101" pitchFamily="2" charset="-122"/>
                        </a:rPr>
                        <a:t>0.07</a:t>
                      </a:r>
                      <a:endParaRPr lang="zh-CN" sz="1400" kern="100">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ctr">
                        <a:spcAft>
                          <a:spcPts val="0"/>
                        </a:spcAft>
                      </a:pPr>
                      <a:r>
                        <a:rPr lang="en-US" sz="1400" kern="0" dirty="0">
                          <a:latin typeface="宋体" panose="02010600030101010101" pitchFamily="2" charset="-122"/>
                          <a:ea typeface="宋体" panose="02010600030101010101" pitchFamily="2" charset="-122"/>
                          <a:cs typeface="宋体" panose="02010600030101010101" pitchFamily="2" charset="-122"/>
                        </a:rPr>
                        <a:t>0.08</a:t>
                      </a:r>
                      <a:endParaRPr lang="zh-CN" sz="1400" kern="100" dirty="0">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ctr">
                        <a:spcAft>
                          <a:spcPts val="0"/>
                        </a:spcAft>
                      </a:pPr>
                      <a:r>
                        <a:rPr lang="en-US" sz="1400" b="1" kern="0" dirty="0">
                          <a:latin typeface="宋体" panose="02010600030101010101" pitchFamily="2" charset="-122"/>
                          <a:ea typeface="宋体" panose="02010600030101010101" pitchFamily="2" charset="-122"/>
                          <a:cs typeface="宋体" panose="02010600030101010101" pitchFamily="2" charset="-122"/>
                        </a:rPr>
                        <a:t>0.05</a:t>
                      </a:r>
                      <a:endParaRPr lang="zh-CN" sz="1400" b="1" kern="100" dirty="0">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1048801" name="标题 1"/>
          <p:cNvSpPr txBox="1"/>
          <p:nvPr/>
        </p:nvSpPr>
        <p:spPr>
          <a:xfrm>
            <a:off x="0" y="332656"/>
            <a:ext cx="7772400" cy="1143000"/>
          </a:xfrm>
          <a:prstGeom prst="rect">
            <a:avLst/>
          </a:prstGeom>
        </p:spPr>
        <p:txBody>
          <a:bodyPr/>
          <a:p>
            <a:pPr marL="0" marR="0" lvl="0" indent="0" algn="l" defTabSz="914400" rtl="0" eaLnBrk="0" fontAlgn="base" latinLnBrk="0" hangingPunct="0">
              <a:lnSpc>
                <a:spcPct val="100000"/>
              </a:lnSpc>
              <a:spcBef>
                <a:spcPct val="0"/>
              </a:spcBef>
              <a:spcAft>
                <a:spcPct val="0"/>
              </a:spcAft>
              <a:buClrTx/>
              <a:buSzTx/>
              <a:buFontTx/>
              <a:buNone/>
            </a:pPr>
            <a:r>
              <a:rPr lang="zh-CN" altLang="en-US" sz="3600" b="1" kern="0" dirty="0" smtClean="0">
                <a:solidFill>
                  <a:schemeClr val="bg1"/>
                </a:solidFill>
                <a:latin typeface="宋体" panose="02010600030101010101" pitchFamily="2" charset="-122"/>
                <a:cs typeface="+mj-cs"/>
              </a:rPr>
              <a:t>八</a:t>
            </a:r>
            <a:r>
              <a:rPr kumimoji="1" lang="zh-CN" altLang="en-US" sz="3600" b="1" i="0" u="none" strike="noStrike" kern="0" cap="none" spc="0" normalizeH="0" baseline="0" noProof="0" dirty="0" smtClean="0">
                <a:ln>
                  <a:noFill/>
                </a:ln>
                <a:solidFill>
                  <a:schemeClr val="bg1"/>
                </a:solidFill>
                <a:effectLst/>
                <a:uLnTx/>
                <a:uFillTx/>
                <a:latin typeface="宋体" panose="02010600030101010101" pitchFamily="2" charset="-122"/>
                <a:ea typeface="宋体" panose="02010600030101010101" pitchFamily="2" charset="-122"/>
                <a:cs typeface="+mj-cs"/>
              </a:rPr>
              <a:t>、常用噪声治理技术</a:t>
            </a:r>
            <a:r>
              <a:rPr kumimoji="1" lang="en-US" altLang="zh-CN" sz="3600" b="1" i="0" u="none" strike="noStrike" kern="0" cap="none" spc="0" normalizeH="0" baseline="0" noProof="0" dirty="0" smtClean="0">
                <a:ln>
                  <a:noFill/>
                </a:ln>
                <a:solidFill>
                  <a:schemeClr val="bg1"/>
                </a:solidFill>
                <a:effectLst/>
                <a:uLnTx/>
                <a:uFillTx/>
                <a:latin typeface="宋体" panose="02010600030101010101" pitchFamily="2" charset="-122"/>
                <a:ea typeface="宋体" panose="02010600030101010101" pitchFamily="2" charset="-122"/>
                <a:cs typeface="+mj-cs"/>
              </a:rPr>
              <a:t>-</a:t>
            </a:r>
            <a:r>
              <a:rPr kumimoji="1" lang="zh-CN" altLang="en-US" sz="3600" b="1" i="0" u="none" strike="noStrike" kern="0" cap="none" spc="0" normalizeH="0" baseline="0" noProof="0" dirty="0" smtClean="0">
                <a:ln>
                  <a:noFill/>
                </a:ln>
                <a:solidFill>
                  <a:srgbClr val="FF0000"/>
                </a:solidFill>
                <a:effectLst/>
                <a:uLnTx/>
                <a:uFillTx/>
                <a:latin typeface="宋体" panose="02010600030101010101" pitchFamily="2" charset="-122"/>
                <a:ea typeface="宋体" panose="02010600030101010101" pitchFamily="2" charset="-122"/>
                <a:cs typeface="+mj-cs"/>
              </a:rPr>
              <a:t>吸声</a:t>
            </a:r>
            <a:endParaRPr kumimoji="1" lang="zh-CN" altLang="en-US" sz="3600" b="1" i="0" u="none" strike="noStrike" kern="0" cap="none" spc="0" normalizeH="0" baseline="0" noProof="0" dirty="0" smtClean="0">
              <a:ln>
                <a:noFill/>
              </a:ln>
              <a:solidFill>
                <a:srgbClr val="FF0000"/>
              </a:solidFill>
              <a:effectLst/>
              <a:uLnTx/>
              <a:uFillTx/>
              <a:latin typeface="宋体" panose="02010600030101010101" pitchFamily="2" charset="-122"/>
              <a:ea typeface="宋体" panose="02010600030101010101" pitchFamily="2" charset="-122"/>
              <a:cs typeface="+mj-c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87" name=""/>
        <p:cNvGrpSpPr/>
        <p:nvPr/>
      </p:nvGrpSpPr>
      <p:grpSpPr>
        <a:xfrm>
          <a:off x="0" y="0"/>
          <a:ext cx="0" cy="0"/>
          <a:chOff x="0" y="0"/>
          <a:chExt cx="0" cy="0"/>
        </a:xfrm>
      </p:grpSpPr>
      <p:sp>
        <p:nvSpPr>
          <p:cNvPr id="1048845" name="TextBox 3"/>
          <p:cNvSpPr txBox="1"/>
          <p:nvPr/>
        </p:nvSpPr>
        <p:spPr>
          <a:xfrm>
            <a:off x="179512" y="1556792"/>
            <a:ext cx="4536504" cy="460375"/>
          </a:xfrm>
          <a:prstGeom prst="rect">
            <a:avLst/>
          </a:prstGeom>
          <a:noFill/>
        </p:spPr>
        <p:txBody>
          <a:bodyPr wrap="square" rtlCol="0">
            <a:spAutoFit/>
          </a:bodyPr>
          <a:p>
            <a:r>
              <a:rPr lang="en-US" altLang="zh-CN" b="1" dirty="0" smtClean="0"/>
              <a:t>2、</a:t>
            </a:r>
            <a:r>
              <a:rPr lang="zh-CN" altLang="en-US" b="1" dirty="0" smtClean="0"/>
              <a:t>常用的两种吸声材料</a:t>
            </a:r>
            <a:endParaRPr lang="zh-CN" altLang="en-US" b="1" dirty="0"/>
          </a:p>
        </p:txBody>
      </p:sp>
      <p:sp>
        <p:nvSpPr>
          <p:cNvPr id="1048846" name="TextBox 4"/>
          <p:cNvSpPr txBox="1"/>
          <p:nvPr/>
        </p:nvSpPr>
        <p:spPr>
          <a:xfrm>
            <a:off x="251520" y="1988840"/>
            <a:ext cx="5328592" cy="1423467"/>
          </a:xfrm>
          <a:prstGeom prst="rect">
            <a:avLst/>
          </a:prstGeom>
          <a:noFill/>
        </p:spPr>
        <p:txBody>
          <a:bodyPr wrap="square" rtlCol="0">
            <a:spAutoFit/>
          </a:bodyPr>
          <a:p>
            <a:r>
              <a:rPr lang="en-US" altLang="zh-CN" dirty="0" smtClean="0"/>
              <a:t>1）</a:t>
            </a:r>
            <a:r>
              <a:rPr lang="zh-CN" altLang="zh-CN" dirty="0" smtClean="0"/>
              <a:t>玻璃棉</a:t>
            </a:r>
            <a:r>
              <a:rPr lang="en-US" altLang="zh-CN" dirty="0" smtClean="0"/>
              <a:t>   </a:t>
            </a:r>
            <a:endParaRPr lang="en-US" altLang="zh-CN" dirty="0" smtClean="0"/>
          </a:p>
          <a:p>
            <a:pPr>
              <a:lnSpc>
                <a:spcPts val="2500"/>
              </a:lnSpc>
            </a:pPr>
            <a:r>
              <a:rPr lang="zh-CN" altLang="zh-CN" sz="1600" dirty="0" smtClean="0"/>
              <a:t>以石英砂、长石、硅酸钠、硼酸等为主要原料。经高温熔化制</a:t>
            </a:r>
            <a:r>
              <a:rPr lang="zh-CN" altLang="en-US" sz="1600" dirty="0" smtClean="0"/>
              <a:t>成</a:t>
            </a:r>
            <a:r>
              <a:rPr lang="zh-CN" altLang="zh-CN" sz="1600" dirty="0" smtClean="0"/>
              <a:t>小于</a:t>
            </a:r>
            <a:r>
              <a:rPr lang="en-US" altLang="zh-CN" sz="1600" dirty="0" smtClean="0"/>
              <a:t> 2um </a:t>
            </a:r>
            <a:r>
              <a:rPr lang="zh-CN" altLang="zh-CN" sz="1600" dirty="0" smtClean="0"/>
              <a:t>的纤维棉状，再添加热固型树脂粘合剂加压高温定型制造出各种形状规格的板、毡、管材制品。</a:t>
            </a:r>
            <a:endParaRPr lang="zh-CN" altLang="en-US" sz="1600" dirty="0"/>
          </a:p>
        </p:txBody>
      </p:sp>
      <p:pic>
        <p:nvPicPr>
          <p:cNvPr id="2097176" name="Picture 3" descr="20116281097513"/>
          <p:cNvPicPr>
            <a:picLocks noChangeAspect="1" noChangeArrowheads="1"/>
          </p:cNvPicPr>
          <p:nvPr/>
        </p:nvPicPr>
        <p:blipFill>
          <a:blip r:embed="rId1" cstate="print"/>
          <a:srcRect/>
          <a:stretch>
            <a:fillRect/>
          </a:stretch>
        </p:blipFill>
        <p:spPr bwMode="auto">
          <a:xfrm>
            <a:off x="5796136" y="1412776"/>
            <a:ext cx="2940050" cy="2200275"/>
          </a:xfrm>
          <a:prstGeom prst="rect">
            <a:avLst/>
          </a:prstGeom>
          <a:noFill/>
          <a:ln w="9525">
            <a:noFill/>
            <a:miter lim="800000"/>
            <a:headEnd/>
            <a:tailEnd/>
          </a:ln>
        </p:spPr>
      </p:pic>
      <p:sp>
        <p:nvSpPr>
          <p:cNvPr id="1048847" name="矩形 6"/>
          <p:cNvSpPr/>
          <p:nvPr/>
        </p:nvSpPr>
        <p:spPr>
          <a:xfrm>
            <a:off x="251520" y="3789040"/>
            <a:ext cx="5508104" cy="1384995"/>
          </a:xfrm>
          <a:prstGeom prst="rect">
            <a:avLst/>
          </a:prstGeom>
        </p:spPr>
        <p:txBody>
          <a:bodyPr wrap="square">
            <a:spAutoFit/>
          </a:bodyPr>
          <a:p>
            <a:r>
              <a:rPr lang="en-US" altLang="zh-CN" dirty="0" smtClean="0"/>
              <a:t>2）</a:t>
            </a:r>
            <a:r>
              <a:rPr lang="zh-CN" altLang="zh-CN" dirty="0" smtClean="0"/>
              <a:t>岩棉</a:t>
            </a:r>
            <a:endParaRPr lang="en-US" altLang="zh-CN" dirty="0" smtClean="0"/>
          </a:p>
          <a:p>
            <a:pPr>
              <a:lnSpc>
                <a:spcPts val="2400"/>
              </a:lnSpc>
            </a:pPr>
            <a:r>
              <a:rPr lang="zh-CN" altLang="zh-CN" sz="1600" dirty="0" smtClean="0"/>
              <a:t>以天然玄武岩为主要原料，经高温熔融后，制成人造无机纤维，同时加入特制的粘结剂和防尘油，再经加温固化，制作成各种规格的岩棉制品。 </a:t>
            </a:r>
            <a:endParaRPr lang="zh-CN" altLang="en-US" sz="1600" dirty="0"/>
          </a:p>
        </p:txBody>
      </p:sp>
      <p:pic>
        <p:nvPicPr>
          <p:cNvPr id="2097177" name="Picture 4" descr="20116281099322"/>
          <p:cNvPicPr>
            <a:picLocks noChangeAspect="1" noChangeArrowheads="1"/>
          </p:cNvPicPr>
          <p:nvPr/>
        </p:nvPicPr>
        <p:blipFill>
          <a:blip r:embed="rId2" cstate="print"/>
          <a:srcRect/>
          <a:stretch>
            <a:fillRect/>
          </a:stretch>
        </p:blipFill>
        <p:spPr bwMode="auto">
          <a:xfrm>
            <a:off x="6084168" y="4077072"/>
            <a:ext cx="2794000" cy="2090737"/>
          </a:xfrm>
          <a:prstGeom prst="rect">
            <a:avLst/>
          </a:prstGeom>
          <a:noFill/>
          <a:ln w="9525">
            <a:noFill/>
            <a:miter lim="800000"/>
            <a:headEnd/>
            <a:tailEnd/>
          </a:ln>
        </p:spPr>
      </p:pic>
      <p:sp>
        <p:nvSpPr>
          <p:cNvPr id="1048848" name="标题 1"/>
          <p:cNvSpPr txBox="1"/>
          <p:nvPr/>
        </p:nvSpPr>
        <p:spPr>
          <a:xfrm>
            <a:off x="0" y="332656"/>
            <a:ext cx="7772400" cy="1143000"/>
          </a:xfrm>
          <a:prstGeom prst="rect">
            <a:avLst/>
          </a:prstGeom>
        </p:spPr>
        <p:txBody>
          <a:bodyPr/>
          <a:p>
            <a:pPr marL="0" marR="0" lvl="0" indent="0" algn="l" defTabSz="914400" rtl="0" eaLnBrk="0" fontAlgn="base" latinLnBrk="0" hangingPunct="0">
              <a:lnSpc>
                <a:spcPct val="100000"/>
              </a:lnSpc>
              <a:spcBef>
                <a:spcPct val="0"/>
              </a:spcBef>
              <a:spcAft>
                <a:spcPct val="0"/>
              </a:spcAft>
              <a:buClrTx/>
              <a:buSzTx/>
              <a:buFontTx/>
              <a:buNone/>
            </a:pPr>
            <a:r>
              <a:rPr lang="zh-CN" altLang="en-US" sz="3600" b="1" kern="0" dirty="0" smtClean="0">
                <a:solidFill>
                  <a:schemeClr val="bg1"/>
                </a:solidFill>
                <a:latin typeface="宋体" panose="02010600030101010101" pitchFamily="2" charset="-122"/>
                <a:cs typeface="+mj-cs"/>
              </a:rPr>
              <a:t>八</a:t>
            </a:r>
            <a:r>
              <a:rPr kumimoji="1" lang="zh-CN" altLang="en-US" sz="3600" b="1" i="0" u="none" strike="noStrike" kern="0" cap="none" spc="0" normalizeH="0" baseline="0" noProof="0" dirty="0" smtClean="0">
                <a:ln>
                  <a:noFill/>
                </a:ln>
                <a:solidFill>
                  <a:schemeClr val="bg1"/>
                </a:solidFill>
                <a:effectLst/>
                <a:uLnTx/>
                <a:uFillTx/>
                <a:latin typeface="宋体" panose="02010600030101010101" pitchFamily="2" charset="-122"/>
                <a:ea typeface="宋体" panose="02010600030101010101" pitchFamily="2" charset="-122"/>
                <a:cs typeface="+mj-cs"/>
              </a:rPr>
              <a:t>、常用噪声治理技术</a:t>
            </a:r>
            <a:r>
              <a:rPr kumimoji="1" lang="en-US" altLang="zh-CN" sz="3600" b="1" i="0" u="none" strike="noStrike" kern="0" cap="none" spc="0" normalizeH="0" baseline="0" noProof="0" dirty="0" smtClean="0">
                <a:ln>
                  <a:noFill/>
                </a:ln>
                <a:solidFill>
                  <a:schemeClr val="bg1"/>
                </a:solidFill>
                <a:effectLst/>
                <a:uLnTx/>
                <a:uFillTx/>
                <a:latin typeface="宋体" panose="02010600030101010101" pitchFamily="2" charset="-122"/>
                <a:ea typeface="宋体" panose="02010600030101010101" pitchFamily="2" charset="-122"/>
                <a:cs typeface="+mj-cs"/>
              </a:rPr>
              <a:t>-</a:t>
            </a:r>
            <a:r>
              <a:rPr kumimoji="1" lang="zh-CN" altLang="en-US" sz="3600" b="1" i="0" u="none" strike="noStrike" kern="0" cap="none" spc="0" normalizeH="0" baseline="0" noProof="0" dirty="0" smtClean="0">
                <a:ln>
                  <a:noFill/>
                </a:ln>
                <a:solidFill>
                  <a:schemeClr val="bg1"/>
                </a:solidFill>
                <a:effectLst/>
                <a:uLnTx/>
                <a:uFillTx/>
                <a:latin typeface="宋体" panose="02010600030101010101" pitchFamily="2" charset="-122"/>
                <a:ea typeface="宋体" panose="02010600030101010101" pitchFamily="2" charset="-122"/>
                <a:cs typeface="+mj-cs"/>
              </a:rPr>
              <a:t>吸声</a:t>
            </a:r>
            <a:endParaRPr kumimoji="1" lang="zh-CN" altLang="en-US" sz="3600" b="1" i="0" u="none" strike="noStrike" kern="0" cap="none" spc="0" normalizeH="0" baseline="0" noProof="0" dirty="0" smtClean="0">
              <a:ln>
                <a:noFill/>
              </a:ln>
              <a:solidFill>
                <a:schemeClr val="bg1"/>
              </a:solidFill>
              <a:effectLst/>
              <a:uLnTx/>
              <a:uFillTx/>
              <a:latin typeface="宋体" panose="02010600030101010101" pitchFamily="2" charset="-122"/>
              <a:ea typeface="宋体" panose="02010600030101010101" pitchFamily="2" charset="-122"/>
              <a:cs typeface="+mj-c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200" name=""/>
        <p:cNvGrpSpPr/>
        <p:nvPr/>
      </p:nvGrpSpPr>
      <p:grpSpPr>
        <a:xfrm>
          <a:off x="0" y="0"/>
          <a:ext cx="0" cy="0"/>
          <a:chOff x="0" y="0"/>
          <a:chExt cx="0" cy="0"/>
        </a:xfrm>
      </p:grpSpPr>
      <p:sp>
        <p:nvSpPr>
          <p:cNvPr id="1048871" name="Text Box 2"/>
          <p:cNvSpPr txBox="1">
            <a:spLocks noChangeArrowheads="1"/>
          </p:cNvSpPr>
          <p:nvPr/>
        </p:nvSpPr>
        <p:spPr bwMode="auto">
          <a:xfrm>
            <a:off x="0" y="1484784"/>
            <a:ext cx="7162800" cy="829945"/>
          </a:xfrm>
          <a:prstGeom prst="rect">
            <a:avLst/>
          </a:prstGeom>
          <a:noFill/>
          <a:ln w="9525">
            <a:noFill/>
            <a:miter lim="800000"/>
          </a:ln>
        </p:spPr>
        <p:txBody>
          <a:bodyPr>
            <a:spAutoFit/>
          </a:bodyPr>
          <a:p>
            <a:pPr marL="342900" indent="-342900">
              <a:buClr>
                <a:schemeClr val="tx1"/>
              </a:buClr>
              <a:buFont typeface="Wingdings" panose="05000000000000000000" pitchFamily="2" charset="2"/>
              <a:buNone/>
            </a:pPr>
            <a:r>
              <a:rPr lang="en-US" altLang="zh-CN" b="1" dirty="0" smtClean="0">
                <a:solidFill>
                  <a:schemeClr val="tx2"/>
                </a:solidFill>
                <a:latin typeface="宋体" panose="02010600030101010101" pitchFamily="2" charset="-122"/>
              </a:rPr>
              <a:t>3、</a:t>
            </a:r>
            <a:r>
              <a:rPr lang="zh-CN" altLang="en-US" b="1" dirty="0" smtClean="0">
                <a:solidFill>
                  <a:schemeClr val="tx2"/>
                </a:solidFill>
                <a:latin typeface="宋体" panose="02010600030101010101" pitchFamily="2" charset="-122"/>
              </a:rPr>
              <a:t>常用的几种吸声降噪措施</a:t>
            </a:r>
            <a:endParaRPr lang="en-US" altLang="zh-CN" b="1" dirty="0" smtClean="0">
              <a:solidFill>
                <a:schemeClr val="tx2"/>
              </a:solidFill>
              <a:latin typeface="宋体" panose="02010600030101010101" pitchFamily="2" charset="-122"/>
            </a:endParaRPr>
          </a:p>
          <a:p>
            <a:pPr marL="342900" indent="-342900">
              <a:buClr>
                <a:schemeClr val="tx1"/>
              </a:buClr>
              <a:buFont typeface="Wingdings" panose="05000000000000000000" pitchFamily="2" charset="2"/>
              <a:buNone/>
            </a:pPr>
            <a:endParaRPr lang="zh-CN" altLang="en-US" sz="2400" dirty="0">
              <a:solidFill>
                <a:schemeClr val="tx2"/>
              </a:solidFill>
            </a:endParaRPr>
          </a:p>
        </p:txBody>
      </p:sp>
      <p:sp>
        <p:nvSpPr>
          <p:cNvPr id="1048872" name="矩形 2"/>
          <p:cNvSpPr/>
          <p:nvPr/>
        </p:nvSpPr>
        <p:spPr>
          <a:xfrm>
            <a:off x="179512" y="2060848"/>
            <a:ext cx="7632848" cy="461665"/>
          </a:xfrm>
          <a:prstGeom prst="rect">
            <a:avLst/>
          </a:prstGeom>
        </p:spPr>
        <p:txBody>
          <a:bodyPr wrap="square">
            <a:spAutoFit/>
          </a:bodyPr>
          <a:p>
            <a:r>
              <a:rPr lang="en-US" altLang="zh-CN" b="1" dirty="0" smtClean="0">
                <a:solidFill>
                  <a:schemeClr val="tx2"/>
                </a:solidFill>
              </a:rPr>
              <a:t>1）</a:t>
            </a:r>
            <a:r>
              <a:rPr lang="zh-CN" altLang="en-US" b="1" dirty="0" smtClean="0">
                <a:solidFill>
                  <a:schemeClr val="tx2"/>
                </a:solidFill>
              </a:rPr>
              <a:t>墙面吸声、</a:t>
            </a:r>
            <a:r>
              <a:rPr lang="zh-CN" altLang="en-US" b="1" dirty="0" smtClean="0">
                <a:solidFill>
                  <a:schemeClr val="tx2"/>
                </a:solidFill>
                <a:latin typeface="宋体" panose="02010600030101010101" pitchFamily="2" charset="-122"/>
              </a:rPr>
              <a:t>吸声尖劈：</a:t>
            </a:r>
            <a:r>
              <a:rPr lang="zh-CN" altLang="en-US" dirty="0" smtClean="0">
                <a:solidFill>
                  <a:schemeClr val="tx2"/>
                </a:solidFill>
                <a:latin typeface="宋体" panose="02010600030101010101" pitchFamily="2" charset="-122"/>
              </a:rPr>
              <a:t>主要适用于吸收低频噪声。</a:t>
            </a:r>
            <a:endParaRPr lang="zh-CN" altLang="en-US" dirty="0"/>
          </a:p>
        </p:txBody>
      </p:sp>
      <p:pic>
        <p:nvPicPr>
          <p:cNvPr id="2097180" name="Picture 3" descr="治理后3"/>
          <p:cNvPicPr>
            <a:picLocks noChangeAspect="1" noChangeArrowheads="1"/>
          </p:cNvPicPr>
          <p:nvPr/>
        </p:nvPicPr>
        <p:blipFill>
          <a:blip r:embed="rId1" cstate="print"/>
          <a:srcRect/>
          <a:stretch>
            <a:fillRect/>
          </a:stretch>
        </p:blipFill>
        <p:spPr bwMode="auto">
          <a:xfrm>
            <a:off x="4788024" y="3212976"/>
            <a:ext cx="3816350" cy="2819400"/>
          </a:xfrm>
          <a:prstGeom prst="rect">
            <a:avLst/>
          </a:prstGeom>
          <a:noFill/>
          <a:ln w="9525">
            <a:noFill/>
            <a:miter lim="800000"/>
            <a:headEnd/>
            <a:tailEnd/>
          </a:ln>
        </p:spPr>
      </p:pic>
      <p:pic>
        <p:nvPicPr>
          <p:cNvPr id="2097181" name="Picture 4" descr="showimg"/>
          <p:cNvPicPr>
            <a:picLocks noChangeAspect="1" noChangeArrowheads="1"/>
          </p:cNvPicPr>
          <p:nvPr/>
        </p:nvPicPr>
        <p:blipFill>
          <a:blip r:embed="rId2" cstate="print"/>
          <a:srcRect/>
          <a:stretch>
            <a:fillRect/>
          </a:stretch>
        </p:blipFill>
        <p:spPr bwMode="auto">
          <a:xfrm>
            <a:off x="467544" y="3212976"/>
            <a:ext cx="3886200" cy="2819400"/>
          </a:xfrm>
          <a:prstGeom prst="rect">
            <a:avLst/>
          </a:prstGeom>
          <a:noFill/>
          <a:ln w="9525">
            <a:noFill/>
            <a:miter lim="800000"/>
            <a:headEnd/>
            <a:tailEnd/>
          </a:ln>
        </p:spPr>
      </p:pic>
      <p:sp>
        <p:nvSpPr>
          <p:cNvPr id="1048873" name="标题 1"/>
          <p:cNvSpPr txBox="1"/>
          <p:nvPr/>
        </p:nvSpPr>
        <p:spPr>
          <a:xfrm>
            <a:off x="0" y="332656"/>
            <a:ext cx="7772400" cy="1143000"/>
          </a:xfrm>
          <a:prstGeom prst="rect">
            <a:avLst/>
          </a:prstGeom>
        </p:spPr>
        <p:txBody>
          <a:bodyPr/>
          <a:p>
            <a:pPr marL="0" marR="0" lvl="0" indent="0" algn="l" defTabSz="914400" rtl="0" eaLnBrk="0" fontAlgn="base" latinLnBrk="0" hangingPunct="0">
              <a:lnSpc>
                <a:spcPct val="100000"/>
              </a:lnSpc>
              <a:spcBef>
                <a:spcPct val="0"/>
              </a:spcBef>
              <a:spcAft>
                <a:spcPct val="0"/>
              </a:spcAft>
              <a:buClrTx/>
              <a:buSzTx/>
              <a:buFontTx/>
              <a:buNone/>
            </a:pPr>
            <a:r>
              <a:rPr lang="zh-CN" altLang="en-US" sz="3600" b="1" kern="0" dirty="0" smtClean="0">
                <a:solidFill>
                  <a:schemeClr val="bg1"/>
                </a:solidFill>
                <a:latin typeface="宋体" panose="02010600030101010101" pitchFamily="2" charset="-122"/>
                <a:cs typeface="+mj-cs"/>
              </a:rPr>
              <a:t>八</a:t>
            </a:r>
            <a:r>
              <a:rPr kumimoji="1" lang="zh-CN" altLang="en-US" sz="3600" b="1" i="0" u="none" strike="noStrike" kern="0" cap="none" spc="0" normalizeH="0" baseline="0" noProof="0" dirty="0" smtClean="0">
                <a:ln>
                  <a:noFill/>
                </a:ln>
                <a:solidFill>
                  <a:schemeClr val="bg1"/>
                </a:solidFill>
                <a:effectLst/>
                <a:uLnTx/>
                <a:uFillTx/>
                <a:latin typeface="宋体" panose="02010600030101010101" pitchFamily="2" charset="-122"/>
                <a:ea typeface="宋体" panose="02010600030101010101" pitchFamily="2" charset="-122"/>
                <a:cs typeface="+mj-cs"/>
              </a:rPr>
              <a:t>、常用噪声治理技术</a:t>
            </a:r>
            <a:r>
              <a:rPr kumimoji="1" lang="en-US" altLang="zh-CN" sz="3600" b="1" i="0" u="none" strike="noStrike" kern="0" cap="none" spc="0" normalizeH="0" baseline="0" noProof="0" dirty="0" smtClean="0">
                <a:ln>
                  <a:noFill/>
                </a:ln>
                <a:solidFill>
                  <a:schemeClr val="bg1"/>
                </a:solidFill>
                <a:effectLst/>
                <a:uLnTx/>
                <a:uFillTx/>
                <a:latin typeface="宋体" panose="02010600030101010101" pitchFamily="2" charset="-122"/>
                <a:ea typeface="宋体" panose="02010600030101010101" pitchFamily="2" charset="-122"/>
                <a:cs typeface="+mj-cs"/>
              </a:rPr>
              <a:t>-</a:t>
            </a:r>
            <a:r>
              <a:rPr kumimoji="1" lang="zh-CN" altLang="en-US" sz="3600" b="1" i="0" u="none" strike="noStrike" kern="0" cap="none" spc="0" normalizeH="0" baseline="0" noProof="0" dirty="0" smtClean="0">
                <a:ln>
                  <a:noFill/>
                </a:ln>
                <a:solidFill>
                  <a:schemeClr val="bg1"/>
                </a:solidFill>
                <a:effectLst/>
                <a:uLnTx/>
                <a:uFillTx/>
                <a:latin typeface="宋体" panose="02010600030101010101" pitchFamily="2" charset="-122"/>
                <a:ea typeface="宋体" panose="02010600030101010101" pitchFamily="2" charset="-122"/>
                <a:cs typeface="+mj-cs"/>
              </a:rPr>
              <a:t>吸声</a:t>
            </a:r>
            <a:endParaRPr kumimoji="1" lang="zh-CN" altLang="en-US" sz="3600" b="1" i="0" u="none" strike="noStrike" kern="0" cap="none" spc="0" normalizeH="0" baseline="0" noProof="0" dirty="0" smtClean="0">
              <a:ln>
                <a:noFill/>
              </a:ln>
              <a:solidFill>
                <a:schemeClr val="bg1"/>
              </a:solidFill>
              <a:effectLst/>
              <a:uLnTx/>
              <a:uFillTx/>
              <a:latin typeface="宋体" panose="02010600030101010101" pitchFamily="2" charset="-122"/>
              <a:ea typeface="宋体" panose="02010600030101010101" pitchFamily="2" charset="-122"/>
              <a:cs typeface="+mj-c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203" name=""/>
        <p:cNvGrpSpPr/>
        <p:nvPr/>
      </p:nvGrpSpPr>
      <p:grpSpPr>
        <a:xfrm>
          <a:off x="0" y="0"/>
          <a:ext cx="0" cy="0"/>
          <a:chOff x="0" y="0"/>
          <a:chExt cx="0" cy="0"/>
        </a:xfrm>
      </p:grpSpPr>
      <p:sp>
        <p:nvSpPr>
          <p:cNvPr id="1048877" name="矩形 1"/>
          <p:cNvSpPr/>
          <p:nvPr/>
        </p:nvSpPr>
        <p:spPr>
          <a:xfrm>
            <a:off x="0" y="1556792"/>
            <a:ext cx="5834381" cy="447040"/>
          </a:xfrm>
          <a:prstGeom prst="rect">
            <a:avLst/>
          </a:prstGeom>
        </p:spPr>
        <p:txBody>
          <a:bodyPr wrap="none">
            <a:spAutoFit/>
          </a:bodyPr>
          <a:p>
            <a:pPr marL="342900" indent="-342900">
              <a:buClr>
                <a:schemeClr val="tx1"/>
              </a:buClr>
              <a:buFont typeface="Wingdings" panose="05000000000000000000" pitchFamily="2" charset="2"/>
              <a:buNone/>
            </a:pPr>
            <a:r>
              <a:rPr lang="en-US" altLang="zh-CN" b="1" dirty="0" smtClean="0">
                <a:solidFill>
                  <a:schemeClr val="tx2"/>
                </a:solidFill>
                <a:latin typeface="宋体" panose="02010600030101010101" pitchFamily="2" charset="-122"/>
              </a:rPr>
              <a:t>2）</a:t>
            </a:r>
            <a:r>
              <a:rPr lang="zh-CN" altLang="en-US" b="1" dirty="0" smtClean="0">
                <a:solidFill>
                  <a:schemeClr val="tx2"/>
                </a:solidFill>
                <a:latin typeface="宋体" panose="02010600030101010101" pitchFamily="2" charset="-122"/>
              </a:rPr>
              <a:t>吸声吊顶：</a:t>
            </a:r>
            <a:r>
              <a:rPr lang="zh-CN" altLang="en-US" dirty="0" smtClean="0">
                <a:solidFill>
                  <a:schemeClr val="tx2"/>
                </a:solidFill>
                <a:latin typeface="宋体" panose="02010600030101010101" pitchFamily="2" charset="-122"/>
              </a:rPr>
              <a:t>主要用于体育场馆、酒店等。</a:t>
            </a:r>
            <a:endParaRPr lang="zh-CN" altLang="en-US" dirty="0">
              <a:solidFill>
                <a:schemeClr val="tx2"/>
              </a:solidFill>
              <a:latin typeface="宋体" panose="02010600030101010101" pitchFamily="2" charset="-122"/>
            </a:endParaRPr>
          </a:p>
        </p:txBody>
      </p:sp>
      <p:grpSp>
        <p:nvGrpSpPr>
          <p:cNvPr id="204" name="组合 2"/>
          <p:cNvGrpSpPr/>
          <p:nvPr/>
        </p:nvGrpSpPr>
        <p:grpSpPr>
          <a:xfrm>
            <a:off x="755576" y="2060848"/>
            <a:ext cx="7704856" cy="4479032"/>
            <a:chOff x="1524000" y="1828800"/>
            <a:chExt cx="6172200" cy="4191000"/>
          </a:xfrm>
        </p:grpSpPr>
        <p:pic>
          <p:nvPicPr>
            <p:cNvPr id="2097182" name="Picture 3" descr="IMG_0022"/>
            <p:cNvPicPr>
              <a:picLocks noChangeAspect="1" noChangeArrowheads="1"/>
            </p:cNvPicPr>
            <p:nvPr/>
          </p:nvPicPr>
          <p:blipFill>
            <a:blip r:embed="rId1" cstate="print"/>
            <a:srcRect/>
            <a:stretch>
              <a:fillRect/>
            </a:stretch>
          </p:blipFill>
          <p:spPr bwMode="auto">
            <a:xfrm>
              <a:off x="1525588" y="4038600"/>
              <a:ext cx="2706687" cy="1971675"/>
            </a:xfrm>
            <a:prstGeom prst="rect">
              <a:avLst/>
            </a:prstGeom>
            <a:noFill/>
            <a:ln w="9525">
              <a:noFill/>
              <a:miter lim="800000"/>
              <a:headEnd/>
              <a:tailEnd/>
            </a:ln>
          </p:spPr>
        </p:pic>
        <p:pic>
          <p:nvPicPr>
            <p:cNvPr id="2097183" name="Picture 4" descr="IMG_0094"/>
            <p:cNvPicPr>
              <a:picLocks noChangeAspect="1" noChangeArrowheads="1"/>
            </p:cNvPicPr>
            <p:nvPr/>
          </p:nvPicPr>
          <p:blipFill>
            <a:blip r:embed="rId2" cstate="print"/>
            <a:srcRect/>
            <a:stretch>
              <a:fillRect/>
            </a:stretch>
          </p:blipFill>
          <p:spPr bwMode="auto">
            <a:xfrm>
              <a:off x="1524000" y="1828800"/>
              <a:ext cx="2711450" cy="1854200"/>
            </a:xfrm>
            <a:prstGeom prst="rect">
              <a:avLst/>
            </a:prstGeom>
            <a:noFill/>
            <a:ln w="9525">
              <a:noFill/>
              <a:miter lim="800000"/>
              <a:headEnd/>
              <a:tailEnd/>
            </a:ln>
          </p:spPr>
        </p:pic>
        <p:pic>
          <p:nvPicPr>
            <p:cNvPr id="2097184" name="Picture 5" descr="9319cf0917f571d0d1581bdb"/>
            <p:cNvPicPr>
              <a:picLocks noChangeAspect="1" noChangeArrowheads="1"/>
            </p:cNvPicPr>
            <p:nvPr/>
          </p:nvPicPr>
          <p:blipFill>
            <a:blip r:embed="rId3" cstate="print"/>
            <a:srcRect/>
            <a:stretch>
              <a:fillRect/>
            </a:stretch>
          </p:blipFill>
          <p:spPr bwMode="auto">
            <a:xfrm>
              <a:off x="4724400" y="1828800"/>
              <a:ext cx="2895600" cy="1844675"/>
            </a:xfrm>
            <a:prstGeom prst="rect">
              <a:avLst/>
            </a:prstGeom>
            <a:noFill/>
            <a:ln w="9525">
              <a:noFill/>
              <a:miter lim="800000"/>
              <a:headEnd/>
              <a:tailEnd/>
            </a:ln>
          </p:spPr>
        </p:pic>
        <p:pic>
          <p:nvPicPr>
            <p:cNvPr id="2097185" name="Picture 7" descr="C:\Documents and Settings\Administrator\桌面\图片\案例图片\马鞍山照片\马鞍山体育馆夜景\psb (6).jpg"/>
            <p:cNvPicPr>
              <a:picLocks noChangeAspect="1" noChangeArrowheads="1"/>
            </p:cNvPicPr>
            <p:nvPr/>
          </p:nvPicPr>
          <p:blipFill>
            <a:blip r:embed="rId4" cstate="print"/>
            <a:srcRect/>
            <a:stretch>
              <a:fillRect/>
            </a:stretch>
          </p:blipFill>
          <p:spPr bwMode="auto">
            <a:xfrm>
              <a:off x="4724400" y="4038600"/>
              <a:ext cx="2971800" cy="1981200"/>
            </a:xfrm>
            <a:prstGeom prst="rect">
              <a:avLst/>
            </a:prstGeom>
            <a:noFill/>
            <a:ln w="9525">
              <a:noFill/>
              <a:miter lim="800000"/>
              <a:headEnd/>
              <a:tailEnd/>
            </a:ln>
          </p:spPr>
        </p:pic>
      </p:grpSp>
      <p:sp>
        <p:nvSpPr>
          <p:cNvPr id="1048878" name="标题 1"/>
          <p:cNvSpPr txBox="1"/>
          <p:nvPr/>
        </p:nvSpPr>
        <p:spPr>
          <a:xfrm>
            <a:off x="0" y="332656"/>
            <a:ext cx="7772400" cy="1143000"/>
          </a:xfrm>
          <a:prstGeom prst="rect">
            <a:avLst/>
          </a:prstGeom>
        </p:spPr>
        <p:txBody>
          <a:bodyPr/>
          <a:p>
            <a:pPr marL="0" marR="0" lvl="0" indent="0" algn="l" defTabSz="914400" rtl="0" eaLnBrk="0" fontAlgn="base" latinLnBrk="0" hangingPunct="0">
              <a:lnSpc>
                <a:spcPct val="100000"/>
              </a:lnSpc>
              <a:spcBef>
                <a:spcPct val="0"/>
              </a:spcBef>
              <a:spcAft>
                <a:spcPct val="0"/>
              </a:spcAft>
              <a:buClrTx/>
              <a:buSzTx/>
              <a:buFontTx/>
              <a:buNone/>
            </a:pPr>
            <a:r>
              <a:rPr lang="zh-CN" altLang="en-US" sz="3600" b="1" kern="0" dirty="0" smtClean="0">
                <a:solidFill>
                  <a:schemeClr val="bg1"/>
                </a:solidFill>
                <a:latin typeface="宋体" panose="02010600030101010101" pitchFamily="2" charset="-122"/>
                <a:cs typeface="+mj-cs"/>
              </a:rPr>
              <a:t>八</a:t>
            </a:r>
            <a:r>
              <a:rPr kumimoji="1" lang="zh-CN" altLang="en-US" sz="3600" b="1" i="0" u="none" strike="noStrike" kern="0" cap="none" spc="0" normalizeH="0" baseline="0" noProof="0" dirty="0" smtClean="0">
                <a:ln>
                  <a:noFill/>
                </a:ln>
                <a:solidFill>
                  <a:schemeClr val="bg1"/>
                </a:solidFill>
                <a:effectLst/>
                <a:uLnTx/>
                <a:uFillTx/>
                <a:latin typeface="宋体" panose="02010600030101010101" pitchFamily="2" charset="-122"/>
                <a:ea typeface="宋体" panose="02010600030101010101" pitchFamily="2" charset="-122"/>
                <a:cs typeface="+mj-cs"/>
              </a:rPr>
              <a:t>、常用噪声治理技术</a:t>
            </a:r>
            <a:r>
              <a:rPr kumimoji="1" lang="en-US" altLang="zh-CN" sz="3600" b="1" i="0" u="none" strike="noStrike" kern="0" cap="none" spc="0" normalizeH="0" baseline="0" noProof="0" dirty="0" smtClean="0">
                <a:ln>
                  <a:noFill/>
                </a:ln>
                <a:solidFill>
                  <a:schemeClr val="bg1"/>
                </a:solidFill>
                <a:effectLst/>
                <a:uLnTx/>
                <a:uFillTx/>
                <a:latin typeface="宋体" panose="02010600030101010101" pitchFamily="2" charset="-122"/>
                <a:ea typeface="宋体" panose="02010600030101010101" pitchFamily="2" charset="-122"/>
                <a:cs typeface="+mj-cs"/>
              </a:rPr>
              <a:t>-</a:t>
            </a:r>
            <a:r>
              <a:rPr kumimoji="1" lang="zh-CN" altLang="en-US" sz="3600" b="1" i="0" u="none" strike="noStrike" kern="0" cap="none" spc="0" normalizeH="0" baseline="0" noProof="0" dirty="0" smtClean="0">
                <a:ln>
                  <a:noFill/>
                </a:ln>
                <a:solidFill>
                  <a:schemeClr val="bg1"/>
                </a:solidFill>
                <a:effectLst/>
                <a:uLnTx/>
                <a:uFillTx/>
                <a:latin typeface="宋体" panose="02010600030101010101" pitchFamily="2" charset="-122"/>
                <a:ea typeface="宋体" panose="02010600030101010101" pitchFamily="2" charset="-122"/>
                <a:cs typeface="+mj-cs"/>
              </a:rPr>
              <a:t>吸声</a:t>
            </a:r>
            <a:endParaRPr kumimoji="1" lang="zh-CN" altLang="en-US" sz="3600" b="1" i="0" u="none" strike="noStrike" kern="0" cap="none" spc="0" normalizeH="0" baseline="0" noProof="0" dirty="0" smtClean="0">
              <a:ln>
                <a:noFill/>
              </a:ln>
              <a:solidFill>
                <a:schemeClr val="bg1"/>
              </a:solidFill>
              <a:effectLst/>
              <a:uLnTx/>
              <a:uFillTx/>
              <a:latin typeface="宋体" panose="02010600030101010101" pitchFamily="2" charset="-122"/>
              <a:ea typeface="宋体" panose="02010600030101010101" pitchFamily="2" charset="-122"/>
              <a:cs typeface="+mj-c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207" name=""/>
        <p:cNvGrpSpPr/>
        <p:nvPr/>
      </p:nvGrpSpPr>
      <p:grpSpPr>
        <a:xfrm>
          <a:off x="0" y="0"/>
          <a:ext cx="0" cy="0"/>
          <a:chOff x="0" y="0"/>
          <a:chExt cx="0" cy="0"/>
        </a:xfrm>
      </p:grpSpPr>
      <p:sp>
        <p:nvSpPr>
          <p:cNvPr id="1048882" name="矩形 1"/>
          <p:cNvSpPr/>
          <p:nvPr/>
        </p:nvSpPr>
        <p:spPr>
          <a:xfrm>
            <a:off x="179512" y="1556792"/>
            <a:ext cx="2100580" cy="447040"/>
          </a:xfrm>
          <a:prstGeom prst="rect">
            <a:avLst/>
          </a:prstGeom>
        </p:spPr>
        <p:txBody>
          <a:bodyPr wrap="none">
            <a:spAutoFit/>
          </a:bodyPr>
          <a:p>
            <a:pPr marL="342900" indent="-342900">
              <a:buClr>
                <a:schemeClr val="tx1"/>
              </a:buClr>
              <a:buFont typeface="Wingdings" panose="05000000000000000000" pitchFamily="2" charset="2"/>
              <a:buNone/>
            </a:pPr>
            <a:r>
              <a:rPr lang="en-US" altLang="zh-CN" b="1" dirty="0" smtClean="0">
                <a:solidFill>
                  <a:schemeClr val="tx2"/>
                </a:solidFill>
                <a:latin typeface="宋体" panose="02010600030101010101" pitchFamily="2" charset="-122"/>
              </a:rPr>
              <a:t>3）</a:t>
            </a:r>
            <a:r>
              <a:rPr lang="zh-CN" altLang="en-US" b="1" dirty="0" smtClean="0">
                <a:solidFill>
                  <a:schemeClr val="tx2"/>
                </a:solidFill>
                <a:latin typeface="宋体" panose="02010600030101010101" pitchFamily="2" charset="-122"/>
              </a:rPr>
              <a:t>空间吸声体</a:t>
            </a:r>
            <a:endParaRPr lang="zh-CN" altLang="en-US" b="1" dirty="0">
              <a:solidFill>
                <a:schemeClr val="tx2"/>
              </a:solidFill>
              <a:latin typeface="宋体" panose="02010600030101010101" pitchFamily="2" charset="-122"/>
            </a:endParaRPr>
          </a:p>
        </p:txBody>
      </p:sp>
      <p:grpSp>
        <p:nvGrpSpPr>
          <p:cNvPr id="208" name="组合 2"/>
          <p:cNvGrpSpPr/>
          <p:nvPr/>
        </p:nvGrpSpPr>
        <p:grpSpPr>
          <a:xfrm>
            <a:off x="611560" y="2132856"/>
            <a:ext cx="7992888" cy="4396482"/>
            <a:chOff x="609600" y="1828800"/>
            <a:chExt cx="7391400" cy="4108450"/>
          </a:xfrm>
        </p:grpSpPr>
        <p:pic>
          <p:nvPicPr>
            <p:cNvPr id="2097186" name="Picture 4" descr="31副本"/>
            <p:cNvPicPr>
              <a:picLocks noChangeAspect="1" noChangeArrowheads="1"/>
            </p:cNvPicPr>
            <p:nvPr/>
          </p:nvPicPr>
          <p:blipFill>
            <a:blip r:embed="rId1" cstate="print"/>
            <a:srcRect/>
            <a:stretch>
              <a:fillRect/>
            </a:stretch>
          </p:blipFill>
          <p:spPr bwMode="auto">
            <a:xfrm>
              <a:off x="609600" y="1828800"/>
              <a:ext cx="2743200" cy="1881188"/>
            </a:xfrm>
            <a:prstGeom prst="rect">
              <a:avLst/>
            </a:prstGeom>
            <a:noFill/>
            <a:ln w="9525">
              <a:noFill/>
              <a:miter lim="800000"/>
              <a:headEnd/>
              <a:tailEnd/>
            </a:ln>
          </p:spPr>
        </p:pic>
        <p:pic>
          <p:nvPicPr>
            <p:cNvPr id="2097187" name="Picture 4" descr="IMG_1835"/>
            <p:cNvPicPr>
              <a:picLocks noChangeAspect="1" noChangeArrowheads="1"/>
            </p:cNvPicPr>
            <p:nvPr/>
          </p:nvPicPr>
          <p:blipFill>
            <a:blip r:embed="rId2" cstate="print"/>
            <a:srcRect/>
            <a:stretch>
              <a:fillRect/>
            </a:stretch>
          </p:blipFill>
          <p:spPr bwMode="auto">
            <a:xfrm>
              <a:off x="2895600" y="2971800"/>
              <a:ext cx="2667000" cy="1803400"/>
            </a:xfrm>
            <a:prstGeom prst="rect">
              <a:avLst/>
            </a:prstGeom>
            <a:noFill/>
            <a:ln w="25400">
              <a:solidFill>
                <a:srgbClr val="CCCCCC"/>
              </a:solidFill>
              <a:miter lim="800000"/>
              <a:headEnd/>
              <a:tailEnd/>
            </a:ln>
          </p:spPr>
        </p:pic>
        <p:pic>
          <p:nvPicPr>
            <p:cNvPr id="2097188" name="Picture 5" descr="2d24d24d-eb45-4dac-b89b-2e96ec942b06"/>
            <p:cNvPicPr>
              <a:picLocks noChangeAspect="1" noChangeArrowheads="1"/>
            </p:cNvPicPr>
            <p:nvPr/>
          </p:nvPicPr>
          <p:blipFill>
            <a:blip r:embed="rId3" cstate="print"/>
            <a:srcRect t="11079" b="9505"/>
            <a:stretch>
              <a:fillRect/>
            </a:stretch>
          </p:blipFill>
          <p:spPr bwMode="auto">
            <a:xfrm>
              <a:off x="5410200" y="4038600"/>
              <a:ext cx="2590800" cy="1898650"/>
            </a:xfrm>
            <a:prstGeom prst="rect">
              <a:avLst/>
            </a:prstGeom>
            <a:noFill/>
            <a:ln w="9525">
              <a:noFill/>
              <a:miter lim="800000"/>
              <a:headEnd/>
              <a:tailEnd/>
            </a:ln>
          </p:spPr>
        </p:pic>
      </p:grpSp>
      <p:sp>
        <p:nvSpPr>
          <p:cNvPr id="1048883" name="标题 1"/>
          <p:cNvSpPr txBox="1"/>
          <p:nvPr/>
        </p:nvSpPr>
        <p:spPr>
          <a:xfrm>
            <a:off x="0" y="332656"/>
            <a:ext cx="7772400" cy="1143000"/>
          </a:xfrm>
          <a:prstGeom prst="rect">
            <a:avLst/>
          </a:prstGeom>
        </p:spPr>
        <p:txBody>
          <a:bodyPr/>
          <a:p>
            <a:pPr marL="0" marR="0" lvl="0" indent="0" algn="l" defTabSz="914400" rtl="0" eaLnBrk="0" fontAlgn="base" latinLnBrk="0" hangingPunct="0">
              <a:lnSpc>
                <a:spcPct val="100000"/>
              </a:lnSpc>
              <a:spcBef>
                <a:spcPct val="0"/>
              </a:spcBef>
              <a:spcAft>
                <a:spcPct val="0"/>
              </a:spcAft>
              <a:buClrTx/>
              <a:buSzTx/>
              <a:buFontTx/>
              <a:buNone/>
            </a:pPr>
            <a:r>
              <a:rPr lang="zh-CN" altLang="en-US" sz="3600" b="1" kern="0" dirty="0" smtClean="0">
                <a:solidFill>
                  <a:schemeClr val="bg1"/>
                </a:solidFill>
                <a:latin typeface="宋体" panose="02010600030101010101" pitchFamily="2" charset="-122"/>
                <a:cs typeface="+mj-cs"/>
              </a:rPr>
              <a:t>八</a:t>
            </a:r>
            <a:r>
              <a:rPr kumimoji="1" lang="zh-CN" altLang="en-US" sz="3600" b="1" i="0" u="none" strike="noStrike" kern="0" cap="none" spc="0" normalizeH="0" baseline="0" noProof="0" dirty="0" smtClean="0">
                <a:ln>
                  <a:noFill/>
                </a:ln>
                <a:solidFill>
                  <a:schemeClr val="bg1"/>
                </a:solidFill>
                <a:effectLst/>
                <a:uLnTx/>
                <a:uFillTx/>
                <a:latin typeface="宋体" panose="02010600030101010101" pitchFamily="2" charset="-122"/>
                <a:ea typeface="宋体" panose="02010600030101010101" pitchFamily="2" charset="-122"/>
                <a:cs typeface="+mj-cs"/>
              </a:rPr>
              <a:t>、常用噪声治理技术</a:t>
            </a:r>
            <a:r>
              <a:rPr kumimoji="1" lang="en-US" altLang="zh-CN" sz="3600" b="1" i="0" u="none" strike="noStrike" kern="0" cap="none" spc="0" normalizeH="0" baseline="0" noProof="0" dirty="0" smtClean="0">
                <a:ln>
                  <a:noFill/>
                </a:ln>
                <a:solidFill>
                  <a:schemeClr val="bg1"/>
                </a:solidFill>
                <a:effectLst/>
                <a:uLnTx/>
                <a:uFillTx/>
                <a:latin typeface="宋体" panose="02010600030101010101" pitchFamily="2" charset="-122"/>
                <a:ea typeface="宋体" panose="02010600030101010101" pitchFamily="2" charset="-122"/>
                <a:cs typeface="+mj-cs"/>
              </a:rPr>
              <a:t>-</a:t>
            </a:r>
            <a:r>
              <a:rPr kumimoji="1" lang="zh-CN" altLang="en-US" sz="3600" b="1" i="0" u="none" strike="noStrike" kern="0" cap="none" spc="0" normalizeH="0" baseline="0" noProof="0" dirty="0" smtClean="0">
                <a:ln>
                  <a:noFill/>
                </a:ln>
                <a:solidFill>
                  <a:schemeClr val="bg1"/>
                </a:solidFill>
                <a:effectLst/>
                <a:uLnTx/>
                <a:uFillTx/>
                <a:latin typeface="宋体" panose="02010600030101010101" pitchFamily="2" charset="-122"/>
                <a:ea typeface="宋体" panose="02010600030101010101" pitchFamily="2" charset="-122"/>
                <a:cs typeface="+mj-cs"/>
              </a:rPr>
              <a:t>吸声</a:t>
            </a:r>
            <a:endParaRPr kumimoji="1" lang="zh-CN" altLang="en-US" sz="3600" b="1" i="0" u="none" strike="noStrike" kern="0" cap="none" spc="0" normalizeH="0" baseline="0" noProof="0" dirty="0" smtClean="0">
              <a:ln>
                <a:noFill/>
              </a:ln>
              <a:solidFill>
                <a:schemeClr val="bg1"/>
              </a:solidFill>
              <a:effectLst/>
              <a:uLnTx/>
              <a:uFillTx/>
              <a:latin typeface="宋体" panose="02010600030101010101" pitchFamily="2" charset="-122"/>
              <a:ea typeface="宋体" panose="02010600030101010101" pitchFamily="2" charset="-122"/>
              <a:cs typeface="+mj-c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211" name=""/>
        <p:cNvGrpSpPr/>
        <p:nvPr/>
      </p:nvGrpSpPr>
      <p:grpSpPr>
        <a:xfrm>
          <a:off x="0" y="0"/>
          <a:ext cx="0" cy="0"/>
          <a:chOff x="0" y="0"/>
          <a:chExt cx="0" cy="0"/>
        </a:xfrm>
      </p:grpSpPr>
      <p:sp>
        <p:nvSpPr>
          <p:cNvPr id="1048887" name="标题 1"/>
          <p:cNvSpPr>
            <a:spLocks noGrp="1"/>
          </p:cNvSpPr>
          <p:nvPr>
            <p:ph type="title"/>
          </p:nvPr>
        </p:nvSpPr>
        <p:spPr>
          <a:xfrm>
            <a:off x="179512" y="260648"/>
            <a:ext cx="8496944" cy="1143000"/>
          </a:xfrm>
        </p:spPr>
        <p:txBody>
          <a:bodyPr/>
          <a:p>
            <a:r>
              <a:rPr lang="zh-CN" altLang="en-US" b="1" dirty="0" smtClean="0">
                <a:latin typeface="宋体" panose="02010600030101010101" pitchFamily="2" charset="-122"/>
                <a:ea typeface="宋体" panose="02010600030101010101" pitchFamily="2" charset="-122"/>
              </a:rPr>
              <a:t>九、常用噪声治理技术</a:t>
            </a:r>
            <a:r>
              <a:rPr lang="en-US" altLang="zh-CN" b="1" dirty="0" smtClean="0">
                <a:latin typeface="宋体" panose="02010600030101010101" pitchFamily="2" charset="-122"/>
                <a:ea typeface="宋体" panose="02010600030101010101" pitchFamily="2" charset="-122"/>
              </a:rPr>
              <a:t>-</a:t>
            </a:r>
            <a:r>
              <a:rPr lang="zh-CN" altLang="en-US" b="1" dirty="0" smtClean="0">
                <a:latin typeface="宋体" panose="02010600030101010101" pitchFamily="2" charset="-122"/>
                <a:ea typeface="宋体" panose="02010600030101010101" pitchFamily="2" charset="-122"/>
              </a:rPr>
              <a:t>消声</a:t>
            </a:r>
            <a:endParaRPr lang="zh-CN" altLang="en-US" b="1" dirty="0">
              <a:latin typeface="宋体" panose="02010600030101010101" pitchFamily="2" charset="-122"/>
              <a:ea typeface="宋体" panose="02010600030101010101" pitchFamily="2" charset="-122"/>
            </a:endParaRPr>
          </a:p>
        </p:txBody>
      </p:sp>
      <p:sp>
        <p:nvSpPr>
          <p:cNvPr id="1048888" name="内容占位符 2"/>
          <p:cNvSpPr>
            <a:spLocks noGrp="1"/>
          </p:cNvSpPr>
          <p:nvPr>
            <p:ph idx="1"/>
          </p:nvPr>
        </p:nvSpPr>
        <p:spPr>
          <a:xfrm>
            <a:off x="179512" y="1412776"/>
            <a:ext cx="8640960" cy="1944216"/>
          </a:xfrm>
        </p:spPr>
        <p:txBody>
          <a:bodyPr/>
          <a:p>
            <a:pPr>
              <a:buNone/>
            </a:pPr>
            <a:r>
              <a:rPr lang="en-US" altLang="zh-CN" sz="2800" b="1" dirty="0" smtClean="0"/>
              <a:t>1、</a:t>
            </a:r>
            <a:r>
              <a:rPr lang="zh-CN" altLang="zh-CN" sz="2800" b="1" dirty="0" smtClean="0">
                <a:latin typeface="宋体" panose="02010600030101010101" pitchFamily="2" charset="-122"/>
                <a:ea typeface="宋体" panose="02010600030101010101" pitchFamily="2" charset="-122"/>
              </a:rPr>
              <a:t>消声</a:t>
            </a:r>
            <a:r>
              <a:rPr lang="zh-CN" altLang="en-US" sz="2800" b="1" dirty="0" smtClean="0">
                <a:latin typeface="宋体" panose="02010600030101010101" pitchFamily="2" charset="-122"/>
                <a:ea typeface="宋体" panose="02010600030101010101" pitchFamily="2" charset="-122"/>
              </a:rPr>
              <a:t>器</a:t>
            </a:r>
            <a:r>
              <a:rPr lang="zh-CN" altLang="en-US" sz="2800" dirty="0" smtClean="0">
                <a:solidFill>
                  <a:schemeClr val="tx2"/>
                </a:solidFill>
                <a:latin typeface="宋体" panose="02010600030101010101" pitchFamily="2" charset="-122"/>
                <a:ea typeface="宋体" panose="02010600030101010101" pitchFamily="2" charset="-122"/>
              </a:rPr>
              <a:t> </a:t>
            </a:r>
            <a:endParaRPr lang="en-US" altLang="zh-CN" sz="2800" dirty="0" smtClean="0">
              <a:solidFill>
                <a:schemeClr val="tx2"/>
              </a:solidFill>
              <a:latin typeface="宋体" panose="02010600030101010101" pitchFamily="2" charset="-122"/>
              <a:ea typeface="宋体" panose="02010600030101010101" pitchFamily="2" charset="-122"/>
            </a:endParaRPr>
          </a:p>
          <a:p>
            <a:pPr>
              <a:lnSpc>
                <a:spcPts val="2700"/>
              </a:lnSpc>
              <a:buNone/>
            </a:pPr>
            <a:r>
              <a:rPr lang="en-US" altLang="zh-CN" sz="2800" dirty="0" smtClean="0">
                <a:solidFill>
                  <a:schemeClr val="tx2"/>
                </a:solidFill>
                <a:latin typeface="宋体" panose="02010600030101010101" pitchFamily="2" charset="-122"/>
                <a:ea typeface="宋体" panose="02010600030101010101" pitchFamily="2" charset="-122"/>
              </a:rPr>
              <a:t>  </a:t>
            </a:r>
            <a:r>
              <a:rPr lang="zh-CN" altLang="en-US" sz="2000" dirty="0" smtClean="0">
                <a:solidFill>
                  <a:schemeClr val="tx2"/>
                </a:solidFill>
                <a:latin typeface="宋体" panose="02010600030101010101" pitchFamily="2" charset="-122"/>
                <a:ea typeface="宋体" panose="02010600030101010101" pitchFamily="2" charset="-122"/>
              </a:rPr>
              <a:t>消声器是一种既允许气流顺利通过而又能有效衰减或阻碍声能向外传播的装置。消声器只能降低空气动力设备的进、排气口噪声或沿管道传播的噪声，不能降低空气动力设备的机壳、管壁等辐射的噪声。主要安装在进、排气口或气流通过的管道。</a:t>
            </a:r>
            <a:endParaRPr lang="zh-CN" altLang="en-US" sz="2000" dirty="0">
              <a:latin typeface="宋体" panose="02010600030101010101" pitchFamily="2" charset="-122"/>
              <a:ea typeface="宋体" panose="02010600030101010101" pitchFamily="2" charset="-122"/>
            </a:endParaRPr>
          </a:p>
        </p:txBody>
      </p:sp>
      <p:sp>
        <p:nvSpPr>
          <p:cNvPr id="1048889" name="内容占位符 2"/>
          <p:cNvSpPr txBox="1"/>
          <p:nvPr/>
        </p:nvSpPr>
        <p:spPr bwMode="auto">
          <a:xfrm>
            <a:off x="179512" y="3356992"/>
            <a:ext cx="8712968" cy="504056"/>
          </a:xfrm>
          <a:prstGeom prst="rect">
            <a:avLst/>
          </a:prstGeom>
          <a:noFill/>
          <a:ln w="9525">
            <a:noFill/>
            <a:miter lim="800000"/>
          </a:ln>
        </p:spPr>
        <p:txBody>
          <a:bodyPr vert="horz" wrap="square" lIns="91440" tIns="45720" rIns="91440" bIns="45720" numCol="1" anchor="t" anchorCtr="0" compatLnSpc="1"/>
          <a:p>
            <a:pPr marL="342900" marR="0" lvl="0" indent="-342900" algn="l" defTabSz="914400" rtl="0" eaLnBrk="0" fontAlgn="base" latinLnBrk="0" hangingPunct="0">
              <a:lnSpc>
                <a:spcPct val="100000"/>
              </a:lnSpc>
              <a:spcBef>
                <a:spcPct val="20000"/>
              </a:spcBef>
              <a:spcAft>
                <a:spcPct val="0"/>
              </a:spcAft>
              <a:buClrTx/>
              <a:buSzTx/>
              <a:buFont typeface="Wingdings" panose="05000000000000000000" pitchFamily="2" charset="2"/>
              <a:buNone/>
            </a:pPr>
            <a:r>
              <a:rPr kumimoji="1" lang="en-US" altLang="zh-CN" sz="28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2、</a:t>
            </a:r>
            <a:r>
              <a:rPr kumimoji="1" lang="zh-CN" altLang="zh-CN" sz="28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常用的消声器分为三类：</a:t>
            </a:r>
            <a:endParaRPr kumimoji="1" lang="en-US" altLang="zh-CN" sz="28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endParaRPr>
          </a:p>
        </p:txBody>
      </p:sp>
      <p:graphicFrame>
        <p:nvGraphicFramePr>
          <p:cNvPr id="4194310" name="表格 9"/>
          <p:cNvGraphicFramePr>
            <a:graphicFrameLocks noGrp="1"/>
          </p:cNvGraphicFramePr>
          <p:nvPr>
            <p:custDataLst>
              <p:tags r:id="rId1"/>
            </p:custDataLst>
          </p:nvPr>
        </p:nvGraphicFramePr>
        <p:xfrm>
          <a:off x="323528" y="3861048"/>
          <a:ext cx="8568952" cy="2564580"/>
        </p:xfrm>
        <a:graphic>
          <a:graphicData uri="http://schemas.openxmlformats.org/drawingml/2006/table">
            <a:tbl>
              <a:tblPr/>
              <a:tblGrid>
                <a:gridCol w="1005746"/>
                <a:gridCol w="4610878"/>
                <a:gridCol w="2952328"/>
              </a:tblGrid>
              <a:tr h="432048">
                <a:tc>
                  <a:txBody>
                    <a:bodyPr/>
                    <a:p>
                      <a:pPr marL="0" algn="ctr" defTabSz="914400" rtl="0" eaLnBrk="1" latinLnBrk="0" hangingPunct="1">
                        <a:lnSpc>
                          <a:spcPts val="2400"/>
                        </a:lnSpc>
                        <a:spcAft>
                          <a:spcPts val="0"/>
                        </a:spcAft>
                      </a:pPr>
                      <a:r>
                        <a:rPr lang="zh-CN" altLang="en-US" sz="1600" b="1" kern="100" dirty="0" smtClean="0">
                          <a:solidFill>
                            <a:schemeClr val="tx1"/>
                          </a:solidFill>
                          <a:latin typeface="Calibri" panose="020F0502020204030204" pitchFamily="34" charset="0"/>
                          <a:ea typeface="宋体" panose="02010600030101010101" pitchFamily="2" charset="-122"/>
                          <a:cs typeface="Times New Roman" panose="02020603050405020304" pitchFamily="18" charset="0"/>
                        </a:rPr>
                        <a:t>类型</a:t>
                      </a:r>
                      <a:endParaRPr lang="zh-CN" altLang="en-US" sz="1600" b="1" kern="100" dirty="0">
                        <a:solidFill>
                          <a:schemeClr val="tx1"/>
                        </a:solidFill>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CC"/>
                    </a:solidFill>
                  </a:tcPr>
                </a:tc>
                <a:tc>
                  <a:txBody>
                    <a:bodyPr/>
                    <a:p>
                      <a:pPr algn="ctr">
                        <a:spcAft>
                          <a:spcPts val="0"/>
                        </a:spcAft>
                      </a:pPr>
                      <a:r>
                        <a:rPr lang="zh-CN" altLang="en-US" sz="1600" b="1" kern="100" dirty="0" smtClean="0">
                          <a:latin typeface="Calibri" panose="020F0502020204030204" pitchFamily="34" charset="0"/>
                          <a:ea typeface="宋体" panose="02010600030101010101" pitchFamily="2" charset="-122"/>
                          <a:cs typeface="Times New Roman" panose="02020603050405020304" pitchFamily="18" charset="0"/>
                        </a:rPr>
                        <a:t>基本原理</a:t>
                      </a:r>
                      <a:endParaRPr lang="zh-CN" sz="1600" b="1" kern="100" dirty="0">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CC"/>
                    </a:solidFill>
                  </a:tcPr>
                </a:tc>
                <a:tc>
                  <a:txBody>
                    <a:bodyPr/>
                    <a:p>
                      <a:pPr algn="ctr">
                        <a:spcAft>
                          <a:spcPts val="0"/>
                        </a:spcAft>
                      </a:pPr>
                      <a:r>
                        <a:rPr lang="zh-CN" altLang="en-US" sz="1600" b="1" kern="100" dirty="0" smtClean="0">
                          <a:latin typeface="Calibri" panose="020F0502020204030204" pitchFamily="34" charset="0"/>
                          <a:ea typeface="宋体" panose="02010600030101010101" pitchFamily="2" charset="-122"/>
                          <a:cs typeface="Times New Roman" panose="02020603050405020304" pitchFamily="18" charset="0"/>
                        </a:rPr>
                        <a:t>适用范围</a:t>
                      </a:r>
                      <a:endParaRPr lang="zh-CN" sz="1600" b="1" kern="100" dirty="0">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CC"/>
                    </a:solidFill>
                  </a:tcPr>
                </a:tc>
              </a:tr>
              <a:tr h="664149">
                <a:tc>
                  <a:txBody>
                    <a:bodyPr/>
                    <a:p>
                      <a:pPr marL="0" algn="ctr" defTabSz="914400" rtl="0" eaLnBrk="1" latinLnBrk="0" hangingPunct="1">
                        <a:lnSpc>
                          <a:spcPts val="2400"/>
                        </a:lnSpc>
                        <a:spcAft>
                          <a:spcPts val="0"/>
                        </a:spcAft>
                      </a:pPr>
                      <a:r>
                        <a:rPr lang="zh-CN" sz="1600" b="0" kern="100" dirty="0">
                          <a:solidFill>
                            <a:schemeClr val="tx1"/>
                          </a:solidFill>
                          <a:latin typeface="Calibri" panose="020F0502020204030204" pitchFamily="34" charset="0"/>
                          <a:ea typeface="宋体" panose="02010600030101010101" pitchFamily="2" charset="-122"/>
                          <a:cs typeface="Times New Roman" panose="02020603050405020304" pitchFamily="18" charset="0"/>
                        </a:rPr>
                        <a:t>阻</a:t>
                      </a:r>
                      <a:r>
                        <a:rPr lang="zh-CN" sz="1600" b="0" kern="100" dirty="0" smtClean="0">
                          <a:solidFill>
                            <a:schemeClr val="tx1"/>
                          </a:solidFill>
                          <a:latin typeface="Calibri" panose="020F0502020204030204" pitchFamily="34" charset="0"/>
                          <a:ea typeface="宋体" panose="02010600030101010101" pitchFamily="2" charset="-122"/>
                          <a:cs typeface="Times New Roman" panose="02020603050405020304" pitchFamily="18" charset="0"/>
                        </a:rPr>
                        <a:t>性</a:t>
                      </a:r>
                      <a:endParaRPr lang="en-US" altLang="zh-CN" sz="1600" b="0" kern="100" dirty="0" smtClean="0">
                        <a:solidFill>
                          <a:schemeClr val="tx1"/>
                        </a:solidFill>
                        <a:latin typeface="Calibri" panose="020F0502020204030204" pitchFamily="34" charset="0"/>
                        <a:ea typeface="宋体" panose="02010600030101010101" pitchFamily="2" charset="-122"/>
                        <a:cs typeface="Times New Roman" panose="02020603050405020304" pitchFamily="18" charset="0"/>
                      </a:endParaRPr>
                    </a:p>
                    <a:p>
                      <a:pPr marL="0" algn="ctr" defTabSz="914400" rtl="0" eaLnBrk="1" latinLnBrk="0" hangingPunct="1">
                        <a:lnSpc>
                          <a:spcPts val="2400"/>
                        </a:lnSpc>
                        <a:spcAft>
                          <a:spcPts val="0"/>
                        </a:spcAft>
                      </a:pPr>
                      <a:r>
                        <a:rPr lang="zh-CN" sz="1600" b="0" kern="100" dirty="0" smtClean="0">
                          <a:solidFill>
                            <a:schemeClr val="tx1"/>
                          </a:solidFill>
                          <a:latin typeface="Calibri" panose="020F0502020204030204" pitchFamily="34" charset="0"/>
                          <a:ea typeface="宋体" panose="02010600030101010101" pitchFamily="2" charset="-122"/>
                          <a:cs typeface="Times New Roman" panose="02020603050405020304" pitchFamily="18" charset="0"/>
                        </a:rPr>
                        <a:t>消声器</a:t>
                      </a:r>
                      <a:endParaRPr lang="zh-CN" sz="1600" b="0" kern="100" dirty="0">
                        <a:solidFill>
                          <a:schemeClr val="tx1"/>
                        </a:solidFill>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p>
                      <a:pPr algn="just">
                        <a:spcAft>
                          <a:spcPts val="0"/>
                        </a:spcAft>
                      </a:pPr>
                      <a:r>
                        <a:rPr lang="zh-CN" sz="1600" b="0" kern="100" dirty="0">
                          <a:latin typeface="Calibri" panose="020F0502020204030204" pitchFamily="34" charset="0"/>
                          <a:ea typeface="宋体" panose="02010600030101010101" pitchFamily="2" charset="-122"/>
                          <a:cs typeface="Times New Roman" panose="02020603050405020304" pitchFamily="18" charset="0"/>
                        </a:rPr>
                        <a:t>属吸收型，在管道内设置吸声材料，消耗和衰减通过管道气流的</a:t>
                      </a:r>
                      <a:r>
                        <a:rPr lang="zh-CN" sz="1600" b="0" kern="100" dirty="0" smtClean="0">
                          <a:latin typeface="Calibri" panose="020F0502020204030204" pitchFamily="34" charset="0"/>
                          <a:ea typeface="宋体" panose="02010600030101010101" pitchFamily="2" charset="-122"/>
                          <a:cs typeface="Times New Roman" panose="02020603050405020304" pitchFamily="18" charset="0"/>
                        </a:rPr>
                        <a:t>噪声</a:t>
                      </a:r>
                      <a:r>
                        <a:rPr lang="zh-CN" altLang="en-US" sz="1600" b="0" kern="100" dirty="0" smtClean="0">
                          <a:latin typeface="Calibri" panose="020F0502020204030204" pitchFamily="34" charset="0"/>
                          <a:ea typeface="宋体" panose="02010600030101010101" pitchFamily="2" charset="-122"/>
                          <a:cs typeface="Times New Roman" panose="02020603050405020304" pitchFamily="18" charset="0"/>
                        </a:rPr>
                        <a:t>。</a:t>
                      </a:r>
                      <a:endParaRPr lang="zh-CN" sz="1600" b="0" kern="100" dirty="0">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p>
                      <a:pPr algn="just">
                        <a:spcAft>
                          <a:spcPts val="0"/>
                        </a:spcAft>
                      </a:pPr>
                      <a:r>
                        <a:rPr lang="zh-CN" altLang="zh-CN" sz="1600" b="0" kern="100" dirty="0" smtClean="0">
                          <a:latin typeface="Calibri" panose="020F0502020204030204" pitchFamily="34" charset="0"/>
                          <a:ea typeface="宋体" panose="02010600030101010101" pitchFamily="2" charset="-122"/>
                          <a:cs typeface="Times New Roman" panose="02020603050405020304" pitchFamily="18" charset="0"/>
                        </a:rPr>
                        <a:t>主要用于</a:t>
                      </a:r>
                      <a:r>
                        <a:rPr lang="zh-CN" altLang="en-US" sz="1600" b="0" kern="100" dirty="0" smtClean="0">
                          <a:latin typeface="Calibri" panose="020F0502020204030204" pitchFamily="34" charset="0"/>
                          <a:ea typeface="宋体" panose="02010600030101010101" pitchFamily="2" charset="-122"/>
                          <a:cs typeface="Times New Roman" panose="02020603050405020304" pitchFamily="18" charset="0"/>
                        </a:rPr>
                        <a:t>消减</a:t>
                      </a:r>
                      <a:r>
                        <a:rPr lang="zh-CN" altLang="zh-CN" sz="1600" b="0" kern="100" dirty="0" smtClean="0">
                          <a:latin typeface="Calibri" panose="020F0502020204030204" pitchFamily="34" charset="0"/>
                          <a:ea typeface="宋体" panose="02010600030101010101" pitchFamily="2" charset="-122"/>
                          <a:cs typeface="Times New Roman" panose="02020603050405020304" pitchFamily="18" charset="0"/>
                        </a:rPr>
                        <a:t>高频气流噪声。</a:t>
                      </a:r>
                      <a:endParaRPr lang="zh-CN" sz="1600" b="0" kern="100" dirty="0">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r>
              <a:tr h="630243">
                <a:tc>
                  <a:txBody>
                    <a:bodyPr/>
                    <a:p>
                      <a:pPr algn="ctr">
                        <a:lnSpc>
                          <a:spcPts val="2400"/>
                        </a:lnSpc>
                        <a:spcAft>
                          <a:spcPts val="0"/>
                        </a:spcAft>
                      </a:pPr>
                      <a:r>
                        <a:rPr lang="zh-CN" sz="1600" b="0" kern="100" dirty="0" smtClean="0">
                          <a:latin typeface="Calibri" panose="020F0502020204030204" pitchFamily="34" charset="0"/>
                          <a:ea typeface="宋体" panose="02010600030101010101" pitchFamily="2" charset="-122"/>
                          <a:cs typeface="Times New Roman" panose="02020603050405020304" pitchFamily="18" charset="0"/>
                        </a:rPr>
                        <a:t>抗性</a:t>
                      </a:r>
                      <a:endParaRPr lang="en-US" altLang="zh-CN" sz="1600" b="0" kern="100" dirty="0" smtClean="0">
                        <a:latin typeface="Calibri" panose="020F0502020204030204" pitchFamily="34" charset="0"/>
                        <a:ea typeface="宋体" panose="02010600030101010101" pitchFamily="2" charset="-122"/>
                        <a:cs typeface="Times New Roman" panose="02020603050405020304" pitchFamily="18" charset="0"/>
                      </a:endParaRPr>
                    </a:p>
                    <a:p>
                      <a:pPr algn="ctr">
                        <a:lnSpc>
                          <a:spcPts val="2400"/>
                        </a:lnSpc>
                        <a:spcAft>
                          <a:spcPts val="0"/>
                        </a:spcAft>
                      </a:pPr>
                      <a:r>
                        <a:rPr lang="zh-CN" sz="1600" b="0" kern="100" dirty="0" smtClean="0">
                          <a:latin typeface="Calibri" panose="020F0502020204030204" pitchFamily="34" charset="0"/>
                          <a:ea typeface="宋体" panose="02010600030101010101" pitchFamily="2" charset="-122"/>
                          <a:cs typeface="Times New Roman" panose="02020603050405020304" pitchFamily="18" charset="0"/>
                        </a:rPr>
                        <a:t>消声器</a:t>
                      </a:r>
                      <a:endParaRPr lang="zh-CN" sz="1600" b="0" kern="100" dirty="0">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l">
                        <a:lnSpc>
                          <a:spcPct val="100000"/>
                        </a:lnSpc>
                        <a:spcAft>
                          <a:spcPts val="0"/>
                        </a:spcAft>
                      </a:pPr>
                      <a:r>
                        <a:rPr lang="zh-CN" sz="1600" b="0" kern="100" dirty="0">
                          <a:latin typeface="Calibri" panose="020F0502020204030204" pitchFamily="34" charset="0"/>
                          <a:ea typeface="宋体" panose="02010600030101010101" pitchFamily="2" charset="-122"/>
                          <a:cs typeface="Times New Roman" panose="02020603050405020304" pitchFamily="18" charset="0"/>
                        </a:rPr>
                        <a:t>属共振型，利用几何形状，使声音在管道中反复反射、共振、干涉、叠加而消耗</a:t>
                      </a:r>
                      <a:r>
                        <a:rPr lang="zh-CN" sz="1600" b="0" kern="100" dirty="0" smtClean="0">
                          <a:latin typeface="Calibri" panose="020F0502020204030204" pitchFamily="34" charset="0"/>
                          <a:ea typeface="宋体" panose="02010600030101010101" pitchFamily="2" charset="-122"/>
                          <a:cs typeface="Times New Roman" panose="02020603050405020304" pitchFamily="18" charset="0"/>
                        </a:rPr>
                        <a:t>声能。</a:t>
                      </a:r>
                      <a:endParaRPr lang="zh-CN" sz="1600" b="0" kern="100" dirty="0">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l">
                        <a:lnSpc>
                          <a:spcPct val="100000"/>
                        </a:lnSpc>
                        <a:spcAft>
                          <a:spcPts val="0"/>
                        </a:spcAft>
                      </a:pPr>
                      <a:r>
                        <a:rPr lang="zh-CN" altLang="zh-CN" sz="1600" b="0" kern="100" dirty="0" smtClean="0">
                          <a:latin typeface="Calibri" panose="020F0502020204030204" pitchFamily="34" charset="0"/>
                          <a:ea typeface="宋体" panose="02010600030101010101" pitchFamily="2" charset="-122"/>
                          <a:cs typeface="Times New Roman" panose="02020603050405020304" pitchFamily="18" charset="0"/>
                        </a:rPr>
                        <a:t>主要用于消</a:t>
                      </a:r>
                      <a:r>
                        <a:rPr lang="zh-CN" altLang="en-US" sz="1600" b="0" kern="100" dirty="0" smtClean="0">
                          <a:latin typeface="Calibri" panose="020F0502020204030204" pitchFamily="34" charset="0"/>
                          <a:ea typeface="宋体" panose="02010600030101010101" pitchFamily="2" charset="-122"/>
                          <a:cs typeface="Times New Roman" panose="02020603050405020304" pitchFamily="18" charset="0"/>
                        </a:rPr>
                        <a:t>减</a:t>
                      </a:r>
                      <a:r>
                        <a:rPr lang="zh-CN" altLang="zh-CN" sz="1600" b="0" kern="100" dirty="0" smtClean="0">
                          <a:latin typeface="Calibri" panose="020F0502020204030204" pitchFamily="34" charset="0"/>
                          <a:ea typeface="宋体" panose="02010600030101010101" pitchFamily="2" charset="-122"/>
                          <a:cs typeface="Times New Roman" panose="02020603050405020304" pitchFamily="18" charset="0"/>
                        </a:rPr>
                        <a:t>特定频率的</a:t>
                      </a:r>
                      <a:r>
                        <a:rPr lang="zh-CN" altLang="en-US" sz="1600" b="0" kern="100" dirty="0" smtClean="0">
                          <a:latin typeface="Calibri" panose="020F0502020204030204" pitchFamily="34" charset="0"/>
                          <a:ea typeface="宋体" panose="02010600030101010101" pitchFamily="2" charset="-122"/>
                          <a:cs typeface="Times New Roman" panose="02020603050405020304" pitchFamily="18" charset="0"/>
                        </a:rPr>
                        <a:t>噪声。</a:t>
                      </a:r>
                      <a:endParaRPr lang="zh-CN" sz="1600" b="0" kern="100" dirty="0">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838140">
                <a:tc>
                  <a:txBody>
                    <a:bodyPr/>
                    <a:p>
                      <a:pPr algn="ctr">
                        <a:lnSpc>
                          <a:spcPts val="2400"/>
                        </a:lnSpc>
                        <a:spcAft>
                          <a:spcPts val="0"/>
                        </a:spcAft>
                      </a:pPr>
                      <a:r>
                        <a:rPr lang="zh-CN" sz="1600" b="0" kern="100" dirty="0" smtClean="0">
                          <a:latin typeface="Calibri" panose="020F0502020204030204" pitchFamily="34" charset="0"/>
                          <a:ea typeface="宋体" panose="02010600030101010101" pitchFamily="2" charset="-122"/>
                          <a:cs typeface="Times New Roman" panose="02020603050405020304" pitchFamily="18" charset="0"/>
                        </a:rPr>
                        <a:t>阻抗</a:t>
                      </a:r>
                      <a:r>
                        <a:rPr lang="zh-CN" sz="1600" b="0" kern="100" dirty="0">
                          <a:latin typeface="Calibri" panose="020F0502020204030204" pitchFamily="34" charset="0"/>
                          <a:ea typeface="宋体" panose="02010600030101010101" pitchFamily="2" charset="-122"/>
                          <a:cs typeface="Times New Roman" panose="02020603050405020304" pitchFamily="18" charset="0"/>
                        </a:rPr>
                        <a:t>复合式消声器</a:t>
                      </a:r>
                      <a:endParaRPr lang="zh-CN" sz="1600" b="0" kern="100" dirty="0">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just">
                        <a:spcAft>
                          <a:spcPts val="0"/>
                        </a:spcAft>
                      </a:pPr>
                      <a:r>
                        <a:rPr lang="zh-CN" sz="1600" b="0" kern="100" dirty="0">
                          <a:latin typeface="Calibri" panose="020F0502020204030204" pitchFamily="34" charset="0"/>
                          <a:ea typeface="宋体" panose="02010600030101010101" pitchFamily="2" charset="-122"/>
                          <a:cs typeface="Times New Roman" panose="02020603050405020304" pitchFamily="18" charset="0"/>
                        </a:rPr>
                        <a:t>利用上述两种原理复合制成的消声器</a:t>
                      </a:r>
                      <a:r>
                        <a:rPr lang="zh-CN" sz="1600" b="0" kern="100" dirty="0" smtClean="0">
                          <a:latin typeface="Calibri" panose="020F0502020204030204" pitchFamily="34" charset="0"/>
                          <a:ea typeface="宋体" panose="02010600030101010101" pitchFamily="2" charset="-122"/>
                          <a:cs typeface="Times New Roman" panose="02020603050405020304" pitchFamily="18" charset="0"/>
                        </a:rPr>
                        <a:t>，具有</a:t>
                      </a:r>
                      <a:r>
                        <a:rPr lang="zh-CN" sz="1600" b="0" kern="100" dirty="0">
                          <a:latin typeface="Calibri" panose="020F0502020204030204" pitchFamily="34" charset="0"/>
                          <a:ea typeface="宋体" panose="02010600030101010101" pitchFamily="2" charset="-122"/>
                          <a:cs typeface="Times New Roman" panose="02020603050405020304" pitchFamily="18" charset="0"/>
                        </a:rPr>
                        <a:t>阻性和抗性两种消声器</a:t>
                      </a:r>
                      <a:r>
                        <a:rPr lang="zh-CN" sz="1600" b="0" kern="100" dirty="0" smtClean="0">
                          <a:latin typeface="Calibri" panose="020F0502020204030204" pitchFamily="34" charset="0"/>
                          <a:ea typeface="宋体" panose="02010600030101010101" pitchFamily="2" charset="-122"/>
                          <a:cs typeface="Times New Roman" panose="02020603050405020304" pitchFamily="18" charset="0"/>
                        </a:rPr>
                        <a:t>的</a:t>
                      </a:r>
                      <a:r>
                        <a:rPr lang="zh-CN" altLang="en-US" sz="1600" b="0" kern="100" dirty="0" smtClean="0">
                          <a:latin typeface="Calibri" panose="020F0502020204030204" pitchFamily="34" charset="0"/>
                          <a:ea typeface="宋体" panose="02010600030101010101" pitchFamily="2" charset="-122"/>
                          <a:cs typeface="Times New Roman" panose="02020603050405020304" pitchFamily="18" charset="0"/>
                        </a:rPr>
                        <a:t>性能。</a:t>
                      </a:r>
                      <a:endParaRPr lang="zh-CN" sz="1600" b="0" kern="100" dirty="0">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just">
                        <a:spcAft>
                          <a:spcPts val="0"/>
                        </a:spcAft>
                      </a:pPr>
                      <a:r>
                        <a:rPr lang="zh-CN" altLang="zh-CN" sz="1600" b="0" kern="100" dirty="0" smtClean="0">
                          <a:latin typeface="Calibri" panose="020F0502020204030204" pitchFamily="34" charset="0"/>
                          <a:ea typeface="宋体" panose="02010600030101010101" pitchFamily="2" charset="-122"/>
                          <a:cs typeface="Times New Roman" panose="02020603050405020304" pitchFamily="18" charset="0"/>
                        </a:rPr>
                        <a:t>消声频带比较宽。</a:t>
                      </a:r>
                      <a:endParaRPr lang="zh-CN" sz="1600" b="0" kern="100" dirty="0">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235" name=""/>
        <p:cNvGrpSpPr/>
        <p:nvPr/>
      </p:nvGrpSpPr>
      <p:grpSpPr>
        <a:xfrm>
          <a:off x="0" y="0"/>
          <a:ext cx="0" cy="0"/>
          <a:chOff x="0" y="0"/>
          <a:chExt cx="0" cy="0"/>
        </a:xfrm>
      </p:grpSpPr>
      <p:sp>
        <p:nvSpPr>
          <p:cNvPr id="1048932" name="内容占位符 2"/>
          <p:cNvSpPr>
            <a:spLocks noGrp="1"/>
          </p:cNvSpPr>
          <p:nvPr>
            <p:ph idx="1"/>
          </p:nvPr>
        </p:nvSpPr>
        <p:spPr>
          <a:xfrm>
            <a:off x="251520" y="1484784"/>
            <a:ext cx="8892480" cy="1656184"/>
          </a:xfrm>
        </p:spPr>
        <p:txBody>
          <a:bodyPr/>
          <a:p>
            <a:pPr>
              <a:lnSpc>
                <a:spcPts val="2900"/>
              </a:lnSpc>
              <a:buNone/>
            </a:pPr>
            <a:r>
              <a:rPr lang="zh-CN" altLang="en-US" dirty="0" smtClean="0">
                <a:latin typeface="宋体" panose="02010600030101010101" pitchFamily="2" charset="-122"/>
                <a:ea typeface="宋体" panose="02010600030101010101" pitchFamily="2" charset="-122"/>
              </a:rPr>
              <a:t>用屏蔽物（</a:t>
            </a:r>
            <a:r>
              <a:rPr lang="zh-CN" altLang="zh-CN" dirty="0" smtClean="0">
                <a:latin typeface="宋体" panose="02010600030101010101" pitchFamily="2" charset="-122"/>
                <a:ea typeface="宋体" panose="02010600030101010101" pitchFamily="2" charset="-122"/>
              </a:rPr>
              <a:t>材料、构件</a:t>
            </a:r>
            <a:r>
              <a:rPr lang="zh-CN" altLang="en-US" dirty="0" smtClean="0">
                <a:latin typeface="宋体" panose="02010600030101010101" pitchFamily="2" charset="-122"/>
                <a:ea typeface="宋体" panose="02010600030101010101" pitchFamily="2" charset="-122"/>
              </a:rPr>
              <a:t>）使入射声反射而隔断声波的传播</a:t>
            </a:r>
            <a:r>
              <a:rPr lang="en-US" altLang="zh-CN" dirty="0" smtClean="0">
                <a:latin typeface="宋体" panose="02010600030101010101" pitchFamily="2" charset="-122"/>
                <a:ea typeface="宋体" panose="02010600030101010101" pitchFamily="2" charset="-122"/>
              </a:rPr>
              <a:t>,</a:t>
            </a:r>
            <a:r>
              <a:rPr lang="zh-CN" altLang="en-US" dirty="0" smtClean="0">
                <a:latin typeface="宋体" panose="02010600030101010101" pitchFamily="2" charset="-122"/>
                <a:ea typeface="宋体" panose="02010600030101010101" pitchFamily="2" charset="-122"/>
              </a:rPr>
              <a:t>或者用</a:t>
            </a:r>
            <a:endParaRPr lang="en-US" altLang="zh-CN" dirty="0" smtClean="0">
              <a:latin typeface="宋体" panose="02010600030101010101" pitchFamily="2" charset="-122"/>
              <a:ea typeface="宋体" panose="02010600030101010101" pitchFamily="2" charset="-122"/>
            </a:endParaRPr>
          </a:p>
          <a:p>
            <a:pPr>
              <a:lnSpc>
                <a:spcPts val="2900"/>
              </a:lnSpc>
              <a:buNone/>
            </a:pPr>
            <a:r>
              <a:rPr lang="zh-CN" altLang="en-US" dirty="0" smtClean="0">
                <a:latin typeface="宋体" panose="02010600030101010101" pitchFamily="2" charset="-122"/>
                <a:ea typeface="宋体" panose="02010600030101010101" pitchFamily="2" charset="-122"/>
              </a:rPr>
              <a:t>围护结构把噪声控制在一定范围内，称为隔声。材料一侧的入射</a:t>
            </a:r>
            <a:endParaRPr lang="en-US" altLang="zh-CN" dirty="0" smtClean="0">
              <a:latin typeface="宋体" panose="02010600030101010101" pitchFamily="2" charset="-122"/>
              <a:ea typeface="宋体" panose="02010600030101010101" pitchFamily="2" charset="-122"/>
            </a:endParaRPr>
          </a:p>
          <a:p>
            <a:pPr>
              <a:lnSpc>
                <a:spcPts val="2900"/>
              </a:lnSpc>
              <a:buNone/>
            </a:pPr>
            <a:r>
              <a:rPr lang="zh-CN" altLang="en-US" dirty="0" smtClean="0">
                <a:latin typeface="宋体" panose="02010600030101010101" pitchFamily="2" charset="-122"/>
                <a:ea typeface="宋体" panose="02010600030101010101" pitchFamily="2" charset="-122"/>
              </a:rPr>
              <a:t>声能与另一侧的透射声能相差的分贝数就是该材料的隔声量。</a:t>
            </a:r>
            <a:endParaRPr lang="en-US" altLang="zh-CN" sz="2000" dirty="0" smtClean="0">
              <a:latin typeface="宋体" panose="02010600030101010101" pitchFamily="2" charset="-122"/>
              <a:ea typeface="宋体" panose="02010600030101010101" pitchFamily="2" charset="-122"/>
            </a:endParaRPr>
          </a:p>
        </p:txBody>
      </p:sp>
      <p:sp>
        <p:nvSpPr>
          <p:cNvPr id="1048933" name="标题 1"/>
          <p:cNvSpPr txBox="1">
            <a:spLocks noGrp="1"/>
          </p:cNvSpPr>
          <p:nvPr>
            <p:ph type="title"/>
          </p:nvPr>
        </p:nvSpPr>
        <p:spPr>
          <a:xfrm>
            <a:off x="0" y="188640"/>
            <a:ext cx="7772400" cy="1143000"/>
          </a:xfrm>
          <a:prstGeom prst="rect">
            <a:avLst/>
          </a:prstGeom>
        </p:spPr>
        <p:txBody>
          <a:bodyPr/>
          <a:p>
            <a:pPr marL="0" marR="0" lvl="0" indent="0" algn="l" defTabSz="914400" rtl="0" eaLnBrk="0" fontAlgn="base" latinLnBrk="0" hangingPunct="0">
              <a:lnSpc>
                <a:spcPct val="100000"/>
              </a:lnSpc>
              <a:spcBef>
                <a:spcPct val="0"/>
              </a:spcBef>
              <a:spcAft>
                <a:spcPct val="0"/>
              </a:spcAft>
              <a:buClrTx/>
              <a:buSzTx/>
              <a:buFontTx/>
              <a:buNone/>
            </a:pPr>
            <a:r>
              <a:rPr lang="zh-CN" altLang="en-US" b="1" dirty="0" smtClean="0">
                <a:latin typeface="宋体" panose="02010600030101010101" pitchFamily="2" charset="-122"/>
                <a:ea typeface="宋体" panose="02010600030101010101" pitchFamily="2" charset="-122"/>
              </a:rPr>
              <a:t>十</a:t>
            </a:r>
            <a:r>
              <a:rPr kumimoji="1" lang="zh-CN" altLang="en-US" b="1" i="0" u="none" strike="noStrike" kern="0" cap="none" spc="0" normalizeH="0" baseline="0" noProof="0" dirty="0" smtClean="0">
                <a:ln>
                  <a:noFill/>
                </a:ln>
                <a:solidFill>
                  <a:schemeClr val="bg1"/>
                </a:solidFill>
                <a:effectLst/>
                <a:uLnTx/>
                <a:uFillTx/>
                <a:latin typeface="宋体" panose="02010600030101010101" pitchFamily="2" charset="-122"/>
                <a:ea typeface="宋体" panose="02010600030101010101" pitchFamily="2" charset="-122"/>
                <a:cs typeface="+mj-cs"/>
              </a:rPr>
              <a:t>、常用噪声治理技术</a:t>
            </a:r>
            <a:r>
              <a:rPr kumimoji="1" lang="en-US" altLang="zh-CN" b="1" i="0" u="none" strike="noStrike" kern="0" cap="none" spc="0" normalizeH="0" baseline="0" noProof="0" dirty="0" smtClean="0">
                <a:ln>
                  <a:noFill/>
                </a:ln>
                <a:solidFill>
                  <a:schemeClr val="bg1"/>
                </a:solidFill>
                <a:effectLst/>
                <a:uLnTx/>
                <a:uFillTx/>
                <a:latin typeface="宋体" panose="02010600030101010101" pitchFamily="2" charset="-122"/>
                <a:ea typeface="宋体" panose="02010600030101010101" pitchFamily="2" charset="-122"/>
                <a:cs typeface="+mj-cs"/>
              </a:rPr>
              <a:t>-</a:t>
            </a:r>
            <a:r>
              <a:rPr kumimoji="1" lang="zh-CN" altLang="en-US" b="1" i="0" u="none" strike="noStrike" kern="0" cap="none" spc="0" normalizeH="0" baseline="0" noProof="0" dirty="0" smtClean="0">
                <a:ln>
                  <a:noFill/>
                </a:ln>
                <a:solidFill>
                  <a:schemeClr val="bg1"/>
                </a:solidFill>
                <a:effectLst/>
                <a:uLnTx/>
                <a:uFillTx/>
                <a:latin typeface="宋体" panose="02010600030101010101" pitchFamily="2" charset="-122"/>
                <a:ea typeface="宋体" panose="02010600030101010101" pitchFamily="2" charset="-122"/>
                <a:cs typeface="+mj-cs"/>
              </a:rPr>
              <a:t>隔声</a:t>
            </a:r>
            <a:endParaRPr kumimoji="1" lang="zh-CN" altLang="en-US" b="1" i="0" u="none" strike="noStrike" kern="0" cap="none" spc="0" normalizeH="0" baseline="0" noProof="0" dirty="0">
              <a:ln>
                <a:noFill/>
              </a:ln>
              <a:solidFill>
                <a:schemeClr val="bg1"/>
              </a:solidFill>
              <a:effectLst/>
              <a:uLnTx/>
              <a:uFillTx/>
              <a:latin typeface="宋体" panose="02010600030101010101" pitchFamily="2" charset="-122"/>
              <a:ea typeface="宋体" panose="02010600030101010101" pitchFamily="2" charset="-122"/>
              <a:cs typeface="+mj-cs"/>
            </a:endParaRPr>
          </a:p>
        </p:txBody>
      </p:sp>
      <p:pic>
        <p:nvPicPr>
          <p:cNvPr id="2097194" name="Picture 10"/>
          <p:cNvPicPr>
            <a:picLocks noChangeAspect="1" noChangeArrowheads="1"/>
          </p:cNvPicPr>
          <p:nvPr/>
        </p:nvPicPr>
        <p:blipFill>
          <a:blip r:embed="rId1" cstate="print"/>
          <a:srcRect/>
          <a:stretch>
            <a:fillRect/>
          </a:stretch>
        </p:blipFill>
        <p:spPr bwMode="gray">
          <a:xfrm>
            <a:off x="2051720" y="2852936"/>
            <a:ext cx="5279645" cy="3717032"/>
          </a:xfrm>
          <a:prstGeom prst="rect">
            <a:avLst/>
          </a:prstGeom>
          <a:solidFill>
            <a:srgbClr val="CCFFFF"/>
          </a:solidFill>
          <a:ln w="9525" algn="ctr">
            <a:noFill/>
            <a:miter lim="800000"/>
            <a:headEnd/>
            <a:tailEnd/>
          </a:ln>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247" name=""/>
        <p:cNvGrpSpPr/>
        <p:nvPr/>
      </p:nvGrpSpPr>
      <p:grpSpPr>
        <a:xfrm>
          <a:off x="0" y="0"/>
          <a:ext cx="0" cy="0"/>
          <a:chOff x="0" y="0"/>
          <a:chExt cx="0" cy="0"/>
        </a:xfrm>
      </p:grpSpPr>
      <p:sp>
        <p:nvSpPr>
          <p:cNvPr id="1048952" name="Text Box 2"/>
          <p:cNvSpPr txBox="1">
            <a:spLocks noChangeArrowheads="1"/>
          </p:cNvSpPr>
          <p:nvPr/>
        </p:nvSpPr>
        <p:spPr bwMode="auto">
          <a:xfrm>
            <a:off x="0" y="1700808"/>
            <a:ext cx="6858000" cy="369332"/>
          </a:xfrm>
          <a:prstGeom prst="rect">
            <a:avLst/>
          </a:prstGeom>
          <a:noFill/>
          <a:ln w="9525">
            <a:noFill/>
            <a:miter lim="800000"/>
          </a:ln>
        </p:spPr>
        <p:txBody>
          <a:bodyPr>
            <a:spAutoFit/>
          </a:bodyPr>
          <a:p>
            <a:pPr marL="342900" indent="-342900"/>
            <a:r>
              <a:rPr lang="zh-CN" altLang="en-US" sz="1800" b="1" dirty="0" smtClean="0">
                <a:solidFill>
                  <a:schemeClr val="tx2"/>
                </a:solidFill>
                <a:latin typeface="宋体" panose="02010600030101010101" pitchFamily="2" charset="-122"/>
              </a:rPr>
              <a:t>(</a:t>
            </a:r>
            <a:r>
              <a:rPr lang="en-US" altLang="zh-CN" sz="1800" b="1" dirty="0" smtClean="0">
                <a:solidFill>
                  <a:schemeClr val="tx2"/>
                </a:solidFill>
                <a:latin typeface="宋体" panose="02010600030101010101" pitchFamily="2" charset="-122"/>
              </a:rPr>
              <a:t>a</a:t>
            </a:r>
            <a:r>
              <a:rPr lang="zh-CN" altLang="en-US" sz="1800" b="1" dirty="0" smtClean="0">
                <a:solidFill>
                  <a:schemeClr val="tx2"/>
                </a:solidFill>
                <a:latin typeface="宋体" panose="02010600030101010101" pitchFamily="2" charset="-122"/>
              </a:rPr>
              <a:t>)隔声罩</a:t>
            </a:r>
            <a:endParaRPr lang="zh-CN" altLang="en-US" sz="1800" b="1" dirty="0">
              <a:solidFill>
                <a:schemeClr val="bg1"/>
              </a:solidFill>
              <a:latin typeface="宋体" panose="02010600030101010101" pitchFamily="2" charset="-122"/>
            </a:endParaRPr>
          </a:p>
        </p:txBody>
      </p:sp>
      <p:sp>
        <p:nvSpPr>
          <p:cNvPr id="1048953" name="Text Box 5"/>
          <p:cNvSpPr txBox="1">
            <a:spLocks noChangeArrowheads="1"/>
          </p:cNvSpPr>
          <p:nvPr/>
        </p:nvSpPr>
        <p:spPr bwMode="auto">
          <a:xfrm>
            <a:off x="323528" y="2060848"/>
            <a:ext cx="8568952" cy="1569660"/>
          </a:xfrm>
          <a:prstGeom prst="rect">
            <a:avLst/>
          </a:prstGeom>
          <a:noFill/>
          <a:ln w="9525">
            <a:noFill/>
            <a:miter lim="800000"/>
          </a:ln>
        </p:spPr>
        <p:txBody>
          <a:bodyPr wrap="square">
            <a:spAutoFit/>
          </a:bodyPr>
          <a:p>
            <a:pPr>
              <a:lnSpc>
                <a:spcPct val="150000"/>
              </a:lnSpc>
            </a:pPr>
            <a:r>
              <a:rPr lang="zh-CN" altLang="en-US" sz="1400" dirty="0">
                <a:solidFill>
                  <a:schemeClr val="tx2"/>
                </a:solidFill>
              </a:rPr>
              <a:t>        </a:t>
            </a:r>
            <a:r>
              <a:rPr lang="zh-CN" altLang="en-US" sz="1600" dirty="0">
                <a:solidFill>
                  <a:schemeClr val="tx2"/>
                </a:solidFill>
              </a:rPr>
              <a:t>隔声罩是将噪声源封闭在一个相对小的空间内，以减少其对外辐射噪声的围护结构。隔声罩有全密封</a:t>
            </a:r>
            <a:r>
              <a:rPr lang="zh-CN" altLang="en-US" sz="1600" dirty="0" smtClean="0">
                <a:solidFill>
                  <a:schemeClr val="tx2"/>
                </a:solidFill>
              </a:rPr>
              <a:t>型、局部开放型、固定</a:t>
            </a:r>
            <a:r>
              <a:rPr lang="zh-CN" altLang="en-US" sz="1600" dirty="0">
                <a:solidFill>
                  <a:schemeClr val="tx2"/>
                </a:solidFill>
              </a:rPr>
              <a:t>型与活动型 之分，常用于车间内有独立的强噪声源或集中的强噪声源，且声源本身的强噪声不易降低的情况。如风机、空压机、</a:t>
            </a:r>
            <a:r>
              <a:rPr lang="zh-CN" altLang="en-US" sz="1600" dirty="0" smtClean="0">
                <a:solidFill>
                  <a:schemeClr val="tx2"/>
                </a:solidFill>
              </a:rPr>
              <a:t>电动机、磨</a:t>
            </a:r>
            <a:r>
              <a:rPr lang="zh-CN" altLang="en-US" sz="1600" dirty="0">
                <a:solidFill>
                  <a:schemeClr val="tx2"/>
                </a:solidFill>
              </a:rPr>
              <a:t>球机、抛光机等</a:t>
            </a:r>
            <a:r>
              <a:rPr lang="zh-CN" altLang="en-US" sz="1600" dirty="0" smtClean="0">
                <a:solidFill>
                  <a:schemeClr val="tx2"/>
                </a:solidFill>
              </a:rPr>
              <a:t>机械设备</a:t>
            </a:r>
            <a:r>
              <a:rPr lang="zh-CN" altLang="en-US" sz="1600" dirty="0">
                <a:solidFill>
                  <a:schemeClr val="tx2"/>
                </a:solidFill>
              </a:rPr>
              <a:t>。</a:t>
            </a:r>
            <a:endParaRPr lang="zh-CN" altLang="en-US" sz="1600" dirty="0">
              <a:solidFill>
                <a:schemeClr val="tx2"/>
              </a:solidFill>
            </a:endParaRPr>
          </a:p>
        </p:txBody>
      </p:sp>
      <p:pic>
        <p:nvPicPr>
          <p:cNvPr id="2097196" name="Picture 4"/>
          <p:cNvPicPr>
            <a:picLocks noChangeAspect="1" noChangeArrowheads="1"/>
          </p:cNvPicPr>
          <p:nvPr/>
        </p:nvPicPr>
        <p:blipFill>
          <a:blip r:embed="rId1" cstate="print"/>
          <a:srcRect/>
          <a:stretch>
            <a:fillRect/>
          </a:stretch>
        </p:blipFill>
        <p:spPr bwMode="auto">
          <a:xfrm>
            <a:off x="611560" y="3645024"/>
            <a:ext cx="3905250" cy="2506663"/>
          </a:xfrm>
          <a:prstGeom prst="rect">
            <a:avLst/>
          </a:prstGeom>
          <a:noFill/>
          <a:ln w="76200">
            <a:solidFill>
              <a:schemeClr val="bg2"/>
            </a:solidFill>
            <a:miter lim="800000"/>
            <a:headEnd/>
            <a:tailEnd/>
          </a:ln>
        </p:spPr>
      </p:pic>
      <p:pic>
        <p:nvPicPr>
          <p:cNvPr id="2097197" name="Picture 6" descr="奥体变压器 (3)"/>
          <p:cNvPicPr>
            <a:picLocks noChangeAspect="1" noChangeArrowheads="1"/>
          </p:cNvPicPr>
          <p:nvPr/>
        </p:nvPicPr>
        <p:blipFill>
          <a:blip r:embed="rId2" cstate="print"/>
          <a:srcRect/>
          <a:stretch>
            <a:fillRect/>
          </a:stretch>
        </p:blipFill>
        <p:spPr bwMode="auto">
          <a:xfrm>
            <a:off x="4788024" y="3645024"/>
            <a:ext cx="3672408" cy="2520280"/>
          </a:xfrm>
          <a:prstGeom prst="rect">
            <a:avLst/>
          </a:prstGeom>
          <a:noFill/>
          <a:ln w="76200">
            <a:solidFill>
              <a:schemeClr val="bg2"/>
            </a:solidFill>
            <a:miter lim="800000"/>
            <a:headEnd/>
            <a:tailEnd/>
          </a:ln>
        </p:spPr>
      </p:pic>
      <p:sp>
        <p:nvSpPr>
          <p:cNvPr id="1048954" name="标题 1"/>
          <p:cNvSpPr txBox="1"/>
          <p:nvPr/>
        </p:nvSpPr>
        <p:spPr>
          <a:xfrm>
            <a:off x="0" y="332656"/>
            <a:ext cx="7772400" cy="1143000"/>
          </a:xfrm>
          <a:prstGeom prst="rect">
            <a:avLst/>
          </a:prstGeom>
        </p:spPr>
        <p:txBody>
          <a:bodyPr/>
          <a:p>
            <a:pPr marL="0" marR="0" lvl="0" indent="0" algn="l" defTabSz="914400" rtl="0" eaLnBrk="0" fontAlgn="base" latinLnBrk="0" hangingPunct="0">
              <a:lnSpc>
                <a:spcPct val="100000"/>
              </a:lnSpc>
              <a:spcBef>
                <a:spcPct val="0"/>
              </a:spcBef>
              <a:spcAft>
                <a:spcPct val="0"/>
              </a:spcAft>
              <a:buClrTx/>
              <a:buSzTx/>
              <a:buFontTx/>
              <a:buNone/>
            </a:pPr>
            <a:r>
              <a:rPr kumimoji="1" lang="zh-CN" altLang="en-US" sz="3600" b="1" i="0" u="none" strike="noStrike" kern="0" cap="none" spc="0" normalizeH="0" baseline="0" noProof="0" dirty="0" smtClean="0">
                <a:ln>
                  <a:noFill/>
                </a:ln>
                <a:solidFill>
                  <a:schemeClr val="bg1"/>
                </a:solidFill>
                <a:effectLst/>
                <a:uLnTx/>
                <a:uFillTx/>
                <a:latin typeface="宋体" panose="02010600030101010101" pitchFamily="2" charset="-122"/>
                <a:ea typeface="宋体" panose="02010600030101010101" pitchFamily="2" charset="-122"/>
                <a:cs typeface="+mj-cs"/>
              </a:rPr>
              <a:t>十、常用噪声治理技术</a:t>
            </a:r>
            <a:r>
              <a:rPr kumimoji="1" lang="en-US" altLang="zh-CN" sz="3600" b="1" i="0" u="none" strike="noStrike" kern="0" cap="none" spc="0" normalizeH="0" baseline="0" noProof="0" dirty="0" smtClean="0">
                <a:ln>
                  <a:noFill/>
                </a:ln>
                <a:solidFill>
                  <a:schemeClr val="bg1"/>
                </a:solidFill>
                <a:effectLst/>
                <a:uLnTx/>
                <a:uFillTx/>
                <a:latin typeface="宋体" panose="02010600030101010101" pitchFamily="2" charset="-122"/>
                <a:ea typeface="宋体" panose="02010600030101010101" pitchFamily="2" charset="-122"/>
                <a:cs typeface="+mj-cs"/>
              </a:rPr>
              <a:t>-</a:t>
            </a:r>
            <a:r>
              <a:rPr kumimoji="1" lang="zh-CN" altLang="en-US" sz="3600" b="1" i="0" u="none" strike="noStrike" kern="0" cap="none" spc="0" normalizeH="0" baseline="0" noProof="0" dirty="0" smtClean="0">
                <a:ln>
                  <a:noFill/>
                </a:ln>
                <a:solidFill>
                  <a:schemeClr val="bg1"/>
                </a:solidFill>
                <a:effectLst/>
                <a:uLnTx/>
                <a:uFillTx/>
                <a:latin typeface="宋体" panose="02010600030101010101" pitchFamily="2" charset="-122"/>
                <a:ea typeface="宋体" panose="02010600030101010101" pitchFamily="2" charset="-122"/>
                <a:cs typeface="+mj-cs"/>
              </a:rPr>
              <a:t>隔声</a:t>
            </a:r>
            <a:endParaRPr kumimoji="1" lang="zh-CN" altLang="en-US" sz="3600" b="1" i="0" u="none" strike="noStrike" kern="0" cap="none" spc="0" normalizeH="0" baseline="0" noProof="0" dirty="0">
              <a:ln>
                <a:noFill/>
              </a:ln>
              <a:solidFill>
                <a:schemeClr val="bg1"/>
              </a:solidFill>
              <a:effectLst/>
              <a:uLnTx/>
              <a:uFillTx/>
              <a:latin typeface="宋体" panose="02010600030101010101" pitchFamily="2" charset="-122"/>
              <a:ea typeface="宋体" panose="02010600030101010101" pitchFamily="2" charset="-122"/>
              <a:cs typeface="+mj-cs"/>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257" name=""/>
        <p:cNvGrpSpPr/>
        <p:nvPr/>
      </p:nvGrpSpPr>
      <p:grpSpPr>
        <a:xfrm>
          <a:off x="0" y="0"/>
          <a:ext cx="0" cy="0"/>
          <a:chOff x="0" y="0"/>
          <a:chExt cx="0" cy="0"/>
        </a:xfrm>
      </p:grpSpPr>
      <p:sp>
        <p:nvSpPr>
          <p:cNvPr id="1048975" name="Text Box 2"/>
          <p:cNvSpPr txBox="1">
            <a:spLocks noChangeArrowheads="1"/>
          </p:cNvSpPr>
          <p:nvPr/>
        </p:nvSpPr>
        <p:spPr bwMode="auto">
          <a:xfrm>
            <a:off x="179512" y="1556792"/>
            <a:ext cx="8568952" cy="923330"/>
          </a:xfrm>
          <a:prstGeom prst="rect">
            <a:avLst/>
          </a:prstGeom>
          <a:noFill/>
          <a:ln w="9525">
            <a:noFill/>
            <a:miter lim="800000"/>
          </a:ln>
        </p:spPr>
        <p:txBody>
          <a:bodyPr wrap="square">
            <a:spAutoFit/>
          </a:bodyPr>
          <a:p>
            <a:pPr marL="342900" indent="-342900">
              <a:lnSpc>
                <a:spcPct val="150000"/>
              </a:lnSpc>
            </a:pPr>
            <a:r>
              <a:rPr lang="zh-CN" altLang="en-US" sz="1800" b="1" dirty="0" smtClean="0">
                <a:solidFill>
                  <a:schemeClr val="tx2"/>
                </a:solidFill>
                <a:latin typeface="宋体" panose="02010600030101010101" pitchFamily="2" charset="-122"/>
              </a:rPr>
              <a:t>(</a:t>
            </a:r>
            <a:r>
              <a:rPr lang="en-US" altLang="zh-CN" sz="1800" b="1" dirty="0" smtClean="0">
                <a:solidFill>
                  <a:schemeClr val="tx2"/>
                </a:solidFill>
                <a:latin typeface="宋体" panose="02010600030101010101" pitchFamily="2" charset="-122"/>
              </a:rPr>
              <a:t>b</a:t>
            </a:r>
            <a:r>
              <a:rPr lang="zh-CN" altLang="en-US" sz="1800" b="1" dirty="0" smtClean="0">
                <a:solidFill>
                  <a:schemeClr val="tx2"/>
                </a:solidFill>
                <a:latin typeface="宋体" panose="02010600030101010101" pitchFamily="2" charset="-122"/>
              </a:rPr>
              <a:t>)</a:t>
            </a:r>
            <a:r>
              <a:rPr lang="zh-CN" altLang="en-US" sz="1800" b="1" dirty="0">
                <a:solidFill>
                  <a:schemeClr val="tx2"/>
                </a:solidFill>
                <a:latin typeface="宋体" panose="02010600030101010101" pitchFamily="2" charset="-122"/>
              </a:rPr>
              <a:t>隔声门</a:t>
            </a:r>
            <a:endParaRPr lang="zh-CN" altLang="en-US" sz="1800" b="1" dirty="0">
              <a:solidFill>
                <a:schemeClr val="tx2"/>
              </a:solidFill>
              <a:latin typeface="宋体" panose="02010600030101010101" pitchFamily="2" charset="-122"/>
            </a:endParaRPr>
          </a:p>
          <a:p>
            <a:pPr marL="342900" indent="-342900">
              <a:lnSpc>
                <a:spcPct val="150000"/>
              </a:lnSpc>
            </a:pPr>
            <a:r>
              <a:rPr lang="zh-CN" altLang="en-US" sz="1400" dirty="0">
                <a:solidFill>
                  <a:schemeClr val="tx2"/>
                </a:solidFill>
                <a:latin typeface="宋体" panose="02010600030101010101" pitchFamily="2" charset="-122"/>
              </a:rPr>
              <a:t>   </a:t>
            </a:r>
            <a:r>
              <a:rPr lang="zh-CN" altLang="en-US" sz="1800" dirty="0">
                <a:solidFill>
                  <a:schemeClr val="tx2"/>
                </a:solidFill>
                <a:latin typeface="宋体" panose="02010600030101010101" pitchFamily="2" charset="-122"/>
              </a:rPr>
              <a:t>隔声分为木质隔声门、钢制隔声门水泥隔声门、塑料隔声门等。</a:t>
            </a:r>
            <a:endParaRPr lang="zh-CN" altLang="en-US" sz="1800" dirty="0">
              <a:solidFill>
                <a:schemeClr val="tx2"/>
              </a:solidFill>
              <a:latin typeface="宋体" panose="02010600030101010101" pitchFamily="2" charset="-122"/>
            </a:endParaRPr>
          </a:p>
        </p:txBody>
      </p:sp>
      <p:pic>
        <p:nvPicPr>
          <p:cNvPr id="2097199" name="Picture 5"/>
          <p:cNvPicPr>
            <a:picLocks noChangeAspect="1" noChangeArrowheads="1"/>
          </p:cNvPicPr>
          <p:nvPr/>
        </p:nvPicPr>
        <p:blipFill>
          <a:blip r:embed="rId1" cstate="print"/>
          <a:srcRect/>
          <a:stretch>
            <a:fillRect/>
          </a:stretch>
        </p:blipFill>
        <p:spPr bwMode="auto">
          <a:xfrm>
            <a:off x="683568" y="2780928"/>
            <a:ext cx="4008437" cy="3122612"/>
          </a:xfrm>
          <a:prstGeom prst="rect">
            <a:avLst/>
          </a:prstGeom>
          <a:noFill/>
          <a:ln w="76200">
            <a:solidFill>
              <a:schemeClr val="bg2"/>
            </a:solidFill>
            <a:miter lim="800000"/>
            <a:headEnd/>
            <a:tailEnd/>
          </a:ln>
        </p:spPr>
      </p:pic>
      <p:pic>
        <p:nvPicPr>
          <p:cNvPr id="2097200" name="Picture 4"/>
          <p:cNvPicPr>
            <a:picLocks noChangeAspect="1" noChangeArrowheads="1"/>
          </p:cNvPicPr>
          <p:nvPr/>
        </p:nvPicPr>
        <p:blipFill>
          <a:blip r:embed="rId2" cstate="print"/>
          <a:srcRect/>
          <a:stretch>
            <a:fillRect/>
          </a:stretch>
        </p:blipFill>
        <p:spPr bwMode="auto">
          <a:xfrm>
            <a:off x="5436096" y="2780928"/>
            <a:ext cx="2952328" cy="3124200"/>
          </a:xfrm>
          <a:prstGeom prst="rect">
            <a:avLst/>
          </a:prstGeom>
          <a:noFill/>
          <a:ln w="76200">
            <a:solidFill>
              <a:schemeClr val="bg2"/>
            </a:solidFill>
            <a:miter lim="800000"/>
            <a:headEnd/>
            <a:tailEnd/>
          </a:ln>
        </p:spPr>
      </p:pic>
      <p:sp>
        <p:nvSpPr>
          <p:cNvPr id="1048976" name="标题 1"/>
          <p:cNvSpPr txBox="1"/>
          <p:nvPr/>
        </p:nvSpPr>
        <p:spPr>
          <a:xfrm>
            <a:off x="0" y="332656"/>
            <a:ext cx="7772400" cy="1143000"/>
          </a:xfrm>
          <a:prstGeom prst="rect">
            <a:avLst/>
          </a:prstGeom>
        </p:spPr>
        <p:txBody>
          <a:bodyPr/>
          <a:p>
            <a:pPr marL="0" marR="0" lvl="0" indent="0" algn="l" defTabSz="914400" rtl="0" eaLnBrk="0" fontAlgn="base" latinLnBrk="0" hangingPunct="0">
              <a:lnSpc>
                <a:spcPct val="100000"/>
              </a:lnSpc>
              <a:spcBef>
                <a:spcPct val="0"/>
              </a:spcBef>
              <a:spcAft>
                <a:spcPct val="0"/>
              </a:spcAft>
              <a:buClrTx/>
              <a:buSzTx/>
              <a:buFontTx/>
              <a:buNone/>
            </a:pPr>
            <a:r>
              <a:rPr kumimoji="1" lang="zh-CN" altLang="en-US" sz="3600" b="1" i="0" u="none" strike="noStrike" kern="0" cap="none" spc="0" normalizeH="0" baseline="0" noProof="0" dirty="0" smtClean="0">
                <a:ln>
                  <a:noFill/>
                </a:ln>
                <a:solidFill>
                  <a:schemeClr val="bg1"/>
                </a:solidFill>
                <a:effectLst/>
                <a:uLnTx/>
                <a:uFillTx/>
                <a:latin typeface="宋体" panose="02010600030101010101" pitchFamily="2" charset="-122"/>
                <a:ea typeface="宋体" panose="02010600030101010101" pitchFamily="2" charset="-122"/>
                <a:cs typeface="+mj-cs"/>
              </a:rPr>
              <a:t>十、常用噪声治理技术</a:t>
            </a:r>
            <a:r>
              <a:rPr kumimoji="1" lang="en-US" altLang="zh-CN" sz="3600" b="1" i="0" u="none" strike="noStrike" kern="0" cap="none" spc="0" normalizeH="0" baseline="0" noProof="0" dirty="0" smtClean="0">
                <a:ln>
                  <a:noFill/>
                </a:ln>
                <a:solidFill>
                  <a:schemeClr val="bg1"/>
                </a:solidFill>
                <a:effectLst/>
                <a:uLnTx/>
                <a:uFillTx/>
                <a:latin typeface="宋体" panose="02010600030101010101" pitchFamily="2" charset="-122"/>
                <a:ea typeface="宋体" panose="02010600030101010101" pitchFamily="2" charset="-122"/>
                <a:cs typeface="+mj-cs"/>
              </a:rPr>
              <a:t>-</a:t>
            </a:r>
            <a:r>
              <a:rPr kumimoji="1" lang="zh-CN" altLang="en-US" sz="3600" b="1" i="0" u="none" strike="noStrike" kern="0" cap="none" spc="0" normalizeH="0" baseline="0" noProof="0" dirty="0" smtClean="0">
                <a:ln>
                  <a:noFill/>
                </a:ln>
                <a:solidFill>
                  <a:schemeClr val="bg1"/>
                </a:solidFill>
                <a:effectLst/>
                <a:uLnTx/>
                <a:uFillTx/>
                <a:latin typeface="宋体" panose="02010600030101010101" pitchFamily="2" charset="-122"/>
                <a:ea typeface="宋体" panose="02010600030101010101" pitchFamily="2" charset="-122"/>
                <a:cs typeface="+mj-cs"/>
              </a:rPr>
              <a:t>隔声</a:t>
            </a:r>
            <a:endParaRPr kumimoji="1" lang="zh-CN" altLang="en-US" sz="3600" b="1" i="0" u="none" strike="noStrike" kern="0" cap="none" spc="0" normalizeH="0" baseline="0" noProof="0" dirty="0">
              <a:ln>
                <a:noFill/>
              </a:ln>
              <a:solidFill>
                <a:schemeClr val="bg1"/>
              </a:solidFill>
              <a:effectLst/>
              <a:uLnTx/>
              <a:uFillTx/>
              <a:latin typeface="宋体" panose="02010600030101010101" pitchFamily="2" charset="-122"/>
              <a:ea typeface="宋体" panose="02010600030101010101" pitchFamily="2" charset="-122"/>
              <a:cs typeface="+mj-c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270" name=""/>
        <p:cNvGrpSpPr/>
        <p:nvPr/>
      </p:nvGrpSpPr>
      <p:grpSpPr>
        <a:xfrm>
          <a:off x="0" y="0"/>
          <a:ext cx="0" cy="0"/>
          <a:chOff x="0" y="0"/>
          <a:chExt cx="0" cy="0"/>
        </a:xfrm>
      </p:grpSpPr>
      <p:sp>
        <p:nvSpPr>
          <p:cNvPr id="1048999" name="Text Box 2"/>
          <p:cNvSpPr txBox="1">
            <a:spLocks noChangeArrowheads="1"/>
          </p:cNvSpPr>
          <p:nvPr/>
        </p:nvSpPr>
        <p:spPr bwMode="auto">
          <a:xfrm>
            <a:off x="251520" y="1700808"/>
            <a:ext cx="8568952" cy="923330"/>
          </a:xfrm>
          <a:prstGeom prst="rect">
            <a:avLst/>
          </a:prstGeom>
          <a:noFill/>
          <a:ln w="9525">
            <a:noFill/>
            <a:miter lim="800000"/>
          </a:ln>
        </p:spPr>
        <p:txBody>
          <a:bodyPr wrap="square">
            <a:spAutoFit/>
          </a:bodyPr>
          <a:p>
            <a:pPr marL="342900" indent="-342900">
              <a:lnSpc>
                <a:spcPct val="150000"/>
              </a:lnSpc>
            </a:pPr>
            <a:r>
              <a:rPr lang="zh-CN" altLang="en-US" sz="1800" b="1" dirty="0" smtClean="0">
                <a:solidFill>
                  <a:schemeClr val="tx2"/>
                </a:solidFill>
                <a:latin typeface="宋体" panose="02010600030101010101" pitchFamily="2" charset="-122"/>
              </a:rPr>
              <a:t>(</a:t>
            </a:r>
            <a:r>
              <a:rPr lang="en-US" altLang="zh-CN" sz="1800" b="1" dirty="0" smtClean="0">
                <a:solidFill>
                  <a:schemeClr val="tx2"/>
                </a:solidFill>
                <a:latin typeface="宋体" panose="02010600030101010101" pitchFamily="2" charset="-122"/>
              </a:rPr>
              <a:t>c</a:t>
            </a:r>
            <a:r>
              <a:rPr lang="zh-CN" altLang="en-US" sz="1800" b="1" dirty="0" smtClean="0">
                <a:solidFill>
                  <a:schemeClr val="tx2"/>
                </a:solidFill>
                <a:latin typeface="宋体" panose="02010600030101010101" pitchFamily="2" charset="-122"/>
              </a:rPr>
              <a:t>)</a:t>
            </a:r>
            <a:r>
              <a:rPr lang="zh-CN" altLang="en-US" sz="1800" b="1" dirty="0">
                <a:solidFill>
                  <a:schemeClr val="tx2"/>
                </a:solidFill>
                <a:latin typeface="宋体" panose="02010600030101010101" pitchFamily="2" charset="-122"/>
              </a:rPr>
              <a:t>隔声窗</a:t>
            </a:r>
            <a:endParaRPr lang="zh-CN" altLang="en-US" sz="1800" b="1" dirty="0">
              <a:solidFill>
                <a:schemeClr val="tx2"/>
              </a:solidFill>
              <a:latin typeface="宋体" panose="02010600030101010101" pitchFamily="2" charset="-122"/>
            </a:endParaRPr>
          </a:p>
          <a:p>
            <a:pPr marL="342900" indent="-342900">
              <a:lnSpc>
                <a:spcPct val="150000"/>
              </a:lnSpc>
            </a:pPr>
            <a:r>
              <a:rPr lang="zh-CN" altLang="en-US" sz="1400" dirty="0">
                <a:solidFill>
                  <a:schemeClr val="tx2"/>
                </a:solidFill>
                <a:latin typeface="宋体" panose="02010600030101010101" pitchFamily="2" charset="-122"/>
              </a:rPr>
              <a:t>   </a:t>
            </a:r>
            <a:r>
              <a:rPr lang="zh-CN" altLang="en-US" sz="1800" dirty="0">
                <a:solidFill>
                  <a:schemeClr val="tx2"/>
                </a:solidFill>
                <a:latin typeface="宋体" panose="02010600030101010101" pitchFamily="2" charset="-122"/>
              </a:rPr>
              <a:t>隔声窗分为固定隔声窗、自然通风隔声窗、可开启隔声</a:t>
            </a:r>
            <a:r>
              <a:rPr lang="zh-CN" altLang="en-US" sz="1800" dirty="0" smtClean="0">
                <a:solidFill>
                  <a:schemeClr val="tx2"/>
                </a:solidFill>
                <a:latin typeface="宋体" panose="02010600030101010101" pitchFamily="2" charset="-122"/>
              </a:rPr>
              <a:t>窗。</a:t>
            </a:r>
            <a:endParaRPr lang="zh-CN" altLang="en-US" sz="1800" dirty="0">
              <a:solidFill>
                <a:schemeClr val="tx2"/>
              </a:solidFill>
              <a:latin typeface="宋体" panose="02010600030101010101" pitchFamily="2" charset="-122"/>
            </a:endParaRPr>
          </a:p>
        </p:txBody>
      </p:sp>
      <p:pic>
        <p:nvPicPr>
          <p:cNvPr id="2097203" name="Picture 4" descr="1752_1243301744114"/>
          <p:cNvPicPr>
            <a:picLocks noChangeAspect="1" noChangeArrowheads="1"/>
          </p:cNvPicPr>
          <p:nvPr/>
        </p:nvPicPr>
        <p:blipFill>
          <a:blip r:embed="rId1" cstate="print">
            <a:lum bright="12000" contrast="-6000"/>
          </a:blip>
          <a:srcRect/>
          <a:stretch>
            <a:fillRect/>
          </a:stretch>
        </p:blipFill>
        <p:spPr bwMode="auto">
          <a:xfrm>
            <a:off x="467544" y="2852936"/>
            <a:ext cx="4248472" cy="3280792"/>
          </a:xfrm>
          <a:prstGeom prst="rect">
            <a:avLst/>
          </a:prstGeom>
          <a:noFill/>
          <a:ln w="76200">
            <a:solidFill>
              <a:schemeClr val="bg2"/>
            </a:solidFill>
            <a:miter lim="800000"/>
            <a:headEnd/>
            <a:tailEnd/>
          </a:ln>
        </p:spPr>
      </p:pic>
      <p:pic>
        <p:nvPicPr>
          <p:cNvPr id="2097204" name="Picture 2" descr="04"/>
          <p:cNvPicPr>
            <a:picLocks noChangeAspect="1" noChangeArrowheads="1"/>
          </p:cNvPicPr>
          <p:nvPr/>
        </p:nvPicPr>
        <p:blipFill>
          <a:blip r:embed="rId2" cstate="print"/>
          <a:srcRect/>
          <a:stretch>
            <a:fillRect/>
          </a:stretch>
        </p:blipFill>
        <p:spPr bwMode="auto">
          <a:xfrm>
            <a:off x="4860032" y="2708920"/>
            <a:ext cx="4104456" cy="3456384"/>
          </a:xfrm>
          <a:prstGeom prst="rect">
            <a:avLst/>
          </a:prstGeom>
          <a:noFill/>
          <a:ln w="9525">
            <a:noFill/>
            <a:miter lim="800000"/>
            <a:headEnd/>
            <a:tailEnd/>
          </a:ln>
        </p:spPr>
      </p:pic>
      <p:sp>
        <p:nvSpPr>
          <p:cNvPr id="1049000" name="标题 1"/>
          <p:cNvSpPr txBox="1"/>
          <p:nvPr/>
        </p:nvSpPr>
        <p:spPr>
          <a:xfrm>
            <a:off x="0" y="404664"/>
            <a:ext cx="7772400" cy="1143000"/>
          </a:xfrm>
          <a:prstGeom prst="rect">
            <a:avLst/>
          </a:prstGeom>
        </p:spPr>
        <p:txBody>
          <a:bodyPr/>
          <a:p>
            <a:pPr marL="0" marR="0" lvl="0" indent="0" algn="l" defTabSz="914400" rtl="0" eaLnBrk="0" fontAlgn="base" latinLnBrk="0" hangingPunct="0">
              <a:lnSpc>
                <a:spcPct val="100000"/>
              </a:lnSpc>
              <a:spcBef>
                <a:spcPct val="0"/>
              </a:spcBef>
              <a:spcAft>
                <a:spcPct val="0"/>
              </a:spcAft>
              <a:buClrTx/>
              <a:buSzTx/>
              <a:buFontTx/>
              <a:buNone/>
            </a:pPr>
            <a:r>
              <a:rPr kumimoji="1" lang="zh-CN" altLang="en-US" sz="3600" b="1" i="0" u="none" strike="noStrike" kern="0" cap="none" spc="0" normalizeH="0" baseline="0" noProof="0" dirty="0" smtClean="0">
                <a:ln>
                  <a:noFill/>
                </a:ln>
                <a:solidFill>
                  <a:schemeClr val="bg1"/>
                </a:solidFill>
                <a:effectLst/>
                <a:uLnTx/>
                <a:uFillTx/>
                <a:latin typeface="宋体" panose="02010600030101010101" pitchFamily="2" charset="-122"/>
                <a:ea typeface="宋体" panose="02010600030101010101" pitchFamily="2" charset="-122"/>
                <a:cs typeface="+mj-cs"/>
              </a:rPr>
              <a:t>十、常用噪声治理技术</a:t>
            </a:r>
            <a:r>
              <a:rPr kumimoji="1" lang="en-US" altLang="zh-CN" sz="3600" b="1" i="0" u="none" strike="noStrike" kern="0" cap="none" spc="0" normalizeH="0" baseline="0" noProof="0" dirty="0" smtClean="0">
                <a:ln>
                  <a:noFill/>
                </a:ln>
                <a:solidFill>
                  <a:schemeClr val="bg1"/>
                </a:solidFill>
                <a:effectLst/>
                <a:uLnTx/>
                <a:uFillTx/>
                <a:latin typeface="宋体" panose="02010600030101010101" pitchFamily="2" charset="-122"/>
                <a:ea typeface="宋体" panose="02010600030101010101" pitchFamily="2" charset="-122"/>
                <a:cs typeface="+mj-cs"/>
              </a:rPr>
              <a:t>-</a:t>
            </a:r>
            <a:r>
              <a:rPr kumimoji="1" lang="zh-CN" altLang="en-US" sz="3600" b="1" i="0" u="none" strike="noStrike" kern="0" cap="none" spc="0" normalizeH="0" baseline="0" noProof="0" dirty="0" smtClean="0">
                <a:ln>
                  <a:noFill/>
                </a:ln>
                <a:solidFill>
                  <a:schemeClr val="bg1"/>
                </a:solidFill>
                <a:effectLst/>
                <a:uLnTx/>
                <a:uFillTx/>
                <a:latin typeface="宋体" panose="02010600030101010101" pitchFamily="2" charset="-122"/>
                <a:ea typeface="宋体" panose="02010600030101010101" pitchFamily="2" charset="-122"/>
                <a:cs typeface="+mj-cs"/>
              </a:rPr>
              <a:t>隔声</a:t>
            </a:r>
            <a:endParaRPr kumimoji="1" lang="zh-CN" altLang="en-US" sz="3600" b="1" i="0" u="none" strike="noStrike" kern="0" cap="none" spc="0" normalizeH="0" baseline="0" noProof="0" dirty="0">
              <a:ln>
                <a:noFill/>
              </a:ln>
              <a:solidFill>
                <a:schemeClr val="bg1"/>
              </a:solidFill>
              <a:effectLst/>
              <a:uLnTx/>
              <a:uFillTx/>
              <a:latin typeface="宋体" panose="02010600030101010101" pitchFamily="2" charset="-122"/>
              <a:ea typeface="宋体" panose="02010600030101010101" pitchFamily="2" charset="-122"/>
              <a:cs typeface="+mj-cs"/>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273" name=""/>
        <p:cNvGrpSpPr/>
        <p:nvPr/>
      </p:nvGrpSpPr>
      <p:grpSpPr>
        <a:xfrm>
          <a:off x="0" y="0"/>
          <a:ext cx="0" cy="0"/>
          <a:chOff x="0" y="0"/>
          <a:chExt cx="0" cy="0"/>
        </a:xfrm>
      </p:grpSpPr>
      <p:sp>
        <p:nvSpPr>
          <p:cNvPr id="1049004" name="Text Box 2"/>
          <p:cNvSpPr txBox="1">
            <a:spLocks noChangeArrowheads="1"/>
          </p:cNvSpPr>
          <p:nvPr/>
        </p:nvSpPr>
        <p:spPr bwMode="auto">
          <a:xfrm>
            <a:off x="179512" y="1556792"/>
            <a:ext cx="6858000" cy="369332"/>
          </a:xfrm>
          <a:prstGeom prst="rect">
            <a:avLst/>
          </a:prstGeom>
          <a:noFill/>
          <a:ln w="9525">
            <a:noFill/>
            <a:miter lim="800000"/>
          </a:ln>
        </p:spPr>
        <p:txBody>
          <a:bodyPr>
            <a:spAutoFit/>
          </a:bodyPr>
          <a:p>
            <a:pPr marL="342900" indent="-342900"/>
            <a:r>
              <a:rPr lang="zh-CN" altLang="en-US" sz="1800" b="1" dirty="0" smtClean="0">
                <a:solidFill>
                  <a:schemeClr val="tx2"/>
                </a:solidFill>
                <a:latin typeface="宋体" panose="02010600030101010101" pitchFamily="2" charset="-122"/>
              </a:rPr>
              <a:t>(</a:t>
            </a:r>
            <a:r>
              <a:rPr lang="en-US" altLang="zh-CN" sz="1800" b="1" dirty="0" smtClean="0">
                <a:solidFill>
                  <a:schemeClr val="tx2"/>
                </a:solidFill>
                <a:latin typeface="宋体" panose="02010600030101010101" pitchFamily="2" charset="-122"/>
              </a:rPr>
              <a:t>d</a:t>
            </a:r>
            <a:r>
              <a:rPr lang="zh-CN" altLang="en-US" sz="1800" b="1" dirty="0" smtClean="0">
                <a:solidFill>
                  <a:schemeClr val="tx2"/>
                </a:solidFill>
                <a:latin typeface="宋体" panose="02010600030101010101" pitchFamily="2" charset="-122"/>
              </a:rPr>
              <a:t>)</a:t>
            </a:r>
            <a:r>
              <a:rPr lang="zh-CN" altLang="en-US" sz="1800" b="1" dirty="0">
                <a:solidFill>
                  <a:schemeClr val="tx2"/>
                </a:solidFill>
                <a:latin typeface="宋体" panose="02010600030101010101" pitchFamily="2" charset="-122"/>
              </a:rPr>
              <a:t>声屏障</a:t>
            </a:r>
            <a:endParaRPr lang="zh-CN" altLang="en-US" sz="1800" b="1" dirty="0">
              <a:solidFill>
                <a:schemeClr val="tx2"/>
              </a:solidFill>
              <a:latin typeface="宋体" panose="02010600030101010101" pitchFamily="2" charset="-122"/>
            </a:endParaRPr>
          </a:p>
        </p:txBody>
      </p:sp>
      <p:sp>
        <p:nvSpPr>
          <p:cNvPr id="1049005" name="Text Box 5"/>
          <p:cNvSpPr txBox="1">
            <a:spLocks noChangeArrowheads="1"/>
          </p:cNvSpPr>
          <p:nvPr/>
        </p:nvSpPr>
        <p:spPr bwMode="auto">
          <a:xfrm>
            <a:off x="251520" y="1916832"/>
            <a:ext cx="8496944" cy="2123440"/>
          </a:xfrm>
          <a:prstGeom prst="rect">
            <a:avLst/>
          </a:prstGeom>
          <a:noFill/>
          <a:ln w="9525">
            <a:noFill/>
            <a:miter lim="800000"/>
          </a:ln>
        </p:spPr>
        <p:txBody>
          <a:bodyPr wrap="square">
            <a:spAutoFit/>
          </a:bodyPr>
          <a:p>
            <a:pPr>
              <a:lnSpc>
                <a:spcPct val="150000"/>
              </a:lnSpc>
            </a:pPr>
            <a:r>
              <a:rPr lang="zh-CN" altLang="en-US" sz="1800" dirty="0">
                <a:solidFill>
                  <a:schemeClr val="tx2"/>
                </a:solidFill>
              </a:rPr>
              <a:t>       在声源与接收点之间设置能阻挡声波传播的障板来降低噪声</a:t>
            </a:r>
            <a:r>
              <a:rPr lang="zh-CN" altLang="en-US" sz="1800" dirty="0" smtClean="0">
                <a:solidFill>
                  <a:schemeClr val="tx2"/>
                </a:solidFill>
              </a:rPr>
              <a:t>，在此情况下的屏蔽</a:t>
            </a:r>
            <a:r>
              <a:rPr lang="zh-CN" altLang="en-US" sz="1800" dirty="0">
                <a:solidFill>
                  <a:schemeClr val="tx2"/>
                </a:solidFill>
              </a:rPr>
              <a:t>噪声的结构称为声屏障。声屏障在室内和室外都有广泛的应用。对于室内的某些场合，如车间里的很多高噪声的大型机械设备，有些设备会泄出易燃气体要求</a:t>
            </a:r>
            <a:r>
              <a:rPr lang="zh-CN" altLang="en-US" sz="1800" dirty="0" smtClean="0">
                <a:solidFill>
                  <a:schemeClr val="tx2"/>
                </a:solidFill>
              </a:rPr>
              <a:t>防爆，有些</a:t>
            </a:r>
            <a:r>
              <a:rPr lang="zh-CN" altLang="en-US" sz="1800" dirty="0">
                <a:solidFill>
                  <a:schemeClr val="tx2"/>
                </a:solidFill>
              </a:rPr>
              <a:t>设备需要散热因而换气量</a:t>
            </a:r>
            <a:r>
              <a:rPr lang="zh-CN" altLang="en-US" sz="1800" dirty="0" smtClean="0">
                <a:solidFill>
                  <a:schemeClr val="tx2"/>
                </a:solidFill>
              </a:rPr>
              <a:t>较大，有些</a:t>
            </a:r>
            <a:r>
              <a:rPr lang="zh-CN" altLang="en-US" sz="1800" dirty="0">
                <a:solidFill>
                  <a:schemeClr val="tx2"/>
                </a:solidFill>
              </a:rPr>
              <a:t>设备因操作或维护方便的</a:t>
            </a:r>
            <a:r>
              <a:rPr lang="zh-CN" altLang="en-US" sz="1800" dirty="0" smtClean="0">
                <a:solidFill>
                  <a:schemeClr val="tx2"/>
                </a:solidFill>
              </a:rPr>
              <a:t>需要。在</a:t>
            </a:r>
            <a:r>
              <a:rPr lang="zh-CN" altLang="en-US" sz="1800" dirty="0">
                <a:solidFill>
                  <a:schemeClr val="tx2"/>
                </a:solidFill>
              </a:rPr>
              <a:t>这些情况下</a:t>
            </a:r>
            <a:r>
              <a:rPr lang="zh-CN" altLang="en-US" sz="1800" dirty="0" smtClean="0">
                <a:solidFill>
                  <a:schemeClr val="tx2"/>
                </a:solidFill>
              </a:rPr>
              <a:t>，设置</a:t>
            </a:r>
            <a:r>
              <a:rPr lang="zh-CN" altLang="en-US" sz="1800" dirty="0">
                <a:solidFill>
                  <a:schemeClr val="tx2"/>
                </a:solidFill>
              </a:rPr>
              <a:t>一定高度的声屏障就能达到一定的降噪效果。</a:t>
            </a:r>
            <a:endParaRPr lang="zh-CN" altLang="en-US" sz="1800" dirty="0">
              <a:solidFill>
                <a:schemeClr val="tx2"/>
              </a:solidFill>
            </a:endParaRPr>
          </a:p>
        </p:txBody>
      </p:sp>
      <p:pic>
        <p:nvPicPr>
          <p:cNvPr id="2097205" name="Picture 4"/>
          <p:cNvPicPr>
            <a:picLocks noChangeAspect="1" noChangeArrowheads="1"/>
          </p:cNvPicPr>
          <p:nvPr/>
        </p:nvPicPr>
        <p:blipFill>
          <a:blip r:embed="rId1" cstate="print"/>
          <a:srcRect/>
          <a:stretch>
            <a:fillRect/>
          </a:stretch>
        </p:blipFill>
        <p:spPr bwMode="auto">
          <a:xfrm>
            <a:off x="683568" y="4149080"/>
            <a:ext cx="3888432" cy="2448272"/>
          </a:xfrm>
          <a:prstGeom prst="rect">
            <a:avLst/>
          </a:prstGeom>
          <a:noFill/>
          <a:ln w="76200">
            <a:solidFill>
              <a:schemeClr val="bg2"/>
            </a:solidFill>
            <a:miter lim="800000"/>
            <a:headEnd/>
            <a:tailEnd/>
          </a:ln>
        </p:spPr>
      </p:pic>
      <p:pic>
        <p:nvPicPr>
          <p:cNvPr id="2097206" name="Picture 10" descr="IMG_0130"/>
          <p:cNvPicPr>
            <a:picLocks noChangeAspect="1" noChangeArrowheads="1"/>
          </p:cNvPicPr>
          <p:nvPr/>
        </p:nvPicPr>
        <p:blipFill>
          <a:blip r:embed="rId2" cstate="print"/>
          <a:srcRect/>
          <a:stretch>
            <a:fillRect/>
          </a:stretch>
        </p:blipFill>
        <p:spPr bwMode="auto">
          <a:xfrm>
            <a:off x="5004048" y="4149080"/>
            <a:ext cx="3384376" cy="2448272"/>
          </a:xfrm>
          <a:prstGeom prst="rect">
            <a:avLst/>
          </a:prstGeom>
          <a:noFill/>
          <a:ln w="76200">
            <a:solidFill>
              <a:schemeClr val="bg2"/>
            </a:solidFill>
            <a:miter lim="800000"/>
            <a:headEnd/>
            <a:tailEnd/>
          </a:ln>
        </p:spPr>
      </p:pic>
      <p:sp>
        <p:nvSpPr>
          <p:cNvPr id="1049006" name="标题 1"/>
          <p:cNvSpPr txBox="1"/>
          <p:nvPr/>
        </p:nvSpPr>
        <p:spPr>
          <a:xfrm>
            <a:off x="0" y="548680"/>
            <a:ext cx="7772400" cy="1143000"/>
          </a:xfrm>
          <a:prstGeom prst="rect">
            <a:avLst/>
          </a:prstGeom>
        </p:spPr>
        <p:txBody>
          <a:bodyPr/>
          <a:p>
            <a:pPr marL="0" marR="0" lvl="0" indent="0" algn="l" defTabSz="914400" rtl="0" eaLnBrk="0" fontAlgn="base" latinLnBrk="0" hangingPunct="0">
              <a:lnSpc>
                <a:spcPct val="100000"/>
              </a:lnSpc>
              <a:spcBef>
                <a:spcPct val="0"/>
              </a:spcBef>
              <a:spcAft>
                <a:spcPct val="0"/>
              </a:spcAft>
              <a:buClrTx/>
              <a:buSzTx/>
              <a:buFontTx/>
              <a:buNone/>
            </a:pPr>
            <a:r>
              <a:rPr kumimoji="1" lang="zh-CN" altLang="en-US" sz="3600" b="1" i="0" u="none" strike="noStrike" kern="0" cap="none" spc="0" normalizeH="0" baseline="0" noProof="0" dirty="0" smtClean="0">
                <a:ln>
                  <a:noFill/>
                </a:ln>
                <a:solidFill>
                  <a:schemeClr val="bg1"/>
                </a:solidFill>
                <a:effectLst/>
                <a:uLnTx/>
                <a:uFillTx/>
                <a:latin typeface="宋体" panose="02010600030101010101" pitchFamily="2" charset="-122"/>
                <a:ea typeface="宋体" panose="02010600030101010101" pitchFamily="2" charset="-122"/>
                <a:cs typeface="+mj-cs"/>
              </a:rPr>
              <a:t>十、常用噪声治理技术</a:t>
            </a:r>
            <a:r>
              <a:rPr kumimoji="1" lang="en-US" altLang="zh-CN" sz="3600" b="1" i="0" u="none" strike="noStrike" kern="0" cap="none" spc="0" normalizeH="0" baseline="0" noProof="0" dirty="0" smtClean="0">
                <a:ln>
                  <a:noFill/>
                </a:ln>
                <a:solidFill>
                  <a:schemeClr val="bg1"/>
                </a:solidFill>
                <a:effectLst/>
                <a:uLnTx/>
                <a:uFillTx/>
                <a:latin typeface="宋体" panose="02010600030101010101" pitchFamily="2" charset="-122"/>
                <a:ea typeface="宋体" panose="02010600030101010101" pitchFamily="2" charset="-122"/>
                <a:cs typeface="+mj-cs"/>
              </a:rPr>
              <a:t>-</a:t>
            </a:r>
            <a:r>
              <a:rPr kumimoji="1" lang="zh-CN" altLang="en-US" sz="3600" b="1" i="0" u="none" strike="noStrike" kern="0" cap="none" spc="0" normalizeH="0" baseline="0" noProof="0" dirty="0" smtClean="0">
                <a:ln>
                  <a:noFill/>
                </a:ln>
                <a:solidFill>
                  <a:schemeClr val="bg1"/>
                </a:solidFill>
                <a:effectLst/>
                <a:uLnTx/>
                <a:uFillTx/>
                <a:latin typeface="宋体" panose="02010600030101010101" pitchFamily="2" charset="-122"/>
                <a:ea typeface="宋体" panose="02010600030101010101" pitchFamily="2" charset="-122"/>
                <a:cs typeface="+mj-cs"/>
              </a:rPr>
              <a:t>隔声</a:t>
            </a:r>
            <a:endParaRPr kumimoji="1" lang="zh-CN" altLang="en-US" sz="3600" b="1" i="0" u="none" strike="noStrike" kern="0" cap="none" spc="0" normalizeH="0" baseline="0" noProof="0" dirty="0">
              <a:ln>
                <a:noFill/>
              </a:ln>
              <a:solidFill>
                <a:schemeClr val="bg1"/>
              </a:solidFill>
              <a:effectLst/>
              <a:uLnTx/>
              <a:uFillTx/>
              <a:latin typeface="宋体" panose="02010600030101010101" pitchFamily="2" charset="-122"/>
              <a:ea typeface="宋体" panose="02010600030101010101" pitchFamily="2" charset="-122"/>
              <a:cs typeface="+mj-cs"/>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282" name=""/>
        <p:cNvGrpSpPr/>
        <p:nvPr/>
      </p:nvGrpSpPr>
      <p:grpSpPr>
        <a:xfrm>
          <a:off x="0" y="0"/>
          <a:ext cx="0" cy="0"/>
          <a:chOff x="0" y="0"/>
          <a:chExt cx="0" cy="0"/>
        </a:xfrm>
      </p:grpSpPr>
      <p:sp>
        <p:nvSpPr>
          <p:cNvPr id="1049023" name="内容占位符 2"/>
          <p:cNvSpPr>
            <a:spLocks noGrp="1"/>
          </p:cNvSpPr>
          <p:nvPr>
            <p:ph idx="1"/>
          </p:nvPr>
        </p:nvSpPr>
        <p:spPr>
          <a:xfrm>
            <a:off x="251520" y="1556792"/>
            <a:ext cx="8568952" cy="5040560"/>
          </a:xfrm>
        </p:spPr>
        <p:txBody>
          <a:bodyPr/>
          <a:p>
            <a:pPr>
              <a:buNone/>
            </a:pPr>
            <a:r>
              <a:rPr lang="zh-CN" altLang="en-US" sz="2000" b="1" dirty="0" smtClean="0">
                <a:latin typeface="宋体" panose="02010600030101010101" pitchFamily="2" charset="-122"/>
              </a:rPr>
              <a:t>防止通过固体传播的振动噪声</a:t>
            </a:r>
            <a:r>
              <a:rPr lang="zh-CN" altLang="en-US" sz="2000" dirty="0" smtClean="0">
                <a:latin typeface="宋体" panose="02010600030101010101" pitchFamily="2" charset="-122"/>
              </a:rPr>
              <a:t>，应设隔振、减振装置或防振结构。 </a:t>
            </a:r>
            <a:r>
              <a:rPr lang="zh-CN" altLang="en-US" sz="2000" dirty="0" smtClean="0">
                <a:ea typeface="黑体" panose="02010609060101010101" pitchFamily="2" charset="-122"/>
              </a:rPr>
              <a:t>隔振可</a:t>
            </a:r>
            <a:endParaRPr lang="en-US" altLang="zh-CN" sz="2000" dirty="0" smtClean="0">
              <a:ea typeface="黑体" panose="02010609060101010101" pitchFamily="2" charset="-122"/>
            </a:endParaRPr>
          </a:p>
          <a:p>
            <a:pPr>
              <a:buNone/>
            </a:pPr>
            <a:r>
              <a:rPr lang="zh-CN" altLang="en-US" sz="2000" dirty="0" smtClean="0">
                <a:ea typeface="黑体" panose="02010609060101010101" pitchFamily="2" charset="-122"/>
              </a:rPr>
              <a:t>以分为两类</a:t>
            </a:r>
            <a:r>
              <a:rPr lang="zh-CN" altLang="en-US" dirty="0" smtClean="0">
                <a:ea typeface="黑体" panose="02010609060101010101" pitchFamily="2" charset="-122"/>
              </a:rPr>
              <a:t>：</a:t>
            </a:r>
            <a:endParaRPr lang="en-US" altLang="zh-CN" dirty="0" smtClean="0">
              <a:ea typeface="黑体" panose="02010609060101010101" pitchFamily="2" charset="-122"/>
            </a:endParaRPr>
          </a:p>
          <a:p>
            <a:pPr>
              <a:buFont typeface="Wingdings" panose="05000000000000000000" pitchFamily="2" charset="2"/>
              <a:buChar char="Ø"/>
            </a:pPr>
            <a:r>
              <a:rPr lang="zh-CN" altLang="en-US" sz="2000" dirty="0" smtClean="0">
                <a:ea typeface="黑体" panose="02010609060101010101" pitchFamily="2" charset="-122"/>
              </a:rPr>
              <a:t>对作为振动源的机械设备采取隔振措施，防止振动源产生的振动向外传播，称为积极隔振或主动隔振；</a:t>
            </a:r>
            <a:endParaRPr lang="en-US" altLang="zh-CN" sz="2000" dirty="0" smtClean="0">
              <a:ea typeface="黑体" panose="02010609060101010101" pitchFamily="2" charset="-122"/>
            </a:endParaRPr>
          </a:p>
          <a:p>
            <a:pPr>
              <a:buFont typeface="Wingdings" panose="05000000000000000000" pitchFamily="2" charset="2"/>
              <a:buChar char="Ø"/>
            </a:pPr>
            <a:r>
              <a:rPr lang="zh-CN" altLang="en-US" sz="2000" dirty="0" smtClean="0">
                <a:ea typeface="黑体" panose="02010609060101010101" pitchFamily="2" charset="-122"/>
              </a:rPr>
              <a:t>对怕受振动干扰的设备采取隔振措施，以减弱或消除外来振动对这一设备带来的不利影响，称为消极隔振或被动隔振。</a:t>
            </a:r>
            <a:endParaRPr lang="zh-CN" altLang="en-US" sz="2000" dirty="0" smtClean="0">
              <a:ea typeface="黑体" panose="02010609060101010101" pitchFamily="2" charset="-122"/>
            </a:endParaRPr>
          </a:p>
          <a:p>
            <a:pPr>
              <a:buNone/>
            </a:pPr>
            <a:endParaRPr lang="en-US" altLang="zh-CN" dirty="0" smtClean="0">
              <a:latin typeface="宋体" panose="02010600030101010101" pitchFamily="2" charset="-122"/>
            </a:endParaRPr>
          </a:p>
          <a:p>
            <a:pPr>
              <a:buNone/>
            </a:pPr>
            <a:endParaRPr lang="zh-CN" altLang="en-US" dirty="0"/>
          </a:p>
        </p:txBody>
      </p:sp>
      <p:pic>
        <p:nvPicPr>
          <p:cNvPr id="2097208" name="Picture 4" descr="image001"/>
          <p:cNvPicPr>
            <a:picLocks noChangeAspect="1" noChangeArrowheads="1"/>
          </p:cNvPicPr>
          <p:nvPr/>
        </p:nvPicPr>
        <p:blipFill>
          <a:blip r:embed="rId1" cstate="print"/>
          <a:srcRect/>
          <a:stretch>
            <a:fillRect/>
          </a:stretch>
        </p:blipFill>
        <p:spPr bwMode="auto">
          <a:xfrm>
            <a:off x="467544" y="3861049"/>
            <a:ext cx="4032448" cy="2232248"/>
          </a:xfrm>
          <a:prstGeom prst="rect">
            <a:avLst/>
          </a:prstGeom>
          <a:solidFill>
            <a:schemeClr val="accent6">
              <a:lumMod val="20000"/>
              <a:lumOff val="80000"/>
            </a:schemeClr>
          </a:solidFill>
          <a:ln w="9525">
            <a:noFill/>
            <a:miter lim="800000"/>
            <a:headEnd/>
            <a:tailEnd/>
          </a:ln>
        </p:spPr>
      </p:pic>
      <p:sp>
        <p:nvSpPr>
          <p:cNvPr id="1049024" name="标题 1"/>
          <p:cNvSpPr txBox="1">
            <a:spLocks noGrp="1"/>
          </p:cNvSpPr>
          <p:nvPr>
            <p:ph type="title"/>
          </p:nvPr>
        </p:nvSpPr>
        <p:spPr>
          <a:xfrm>
            <a:off x="179388" y="260350"/>
            <a:ext cx="8713092" cy="1143000"/>
          </a:xfrm>
          <a:prstGeom prst="rect">
            <a:avLst/>
          </a:prstGeom>
        </p:spPr>
        <p:txBody>
          <a:bodyPr/>
          <a:p>
            <a:pPr marL="0" marR="0" lvl="0" indent="0" algn="l" defTabSz="914400" rtl="0" eaLnBrk="0" fontAlgn="base" latinLnBrk="0" hangingPunct="0">
              <a:lnSpc>
                <a:spcPct val="100000"/>
              </a:lnSpc>
              <a:spcBef>
                <a:spcPct val="0"/>
              </a:spcBef>
              <a:spcAft>
                <a:spcPct val="0"/>
              </a:spcAft>
              <a:buClrTx/>
              <a:buSzTx/>
              <a:buFontTx/>
              <a:buNone/>
            </a:pPr>
            <a:r>
              <a:rPr lang="zh-CN" altLang="en-US" b="1" noProof="0" dirty="0" smtClean="0">
                <a:latin typeface="宋体" panose="02010600030101010101" pitchFamily="2" charset="-122"/>
                <a:ea typeface="宋体" panose="02010600030101010101" pitchFamily="2" charset="-122"/>
              </a:rPr>
              <a:t>十一</a:t>
            </a:r>
            <a:r>
              <a:rPr kumimoji="1" lang="zh-CN" altLang="en-US" b="1" i="0" u="none" strike="noStrike" kern="0" cap="none" spc="0" normalizeH="0" baseline="0" noProof="0" dirty="0" smtClean="0">
                <a:ln>
                  <a:noFill/>
                </a:ln>
                <a:solidFill>
                  <a:schemeClr val="bg1"/>
                </a:solidFill>
                <a:effectLst/>
                <a:uLnTx/>
                <a:uFillTx/>
                <a:latin typeface="宋体" panose="02010600030101010101" pitchFamily="2" charset="-122"/>
                <a:ea typeface="宋体" panose="02010600030101010101" pitchFamily="2" charset="-122"/>
                <a:cs typeface="+mj-cs"/>
              </a:rPr>
              <a:t>、常用噪声治理技术</a:t>
            </a:r>
            <a:r>
              <a:rPr kumimoji="1" lang="en-US" altLang="zh-CN" b="1" i="0" u="none" strike="noStrike" kern="0" cap="none" spc="0" normalizeH="0" baseline="0" noProof="0" dirty="0" smtClean="0">
                <a:ln>
                  <a:noFill/>
                </a:ln>
                <a:solidFill>
                  <a:schemeClr val="bg1"/>
                </a:solidFill>
                <a:effectLst/>
                <a:uLnTx/>
                <a:uFillTx/>
                <a:latin typeface="宋体" panose="02010600030101010101" pitchFamily="2" charset="-122"/>
                <a:ea typeface="宋体" panose="02010600030101010101" pitchFamily="2" charset="-122"/>
                <a:cs typeface="+mj-cs"/>
              </a:rPr>
              <a:t>-</a:t>
            </a:r>
            <a:r>
              <a:rPr kumimoji="1" lang="zh-CN" altLang="en-US" b="1" i="0" u="none" strike="noStrike" kern="0" cap="none" spc="0" normalizeH="0" baseline="0" noProof="0" dirty="0" smtClean="0">
                <a:ln>
                  <a:noFill/>
                </a:ln>
                <a:solidFill>
                  <a:schemeClr val="bg1"/>
                </a:solidFill>
                <a:effectLst/>
                <a:uLnTx/>
                <a:uFillTx/>
                <a:latin typeface="宋体" panose="02010600030101010101" pitchFamily="2" charset="-122"/>
                <a:ea typeface="宋体" panose="02010600030101010101" pitchFamily="2" charset="-122"/>
                <a:cs typeface="+mj-cs"/>
              </a:rPr>
              <a:t>隔振</a:t>
            </a:r>
            <a:endParaRPr kumimoji="1" lang="zh-CN" altLang="en-US" b="1" i="0" u="none" strike="noStrike" kern="0" cap="none" spc="0" normalizeH="0" baseline="0" noProof="0" dirty="0">
              <a:ln>
                <a:noFill/>
              </a:ln>
              <a:solidFill>
                <a:schemeClr val="bg1"/>
              </a:solidFill>
              <a:effectLst/>
              <a:uLnTx/>
              <a:uFillTx/>
              <a:latin typeface="宋体" panose="02010600030101010101" pitchFamily="2" charset="-122"/>
              <a:ea typeface="宋体" panose="02010600030101010101" pitchFamily="2" charset="-122"/>
              <a:cs typeface="+mj-cs"/>
            </a:endParaRPr>
          </a:p>
        </p:txBody>
      </p:sp>
      <p:pic>
        <p:nvPicPr>
          <p:cNvPr id="2097209" name="Picture 4" descr="image003"/>
          <p:cNvPicPr>
            <a:picLocks noChangeAspect="1" noChangeArrowheads="1"/>
          </p:cNvPicPr>
          <p:nvPr/>
        </p:nvPicPr>
        <p:blipFill>
          <a:blip r:embed="rId2" cstate="print"/>
          <a:srcRect/>
          <a:stretch>
            <a:fillRect/>
          </a:stretch>
        </p:blipFill>
        <p:spPr bwMode="auto">
          <a:xfrm>
            <a:off x="4716016" y="3861048"/>
            <a:ext cx="4032448" cy="2232248"/>
          </a:xfrm>
          <a:prstGeom prst="rect">
            <a:avLst/>
          </a:prstGeom>
          <a:solidFill>
            <a:schemeClr val="accent2">
              <a:lumMod val="20000"/>
              <a:lumOff val="80000"/>
            </a:schemeClr>
          </a:solidFill>
          <a:ln w="9525">
            <a:noFill/>
            <a:miter lim="800000"/>
            <a:headEnd/>
            <a:tailEnd/>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285" name=""/>
        <p:cNvGrpSpPr/>
        <p:nvPr/>
      </p:nvGrpSpPr>
      <p:grpSpPr>
        <a:xfrm>
          <a:off x="0" y="0"/>
          <a:ext cx="0" cy="0"/>
          <a:chOff x="0" y="0"/>
          <a:chExt cx="0" cy="0"/>
        </a:xfrm>
      </p:grpSpPr>
      <p:sp>
        <p:nvSpPr>
          <p:cNvPr id="1049028" name="矩形 3"/>
          <p:cNvSpPr/>
          <p:nvPr/>
        </p:nvSpPr>
        <p:spPr>
          <a:xfrm>
            <a:off x="251520" y="1412776"/>
            <a:ext cx="4577080" cy="447040"/>
          </a:xfrm>
          <a:prstGeom prst="rect">
            <a:avLst/>
          </a:prstGeom>
        </p:spPr>
        <p:txBody>
          <a:bodyPr wrap="none">
            <a:spAutoFit/>
          </a:bodyPr>
          <a:p>
            <a:pPr marL="342900" indent="-342900" defTabSz="0">
              <a:lnSpc>
                <a:spcPct val="150000"/>
              </a:lnSpc>
              <a:buFont typeface="Wingdings" panose="05000000000000000000" pitchFamily="2" charset="2"/>
              <a:buChar char="Ø"/>
              <a:tabLst>
                <a:tab pos="590550" algn="l"/>
              </a:tabLst>
            </a:pPr>
            <a:r>
              <a:rPr lang="zh-CN" altLang="en-US" dirty="0" smtClean="0">
                <a:solidFill>
                  <a:schemeClr val="tx2"/>
                </a:solidFill>
                <a:latin typeface="宋体" panose="02010600030101010101" pitchFamily="2" charset="-122"/>
              </a:rPr>
              <a:t>隔振元件一般分为以下三大类</a:t>
            </a:r>
            <a:r>
              <a:rPr lang="en-US" altLang="zh-CN" dirty="0" smtClean="0">
                <a:solidFill>
                  <a:schemeClr val="tx2"/>
                </a:solidFill>
                <a:latin typeface="宋体" panose="02010600030101010101" pitchFamily="2" charset="-122"/>
              </a:rPr>
              <a:t>:</a:t>
            </a:r>
            <a:endParaRPr lang="zh-CN" altLang="en-US" dirty="0">
              <a:solidFill>
                <a:schemeClr val="tx2"/>
              </a:solidFill>
              <a:latin typeface="宋体" panose="02010600030101010101" pitchFamily="2" charset="-122"/>
            </a:endParaRPr>
          </a:p>
        </p:txBody>
      </p:sp>
      <p:graphicFrame>
        <p:nvGraphicFramePr>
          <p:cNvPr id="4194312" name="Group 3"/>
          <p:cNvGraphicFramePr>
            <a:graphicFrameLocks noGrp="1"/>
          </p:cNvGraphicFramePr>
          <p:nvPr/>
        </p:nvGraphicFramePr>
        <p:xfrm>
          <a:off x="683568" y="1988840"/>
          <a:ext cx="7776864" cy="4067237"/>
        </p:xfrm>
        <a:graphic>
          <a:graphicData uri="http://schemas.openxmlformats.org/drawingml/2006/table">
            <a:tbl>
              <a:tblPr/>
              <a:tblGrid>
                <a:gridCol w="2370092"/>
                <a:gridCol w="5406772"/>
              </a:tblGrid>
              <a:tr h="432048">
                <a:tc>
                  <a:txBody>
                    <a:bodyPr/>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1600" b="1" i="0" u="none" strike="noStrike" cap="none" normalizeH="0" baseline="0" dirty="0" smtClean="0">
                          <a:ln>
                            <a:noFill/>
                          </a:ln>
                          <a:solidFill>
                            <a:schemeClr val="tx2"/>
                          </a:solidFill>
                          <a:effectLst/>
                          <a:latin typeface="Calibri" panose="020F0502020204030204" pitchFamily="34" charset="0"/>
                          <a:ea typeface="宋体" panose="02010600030101010101" pitchFamily="2" charset="-122"/>
                          <a:sym typeface="宋体" panose="02010600030101010101" pitchFamily="2" charset="-122"/>
                        </a:rPr>
                        <a:t>类别</a:t>
                      </a:r>
                      <a:endParaRPr kumimoji="0" lang="zh-CN" altLang="en-US" sz="1600" b="1" i="0" u="none" strike="noStrike" cap="none" normalizeH="0" baseline="0" dirty="0" smtClean="0">
                        <a:ln>
                          <a:noFill/>
                        </a:ln>
                        <a:solidFill>
                          <a:schemeClr val="tx2"/>
                        </a:solidFill>
                        <a:effectLst/>
                        <a:latin typeface="Calibri" panose="020F0502020204030204" pitchFamily="34" charset="0"/>
                        <a:ea typeface="宋体" panose="02010600030101010101" pitchFamily="2" charset="-122"/>
                        <a:sym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solidFill>
                      <a:srgbClr val="D0D8E8"/>
                    </a:solidFill>
                  </a:tcPr>
                </a:tc>
                <a:tc>
                  <a:txBody>
                    <a:bodyPr/>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1600" b="1" i="0" u="none" strike="noStrike" cap="none" normalizeH="0" baseline="0" dirty="0" smtClean="0">
                          <a:ln>
                            <a:noFill/>
                          </a:ln>
                          <a:solidFill>
                            <a:schemeClr val="tx2"/>
                          </a:solidFill>
                          <a:effectLst/>
                          <a:latin typeface="Calibri" panose="020F0502020204030204" pitchFamily="34" charset="0"/>
                          <a:ea typeface="宋体" panose="02010600030101010101" pitchFamily="2" charset="-122"/>
                          <a:sym typeface="宋体" panose="02010600030101010101" pitchFamily="2" charset="-122"/>
                        </a:rPr>
                        <a:t>主要有的装置</a:t>
                      </a:r>
                      <a:endParaRPr kumimoji="0" lang="zh-CN" altLang="en-US" sz="1600" b="1" i="0" u="none" strike="noStrike" cap="none" normalizeH="0" baseline="0" dirty="0" smtClean="0">
                        <a:ln>
                          <a:noFill/>
                        </a:ln>
                        <a:solidFill>
                          <a:schemeClr val="tx2"/>
                        </a:solidFill>
                        <a:effectLst/>
                        <a:latin typeface="Calibri" panose="020F0502020204030204" pitchFamily="34" charset="0"/>
                        <a:ea typeface="宋体" panose="02010600030101010101" pitchFamily="2" charset="-122"/>
                        <a:sym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solidFill>
                      <a:srgbClr val="D0D8E8"/>
                    </a:solidFill>
                  </a:tcPr>
                </a:tc>
              </a:tr>
              <a:tr h="1317573">
                <a:tc>
                  <a:txBody>
                    <a:bodyPr/>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1600" b="0" i="0" u="none" strike="noStrike" cap="none" normalizeH="0" baseline="0" dirty="0" smtClean="0">
                          <a:ln>
                            <a:noFill/>
                          </a:ln>
                          <a:solidFill>
                            <a:schemeClr val="tx2"/>
                          </a:solidFill>
                          <a:effectLst/>
                          <a:latin typeface="Calibri" panose="020F0502020204030204" pitchFamily="34" charset="0"/>
                          <a:ea typeface="宋体" panose="02010600030101010101" pitchFamily="2" charset="-122"/>
                          <a:sym typeface="宋体" panose="02010600030101010101" pitchFamily="2" charset="-122"/>
                        </a:rPr>
                        <a:t>隔振垫</a:t>
                      </a:r>
                      <a:endParaRPr kumimoji="0" lang="zh-CN" altLang="en-US" sz="1600" b="0" i="0" u="none" strike="noStrike" cap="none" normalizeH="0" baseline="0" dirty="0" smtClean="0">
                        <a:ln>
                          <a:noFill/>
                        </a:ln>
                        <a:solidFill>
                          <a:schemeClr val="tx2"/>
                        </a:solidFill>
                        <a:effectLst/>
                        <a:latin typeface="Calibri" panose="020F0502020204030204" pitchFamily="34" charset="0"/>
                        <a:ea typeface="宋体" panose="02010600030101010101" pitchFamily="2" charset="-122"/>
                        <a:sym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noFill/>
                  </a:tcPr>
                </a:tc>
                <a:tc>
                  <a:txBody>
                    <a:bodyPr/>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1600" b="0" i="0" u="none" strike="noStrike" cap="none" normalizeH="0" baseline="0" dirty="0" smtClean="0">
                          <a:ln>
                            <a:noFill/>
                          </a:ln>
                          <a:solidFill>
                            <a:schemeClr val="tx2"/>
                          </a:solidFill>
                          <a:effectLst/>
                          <a:latin typeface="Calibri" panose="020F0502020204030204" pitchFamily="34" charset="0"/>
                          <a:ea typeface="宋体" panose="02010600030101010101" pitchFamily="2" charset="-122"/>
                          <a:sym typeface="宋体" panose="02010600030101010101" pitchFamily="2" charset="-122"/>
                        </a:rPr>
                        <a:t>橡胶隔振垫</a:t>
                      </a:r>
                      <a:endParaRPr kumimoji="0" lang="zh-CN" altLang="en-US" sz="1600" b="0" i="0" u="none" strike="noStrike" cap="none" normalizeH="0" baseline="0" dirty="0" smtClean="0">
                        <a:ln>
                          <a:noFill/>
                        </a:ln>
                        <a:solidFill>
                          <a:schemeClr val="tx2"/>
                        </a:solidFill>
                        <a:effectLst/>
                        <a:latin typeface="Calibri" panose="020F0502020204030204" pitchFamily="34" charset="0"/>
                        <a:ea typeface="宋体" panose="02010600030101010101" pitchFamily="2" charset="-122"/>
                        <a:sym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1600" b="0" i="0" u="none" strike="noStrike" cap="none" normalizeH="0" baseline="0" dirty="0" smtClean="0">
                          <a:ln>
                            <a:noFill/>
                          </a:ln>
                          <a:solidFill>
                            <a:schemeClr val="tx2"/>
                          </a:solidFill>
                          <a:effectLst/>
                          <a:latin typeface="Calibri" panose="020F0502020204030204" pitchFamily="34" charset="0"/>
                          <a:ea typeface="宋体" panose="02010600030101010101" pitchFamily="2" charset="-122"/>
                          <a:sym typeface="宋体" panose="02010600030101010101" pitchFamily="2" charset="-122"/>
                        </a:rPr>
                        <a:t>玻璃纤维垫</a:t>
                      </a:r>
                      <a:endParaRPr kumimoji="0" lang="zh-CN" altLang="en-US" sz="1600" b="0" i="0" u="none" strike="noStrike" cap="none" normalizeH="0" baseline="0" dirty="0" smtClean="0">
                        <a:ln>
                          <a:noFill/>
                        </a:ln>
                        <a:solidFill>
                          <a:schemeClr val="tx2"/>
                        </a:solidFill>
                        <a:effectLst/>
                        <a:latin typeface="Calibri" panose="020F0502020204030204" pitchFamily="34" charset="0"/>
                        <a:ea typeface="宋体" panose="02010600030101010101" pitchFamily="2" charset="-122"/>
                        <a:sym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1600" b="0" i="0" u="none" strike="noStrike" cap="none" normalizeH="0" baseline="0" dirty="0" smtClean="0">
                          <a:ln>
                            <a:noFill/>
                          </a:ln>
                          <a:solidFill>
                            <a:schemeClr val="tx2"/>
                          </a:solidFill>
                          <a:effectLst/>
                          <a:latin typeface="Calibri" panose="020F0502020204030204" pitchFamily="34" charset="0"/>
                          <a:ea typeface="宋体" panose="02010600030101010101" pitchFamily="2" charset="-122"/>
                          <a:sym typeface="宋体" panose="02010600030101010101" pitchFamily="2" charset="-122"/>
                        </a:rPr>
                        <a:t>金属丝网隔振垫</a:t>
                      </a:r>
                      <a:endParaRPr kumimoji="0" lang="zh-CN" altLang="en-US" sz="1600" b="0" i="0" u="none" strike="noStrike" cap="none" normalizeH="0" baseline="0" dirty="0" smtClean="0">
                        <a:ln>
                          <a:noFill/>
                        </a:ln>
                        <a:solidFill>
                          <a:schemeClr val="tx2"/>
                        </a:solidFill>
                        <a:effectLst/>
                        <a:latin typeface="Calibri" panose="020F0502020204030204" pitchFamily="34" charset="0"/>
                        <a:ea typeface="宋体" panose="02010600030101010101" pitchFamily="2" charset="-122"/>
                        <a:sym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1600" b="0" i="0" u="none" strike="noStrike" cap="none" normalizeH="0" baseline="0" dirty="0" smtClean="0">
                          <a:ln>
                            <a:noFill/>
                          </a:ln>
                          <a:solidFill>
                            <a:schemeClr val="tx2"/>
                          </a:solidFill>
                          <a:effectLst/>
                          <a:latin typeface="Calibri" panose="020F0502020204030204" pitchFamily="34" charset="0"/>
                          <a:ea typeface="宋体" panose="02010600030101010101" pitchFamily="2" charset="-122"/>
                          <a:sym typeface="宋体" panose="02010600030101010101" pitchFamily="2" charset="-122"/>
                        </a:rPr>
                        <a:t>软木、毛毡、乳胶海绵等制成的隔振垫</a:t>
                      </a:r>
                      <a:endParaRPr kumimoji="0" lang="zh-CN" altLang="en-US" sz="1600" b="0" i="0" u="none" strike="noStrike" cap="none" normalizeH="0" baseline="0" dirty="0" smtClean="0">
                        <a:ln>
                          <a:noFill/>
                        </a:ln>
                        <a:solidFill>
                          <a:schemeClr val="tx2"/>
                        </a:solidFill>
                        <a:effectLst/>
                        <a:latin typeface="Calibri" panose="020F0502020204030204" pitchFamily="34" charset="0"/>
                        <a:ea typeface="宋体" panose="02010600030101010101" pitchFamily="2" charset="-122"/>
                        <a:sym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noFill/>
                  </a:tcPr>
                </a:tc>
              </a:tr>
              <a:tr h="1317573">
                <a:tc>
                  <a:txBody>
                    <a:bodyPr/>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1600" b="0" i="0" u="none" strike="noStrike" cap="none" normalizeH="0" baseline="0" dirty="0" smtClean="0">
                          <a:ln>
                            <a:noFill/>
                          </a:ln>
                          <a:solidFill>
                            <a:schemeClr val="tx2"/>
                          </a:solidFill>
                          <a:effectLst/>
                          <a:latin typeface="Calibri" panose="020F0502020204030204" pitchFamily="34" charset="0"/>
                          <a:ea typeface="宋体" panose="02010600030101010101" pitchFamily="2" charset="-122"/>
                          <a:sym typeface="宋体" panose="02010600030101010101" pitchFamily="2" charset="-122"/>
                        </a:rPr>
                        <a:t>隔振器</a:t>
                      </a:r>
                      <a:endParaRPr kumimoji="0" lang="zh-CN" altLang="en-US" sz="1600" b="0" i="0" u="none" strike="noStrike" cap="none" normalizeH="0" baseline="0" dirty="0" smtClean="0">
                        <a:ln>
                          <a:noFill/>
                        </a:ln>
                        <a:solidFill>
                          <a:schemeClr val="tx2"/>
                        </a:solidFill>
                        <a:effectLst/>
                        <a:latin typeface="Calibri" panose="020F0502020204030204" pitchFamily="34" charset="0"/>
                        <a:ea typeface="宋体" panose="02010600030101010101" pitchFamily="2" charset="-122"/>
                        <a:sym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noFill/>
                  </a:tcPr>
                </a:tc>
                <a:tc>
                  <a:txBody>
                    <a:bodyPr/>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1600" b="0" i="0" u="none" strike="noStrike" cap="none" normalizeH="0" baseline="0" dirty="0" smtClean="0">
                          <a:ln>
                            <a:noFill/>
                          </a:ln>
                          <a:solidFill>
                            <a:schemeClr val="tx2"/>
                          </a:solidFill>
                          <a:effectLst/>
                          <a:latin typeface="Calibri" panose="020F0502020204030204" pitchFamily="34" charset="0"/>
                          <a:ea typeface="宋体" panose="02010600030101010101" pitchFamily="2" charset="-122"/>
                          <a:sym typeface="宋体" panose="02010600030101010101" pitchFamily="2" charset="-122"/>
                        </a:rPr>
                        <a:t>橡胶隔振器</a:t>
                      </a:r>
                      <a:endParaRPr kumimoji="0" lang="zh-CN" altLang="en-US" sz="1600" b="0" i="0" u="none" strike="noStrike" cap="none" normalizeH="0" baseline="0" dirty="0" smtClean="0">
                        <a:ln>
                          <a:noFill/>
                        </a:ln>
                        <a:solidFill>
                          <a:schemeClr val="tx2"/>
                        </a:solidFill>
                        <a:effectLst/>
                        <a:latin typeface="Calibri" panose="020F0502020204030204" pitchFamily="34" charset="0"/>
                        <a:ea typeface="宋体" panose="02010600030101010101" pitchFamily="2" charset="-122"/>
                        <a:sym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1600" b="0" i="0" u="none" strike="noStrike" cap="none" normalizeH="0" baseline="0" dirty="0" smtClean="0">
                          <a:ln>
                            <a:noFill/>
                          </a:ln>
                          <a:solidFill>
                            <a:schemeClr val="tx2"/>
                          </a:solidFill>
                          <a:effectLst/>
                          <a:latin typeface="Calibri" panose="020F0502020204030204" pitchFamily="34" charset="0"/>
                          <a:ea typeface="宋体" panose="02010600030101010101" pitchFamily="2" charset="-122"/>
                          <a:sym typeface="宋体" panose="02010600030101010101" pitchFamily="2" charset="-122"/>
                        </a:rPr>
                        <a:t>全金属隔振器</a:t>
                      </a:r>
                      <a:endParaRPr kumimoji="0" lang="zh-CN" altLang="en-US" sz="1600" b="0" i="0" u="none" strike="noStrike" cap="none" normalizeH="0" baseline="0" dirty="0" smtClean="0">
                        <a:ln>
                          <a:noFill/>
                        </a:ln>
                        <a:solidFill>
                          <a:schemeClr val="tx2"/>
                        </a:solidFill>
                        <a:effectLst/>
                        <a:latin typeface="Calibri" panose="020F0502020204030204" pitchFamily="34" charset="0"/>
                        <a:ea typeface="宋体" panose="02010600030101010101" pitchFamily="2" charset="-122"/>
                        <a:sym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1600" b="0" i="0" u="none" strike="noStrike" cap="none" normalizeH="0" baseline="0" dirty="0" smtClean="0">
                          <a:ln>
                            <a:noFill/>
                          </a:ln>
                          <a:solidFill>
                            <a:schemeClr val="tx2"/>
                          </a:solidFill>
                          <a:effectLst/>
                          <a:latin typeface="Calibri" panose="020F0502020204030204" pitchFamily="34" charset="0"/>
                          <a:ea typeface="宋体" panose="02010600030101010101" pitchFamily="2" charset="-122"/>
                          <a:sym typeface="宋体" panose="02010600030101010101" pitchFamily="2" charset="-122"/>
                        </a:rPr>
                        <a:t>空气弹簧</a:t>
                      </a:r>
                      <a:endParaRPr kumimoji="0" lang="zh-CN" altLang="en-US" sz="1600" b="0" i="0" u="none" strike="noStrike" cap="none" normalizeH="0" baseline="0" dirty="0" smtClean="0">
                        <a:ln>
                          <a:noFill/>
                        </a:ln>
                        <a:solidFill>
                          <a:schemeClr val="tx2"/>
                        </a:solidFill>
                        <a:effectLst/>
                        <a:latin typeface="Calibri" panose="020F0502020204030204" pitchFamily="34" charset="0"/>
                        <a:ea typeface="宋体" panose="02010600030101010101" pitchFamily="2" charset="-122"/>
                        <a:sym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1600" b="0" i="0" u="none" strike="noStrike" cap="none" normalizeH="0" baseline="0" dirty="0" smtClean="0">
                          <a:ln>
                            <a:noFill/>
                          </a:ln>
                          <a:solidFill>
                            <a:schemeClr val="tx2"/>
                          </a:solidFill>
                          <a:effectLst/>
                          <a:latin typeface="Calibri" panose="020F0502020204030204" pitchFamily="34" charset="0"/>
                          <a:ea typeface="宋体" panose="02010600030101010101" pitchFamily="2" charset="-122"/>
                          <a:sym typeface="宋体" panose="02010600030101010101" pitchFamily="2" charset="-122"/>
                        </a:rPr>
                        <a:t>弹性吊架</a:t>
                      </a:r>
                      <a:endParaRPr kumimoji="0" lang="zh-CN" altLang="en-US" sz="1600" b="0" i="0" u="none" strike="noStrike" cap="none" normalizeH="0" baseline="0" dirty="0" smtClean="0">
                        <a:ln>
                          <a:noFill/>
                        </a:ln>
                        <a:solidFill>
                          <a:schemeClr val="tx2"/>
                        </a:solidFill>
                        <a:effectLst/>
                        <a:latin typeface="Calibri" panose="020F0502020204030204" pitchFamily="34" charset="0"/>
                        <a:ea typeface="宋体" panose="02010600030101010101" pitchFamily="2" charset="-122"/>
                        <a:sym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noFill/>
                  </a:tcPr>
                </a:tc>
              </a:tr>
              <a:tr h="1000043">
                <a:tc>
                  <a:txBody>
                    <a:bodyPr/>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1600" b="0" i="0" u="none" strike="noStrike" cap="none" normalizeH="0" baseline="0" dirty="0" smtClean="0">
                          <a:ln>
                            <a:noFill/>
                          </a:ln>
                          <a:solidFill>
                            <a:schemeClr val="tx2"/>
                          </a:solidFill>
                          <a:effectLst/>
                          <a:latin typeface="Calibri" panose="020F0502020204030204" pitchFamily="34" charset="0"/>
                          <a:ea typeface="宋体" panose="02010600030101010101" pitchFamily="2" charset="-122"/>
                          <a:sym typeface="宋体" panose="02010600030101010101" pitchFamily="2" charset="-122"/>
                        </a:rPr>
                        <a:t>柔性接管</a:t>
                      </a:r>
                      <a:endParaRPr kumimoji="0" lang="zh-CN" altLang="en-US" sz="1600" b="0" i="0" u="none" strike="noStrike" cap="none" normalizeH="0" baseline="0" dirty="0" smtClean="0">
                        <a:ln>
                          <a:noFill/>
                        </a:ln>
                        <a:solidFill>
                          <a:schemeClr val="tx2"/>
                        </a:solidFill>
                        <a:effectLst/>
                        <a:latin typeface="Calibri" panose="020F0502020204030204" pitchFamily="34" charset="0"/>
                        <a:ea typeface="宋体" panose="02010600030101010101" pitchFamily="2" charset="-122"/>
                        <a:sym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noFill/>
                  </a:tcPr>
                </a:tc>
                <a:tc>
                  <a:txBody>
                    <a:bodyPr/>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1600" b="0" i="0" u="none" strike="noStrike" cap="none" normalizeH="0" baseline="0" dirty="0" smtClean="0">
                          <a:ln>
                            <a:noFill/>
                          </a:ln>
                          <a:solidFill>
                            <a:schemeClr val="tx2"/>
                          </a:solidFill>
                          <a:effectLst/>
                          <a:latin typeface="Calibri" panose="020F0502020204030204" pitchFamily="34" charset="0"/>
                          <a:ea typeface="宋体" panose="02010600030101010101" pitchFamily="2" charset="-122"/>
                          <a:sym typeface="宋体" panose="02010600030101010101" pitchFamily="2" charset="-122"/>
                        </a:rPr>
                        <a:t>可曲绕橡胶接头</a:t>
                      </a:r>
                      <a:endParaRPr kumimoji="0" lang="zh-CN" altLang="en-US" sz="1600" b="0" i="0" u="none" strike="noStrike" cap="none" normalizeH="0" baseline="0" dirty="0" smtClean="0">
                        <a:ln>
                          <a:noFill/>
                        </a:ln>
                        <a:solidFill>
                          <a:schemeClr val="tx2"/>
                        </a:solidFill>
                        <a:effectLst/>
                        <a:latin typeface="Calibri" panose="020F0502020204030204" pitchFamily="34" charset="0"/>
                        <a:ea typeface="宋体" panose="02010600030101010101" pitchFamily="2" charset="-122"/>
                        <a:sym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1600" b="0" i="0" u="none" strike="noStrike" cap="none" normalizeH="0" baseline="0" dirty="0" smtClean="0">
                          <a:ln>
                            <a:noFill/>
                          </a:ln>
                          <a:solidFill>
                            <a:schemeClr val="tx2"/>
                          </a:solidFill>
                          <a:effectLst/>
                          <a:latin typeface="Calibri" panose="020F0502020204030204" pitchFamily="34" charset="0"/>
                          <a:ea typeface="宋体" panose="02010600030101010101" pitchFamily="2" charset="-122"/>
                          <a:sym typeface="宋体" panose="02010600030101010101" pitchFamily="2" charset="-122"/>
                        </a:rPr>
                        <a:t>金属波纹管</a:t>
                      </a:r>
                      <a:endParaRPr kumimoji="0" lang="zh-CN" altLang="en-US" sz="1600" b="0" i="0" u="none" strike="noStrike" cap="none" normalizeH="0" baseline="0" dirty="0" smtClean="0">
                        <a:ln>
                          <a:noFill/>
                        </a:ln>
                        <a:solidFill>
                          <a:schemeClr val="tx2"/>
                        </a:solidFill>
                        <a:effectLst/>
                        <a:latin typeface="Calibri" panose="020F0502020204030204" pitchFamily="34" charset="0"/>
                        <a:ea typeface="宋体" panose="02010600030101010101" pitchFamily="2" charset="-122"/>
                        <a:sym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1600" b="0" i="0" u="none" strike="noStrike" cap="none" normalizeH="0" baseline="0" dirty="0" smtClean="0">
                          <a:ln>
                            <a:noFill/>
                          </a:ln>
                          <a:solidFill>
                            <a:schemeClr val="tx2"/>
                          </a:solidFill>
                          <a:effectLst/>
                          <a:latin typeface="Calibri" panose="020F0502020204030204" pitchFamily="34" charset="0"/>
                          <a:ea typeface="宋体" panose="02010600030101010101" pitchFamily="2" charset="-122"/>
                          <a:sym typeface="宋体" panose="02010600030101010101" pitchFamily="2" charset="-122"/>
                        </a:rPr>
                        <a:t>橡胶、帆布、塑料等柔性接头</a:t>
                      </a:r>
                      <a:endParaRPr kumimoji="0" lang="zh-CN" altLang="en-US" sz="1600" b="0" i="0" u="none" strike="noStrike" cap="none" normalizeH="0" baseline="0" dirty="0" smtClean="0">
                        <a:ln>
                          <a:noFill/>
                        </a:ln>
                        <a:solidFill>
                          <a:schemeClr val="tx2"/>
                        </a:solidFill>
                        <a:effectLst/>
                        <a:latin typeface="Calibri" panose="020F0502020204030204" pitchFamily="34" charset="0"/>
                        <a:ea typeface="宋体" panose="02010600030101010101" pitchFamily="2" charset="-122"/>
                        <a:sym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noFill/>
                  </a:tcPr>
                </a:tc>
              </a:tr>
            </a:tbl>
          </a:graphicData>
        </a:graphic>
      </p:graphicFrame>
      <p:sp>
        <p:nvSpPr>
          <p:cNvPr id="1049029" name="标题 1"/>
          <p:cNvSpPr txBox="1">
            <a:spLocks noGrp="1"/>
          </p:cNvSpPr>
          <p:nvPr>
            <p:ph type="title"/>
          </p:nvPr>
        </p:nvSpPr>
        <p:spPr>
          <a:xfrm>
            <a:off x="0" y="260648"/>
            <a:ext cx="7772400" cy="1143000"/>
          </a:xfrm>
          <a:prstGeom prst="rect">
            <a:avLst/>
          </a:prstGeom>
        </p:spPr>
        <p:txBody>
          <a:bodyPr/>
          <a:p>
            <a:pPr marL="0" marR="0" lvl="0" indent="0" algn="l" defTabSz="914400" rtl="0" eaLnBrk="0" fontAlgn="base" latinLnBrk="0" hangingPunct="0">
              <a:lnSpc>
                <a:spcPct val="100000"/>
              </a:lnSpc>
              <a:spcBef>
                <a:spcPct val="0"/>
              </a:spcBef>
              <a:spcAft>
                <a:spcPct val="0"/>
              </a:spcAft>
              <a:buClrTx/>
              <a:buSzTx/>
              <a:buFontTx/>
              <a:buNone/>
            </a:pPr>
            <a:r>
              <a:rPr lang="zh-CN" altLang="en-US" b="1" noProof="0" dirty="0" smtClean="0">
                <a:latin typeface="宋体" panose="02010600030101010101" pitchFamily="2" charset="-122"/>
                <a:ea typeface="宋体" panose="02010600030101010101" pitchFamily="2" charset="-122"/>
              </a:rPr>
              <a:t>十一</a:t>
            </a:r>
            <a:r>
              <a:rPr kumimoji="1" lang="zh-CN" altLang="en-US" b="1" i="0" u="none" strike="noStrike" kern="0" cap="none" spc="0" normalizeH="0" baseline="0" noProof="0" dirty="0" smtClean="0">
                <a:ln>
                  <a:noFill/>
                </a:ln>
                <a:solidFill>
                  <a:schemeClr val="bg1"/>
                </a:solidFill>
                <a:effectLst/>
                <a:uLnTx/>
                <a:uFillTx/>
                <a:latin typeface="宋体" panose="02010600030101010101" pitchFamily="2" charset="-122"/>
                <a:ea typeface="宋体" panose="02010600030101010101" pitchFamily="2" charset="-122"/>
                <a:cs typeface="+mj-cs"/>
              </a:rPr>
              <a:t>、常用噪声治理技术</a:t>
            </a:r>
            <a:r>
              <a:rPr kumimoji="1" lang="en-US" altLang="zh-CN" b="1" i="0" u="none" strike="noStrike" kern="0" cap="none" spc="0" normalizeH="0" baseline="0" noProof="0" dirty="0" smtClean="0">
                <a:ln>
                  <a:noFill/>
                </a:ln>
                <a:solidFill>
                  <a:schemeClr val="bg1"/>
                </a:solidFill>
                <a:effectLst/>
                <a:uLnTx/>
                <a:uFillTx/>
                <a:latin typeface="宋体" panose="02010600030101010101" pitchFamily="2" charset="-122"/>
                <a:ea typeface="宋体" panose="02010600030101010101" pitchFamily="2" charset="-122"/>
                <a:cs typeface="+mj-cs"/>
              </a:rPr>
              <a:t>-</a:t>
            </a:r>
            <a:r>
              <a:rPr kumimoji="1" lang="zh-CN" altLang="en-US" b="1" i="0" u="none" strike="noStrike" kern="0" cap="none" spc="0" normalizeH="0" baseline="0" noProof="0" dirty="0" smtClean="0">
                <a:ln>
                  <a:noFill/>
                </a:ln>
                <a:solidFill>
                  <a:schemeClr val="bg1"/>
                </a:solidFill>
                <a:effectLst/>
                <a:uLnTx/>
                <a:uFillTx/>
                <a:latin typeface="宋体" panose="02010600030101010101" pitchFamily="2" charset="-122"/>
                <a:ea typeface="宋体" panose="02010600030101010101" pitchFamily="2" charset="-122"/>
                <a:cs typeface="+mj-cs"/>
              </a:rPr>
              <a:t>隔振</a:t>
            </a:r>
            <a:endParaRPr kumimoji="1" lang="zh-CN" altLang="en-US" b="1" i="0" u="none" strike="noStrike" kern="0" cap="none" spc="0" normalizeH="0" baseline="0" noProof="0" dirty="0">
              <a:ln>
                <a:noFill/>
              </a:ln>
              <a:solidFill>
                <a:schemeClr val="bg1"/>
              </a:solidFill>
              <a:effectLst/>
              <a:uLnTx/>
              <a:uFillTx/>
              <a:latin typeface="宋体" panose="02010600030101010101" pitchFamily="2" charset="-122"/>
              <a:ea typeface="宋体" panose="02010600030101010101" pitchFamily="2" charset="-122"/>
              <a:cs typeface="+mj-cs"/>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288" name=""/>
        <p:cNvGrpSpPr/>
        <p:nvPr/>
      </p:nvGrpSpPr>
      <p:grpSpPr>
        <a:xfrm>
          <a:off x="0" y="0"/>
          <a:ext cx="0" cy="0"/>
          <a:chOff x="0" y="0"/>
          <a:chExt cx="0" cy="0"/>
        </a:xfrm>
      </p:grpSpPr>
      <p:sp>
        <p:nvSpPr>
          <p:cNvPr id="1049033" name="标题 1"/>
          <p:cNvSpPr>
            <a:spLocks noGrp="1"/>
          </p:cNvSpPr>
          <p:nvPr>
            <p:ph type="title"/>
          </p:nvPr>
        </p:nvSpPr>
        <p:spPr>
          <a:xfrm>
            <a:off x="251520" y="1772816"/>
            <a:ext cx="7772400" cy="1143000"/>
          </a:xfrm>
        </p:spPr>
        <p:txBody>
          <a:bodyPr/>
          <a:p>
            <a:r>
              <a:rPr lang="zh-CN" altLang="en-US" sz="4400" b="1" dirty="0" smtClean="0">
                <a:latin typeface="宋体" panose="02010600030101010101" pitchFamily="2" charset="-122"/>
                <a:ea typeface="宋体" panose="02010600030101010101" pitchFamily="2" charset="-122"/>
              </a:rPr>
              <a:t>常见的几种隔振元件</a:t>
            </a:r>
            <a:endParaRPr lang="zh-CN" altLang="en-US" sz="4400" b="1" dirty="0"/>
          </a:p>
        </p:txBody>
      </p:sp>
      <p:sp>
        <p:nvSpPr>
          <p:cNvPr id="1049034" name="内容占位符 2"/>
          <p:cNvSpPr>
            <a:spLocks noGrp="1"/>
          </p:cNvSpPr>
          <p:nvPr>
            <p:ph idx="1"/>
          </p:nvPr>
        </p:nvSpPr>
        <p:spPr>
          <a:xfrm>
            <a:off x="0" y="1556792"/>
            <a:ext cx="7558608" cy="648072"/>
          </a:xfrm>
        </p:spPr>
        <p:txBody>
          <a:bodyPr/>
          <a:p>
            <a:pPr marL="800100" lvl="1" indent="-342900" defTabSz="0">
              <a:buNone/>
              <a:tabLst>
                <a:tab pos="647700" algn="l"/>
              </a:tabLst>
            </a:pPr>
            <a:r>
              <a:rPr lang="en-US" altLang="zh-CN" sz="2400" dirty="0" smtClean="0">
                <a:solidFill>
                  <a:schemeClr val="tx2"/>
                </a:solidFill>
                <a:latin typeface="宋体" panose="02010600030101010101" pitchFamily="2" charset="-122"/>
                <a:ea typeface="宋体" panose="02010600030101010101" pitchFamily="2" charset="-122"/>
              </a:rPr>
              <a:t>a.</a:t>
            </a:r>
            <a:r>
              <a:rPr lang="zh-CN" altLang="en-US" sz="2400" dirty="0" smtClean="0">
                <a:solidFill>
                  <a:schemeClr val="tx2"/>
                </a:solidFill>
                <a:latin typeface="宋体" panose="02010600030101010101" pitchFamily="2" charset="-122"/>
                <a:ea typeface="宋体" panose="02010600030101010101" pitchFamily="2" charset="-122"/>
              </a:rPr>
              <a:t>钢圆柱螺旋弹簧及弹簧减振器</a:t>
            </a:r>
            <a:endParaRPr lang="zh-CN" altLang="en-US" sz="2400" dirty="0" smtClean="0">
              <a:solidFill>
                <a:schemeClr val="tx2"/>
              </a:solidFill>
              <a:latin typeface="宋体" panose="02010600030101010101" pitchFamily="2" charset="-122"/>
              <a:ea typeface="宋体" panose="02010600030101010101" pitchFamily="2" charset="-122"/>
            </a:endParaRPr>
          </a:p>
        </p:txBody>
      </p:sp>
      <p:pic>
        <p:nvPicPr>
          <p:cNvPr id="2097210" name="Picture 3"/>
          <p:cNvPicPr>
            <a:picLocks noChangeAspect="1" noChangeArrowheads="1"/>
          </p:cNvPicPr>
          <p:nvPr/>
        </p:nvPicPr>
        <p:blipFill>
          <a:blip r:embed="rId1" cstate="print"/>
          <a:srcRect/>
          <a:stretch>
            <a:fillRect/>
          </a:stretch>
        </p:blipFill>
        <p:spPr bwMode="auto">
          <a:xfrm>
            <a:off x="545157" y="2276872"/>
            <a:ext cx="3551238" cy="4104456"/>
          </a:xfrm>
          <a:prstGeom prst="rect">
            <a:avLst/>
          </a:prstGeom>
          <a:noFill/>
          <a:ln w="9525">
            <a:noFill/>
            <a:miter lim="800000"/>
            <a:headEnd/>
            <a:tailEnd/>
          </a:ln>
        </p:spPr>
      </p:pic>
      <p:pic>
        <p:nvPicPr>
          <p:cNvPr id="2097211" name="Picture 4"/>
          <p:cNvPicPr>
            <a:picLocks noChangeAspect="1" noChangeArrowheads="1"/>
          </p:cNvPicPr>
          <p:nvPr/>
        </p:nvPicPr>
        <p:blipFill>
          <a:blip r:embed="rId2" cstate="print"/>
          <a:srcRect/>
          <a:stretch>
            <a:fillRect/>
          </a:stretch>
        </p:blipFill>
        <p:spPr bwMode="auto">
          <a:xfrm>
            <a:off x="4355157" y="2492896"/>
            <a:ext cx="4105275" cy="3888432"/>
          </a:xfrm>
          <a:prstGeom prst="rect">
            <a:avLst/>
          </a:prstGeom>
          <a:noFill/>
          <a:ln w="9525">
            <a:noFill/>
            <a:miter lim="800000"/>
            <a:headEnd/>
            <a:tailEnd/>
          </a:ln>
        </p:spPr>
      </p:pic>
      <p:sp>
        <p:nvSpPr>
          <p:cNvPr id="1049035" name="标题 1"/>
          <p:cNvSpPr txBox="1"/>
          <p:nvPr/>
        </p:nvSpPr>
        <p:spPr bwMode="auto">
          <a:xfrm>
            <a:off x="0" y="260648"/>
            <a:ext cx="7772400" cy="1143000"/>
          </a:xfrm>
          <a:prstGeom prst="rect">
            <a:avLst/>
          </a:prstGeom>
          <a:noFill/>
          <a:ln w="9525">
            <a:noFill/>
            <a:miter lim="800000"/>
          </a:ln>
        </p:spPr>
        <p:txBody>
          <a:bodyPr vert="horz" wrap="square" lIns="91440" tIns="45720" rIns="91440" bIns="45720" numCol="1" anchor="ctr" anchorCtr="0" compatLnSpc="1"/>
          <a:p>
            <a:pPr marL="0" marR="0" lvl="0" indent="0" algn="l" defTabSz="914400" rtl="0" eaLnBrk="0" fontAlgn="base" latinLnBrk="0" hangingPunct="0">
              <a:lnSpc>
                <a:spcPct val="100000"/>
              </a:lnSpc>
              <a:spcBef>
                <a:spcPct val="0"/>
              </a:spcBef>
              <a:spcAft>
                <a:spcPct val="0"/>
              </a:spcAft>
              <a:buClrTx/>
              <a:buSzTx/>
              <a:buFontTx/>
              <a:buNone/>
            </a:pPr>
            <a:r>
              <a:rPr lang="zh-CN" altLang="en-US" sz="3600" b="1" kern="0" dirty="0" smtClean="0">
                <a:solidFill>
                  <a:schemeClr val="bg1"/>
                </a:solidFill>
                <a:latin typeface="宋体" panose="02010600030101010101" pitchFamily="2" charset="-122"/>
                <a:cs typeface="+mj-cs"/>
              </a:rPr>
              <a:t>十一</a:t>
            </a:r>
            <a:r>
              <a:rPr kumimoji="1" lang="zh-CN" altLang="en-US" sz="3600" b="1" i="0" u="none" strike="noStrike" kern="0" cap="none" spc="0" normalizeH="0" baseline="0" noProof="0" dirty="0" smtClean="0">
                <a:ln>
                  <a:noFill/>
                </a:ln>
                <a:solidFill>
                  <a:schemeClr val="bg1"/>
                </a:solidFill>
                <a:effectLst/>
                <a:uLnTx/>
                <a:uFillTx/>
                <a:latin typeface="宋体" panose="02010600030101010101" pitchFamily="2" charset="-122"/>
                <a:ea typeface="宋体" panose="02010600030101010101" pitchFamily="2" charset="-122"/>
                <a:cs typeface="+mj-cs"/>
              </a:rPr>
              <a:t>、常用噪声治理技术</a:t>
            </a:r>
            <a:r>
              <a:rPr kumimoji="1" lang="en-US" altLang="zh-CN" sz="3600" b="1" i="0" u="none" strike="noStrike" kern="0" cap="none" spc="0" normalizeH="0" baseline="0" noProof="0" dirty="0" smtClean="0">
                <a:ln>
                  <a:noFill/>
                </a:ln>
                <a:solidFill>
                  <a:schemeClr val="bg1"/>
                </a:solidFill>
                <a:effectLst/>
                <a:uLnTx/>
                <a:uFillTx/>
                <a:latin typeface="宋体" panose="02010600030101010101" pitchFamily="2" charset="-122"/>
                <a:ea typeface="宋体" panose="02010600030101010101" pitchFamily="2" charset="-122"/>
                <a:cs typeface="+mj-cs"/>
              </a:rPr>
              <a:t>-</a:t>
            </a:r>
            <a:r>
              <a:rPr kumimoji="1" lang="zh-CN" altLang="en-US" sz="3600" b="1" i="0" u="none" strike="noStrike" kern="0" cap="none" spc="0" normalizeH="0" baseline="0" noProof="0" dirty="0" smtClean="0">
                <a:ln>
                  <a:noFill/>
                </a:ln>
                <a:solidFill>
                  <a:schemeClr val="bg1"/>
                </a:solidFill>
                <a:effectLst/>
                <a:uLnTx/>
                <a:uFillTx/>
                <a:latin typeface="宋体" panose="02010600030101010101" pitchFamily="2" charset="-122"/>
                <a:ea typeface="宋体" panose="02010600030101010101" pitchFamily="2" charset="-122"/>
                <a:cs typeface="+mj-cs"/>
              </a:rPr>
              <a:t>隔振</a:t>
            </a:r>
            <a:endParaRPr kumimoji="1" lang="zh-CN" altLang="en-US" sz="3600" b="1" i="0" u="none" strike="noStrike" kern="0" cap="none" spc="0" normalizeH="0" baseline="0" noProof="0" dirty="0">
              <a:ln>
                <a:noFill/>
              </a:ln>
              <a:solidFill>
                <a:schemeClr val="bg1"/>
              </a:solidFill>
              <a:effectLst/>
              <a:uLnTx/>
              <a:uFillTx/>
              <a:latin typeface="宋体" panose="02010600030101010101" pitchFamily="2" charset="-122"/>
              <a:ea typeface="宋体" panose="02010600030101010101" pitchFamily="2" charset="-122"/>
              <a:cs typeface="+mj-cs"/>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291" name=""/>
        <p:cNvGrpSpPr/>
        <p:nvPr/>
      </p:nvGrpSpPr>
      <p:grpSpPr>
        <a:xfrm>
          <a:off x="0" y="0"/>
          <a:ext cx="0" cy="0"/>
          <a:chOff x="0" y="0"/>
          <a:chExt cx="0" cy="0"/>
        </a:xfrm>
      </p:grpSpPr>
      <p:sp>
        <p:nvSpPr>
          <p:cNvPr id="1049039" name="内容占位符 2"/>
          <p:cNvSpPr>
            <a:spLocks noGrp="1"/>
          </p:cNvSpPr>
          <p:nvPr>
            <p:ph idx="1"/>
          </p:nvPr>
        </p:nvSpPr>
        <p:spPr>
          <a:xfrm>
            <a:off x="323528" y="1412776"/>
            <a:ext cx="7772400" cy="583704"/>
          </a:xfrm>
        </p:spPr>
        <p:txBody>
          <a:bodyPr/>
          <a:p>
            <a:pPr marL="342900" lvl="4" indent="-342900">
              <a:buNone/>
            </a:pPr>
            <a:r>
              <a:rPr lang="en-US" altLang="zh-CN" sz="2800" dirty="0" smtClean="0">
                <a:latin typeface="宋体" panose="02010600030101010101" pitchFamily="2" charset="-122"/>
                <a:ea typeface="宋体" panose="02010600030101010101" pitchFamily="2" charset="-122"/>
              </a:rPr>
              <a:t>b.</a:t>
            </a:r>
            <a:r>
              <a:rPr lang="zh-CN" altLang="en-US" sz="2800" dirty="0" smtClean="0">
                <a:solidFill>
                  <a:schemeClr val="tx2"/>
                </a:solidFill>
                <a:latin typeface="宋体" panose="02010600030101010101" pitchFamily="2" charset="-122"/>
                <a:ea typeface="宋体" panose="02010600030101010101" pitchFamily="2" charset="-122"/>
              </a:rPr>
              <a:t>橡胶减震器</a:t>
            </a:r>
            <a:endParaRPr lang="zh-CN" altLang="en-US" sz="2800" dirty="0" smtClean="0">
              <a:solidFill>
                <a:schemeClr val="tx2"/>
              </a:solidFill>
              <a:latin typeface="宋体" panose="02010600030101010101" pitchFamily="2" charset="-122"/>
              <a:ea typeface="宋体" panose="02010600030101010101" pitchFamily="2" charset="-122"/>
            </a:endParaRPr>
          </a:p>
        </p:txBody>
      </p:sp>
      <p:pic>
        <p:nvPicPr>
          <p:cNvPr id="2097212" name="Picture 3"/>
          <p:cNvPicPr>
            <a:picLocks noChangeAspect="1" noChangeArrowheads="1"/>
          </p:cNvPicPr>
          <p:nvPr/>
        </p:nvPicPr>
        <p:blipFill>
          <a:blip r:embed="rId1" cstate="print"/>
          <a:srcRect/>
          <a:stretch>
            <a:fillRect/>
          </a:stretch>
        </p:blipFill>
        <p:spPr bwMode="auto">
          <a:xfrm>
            <a:off x="683568" y="1916832"/>
            <a:ext cx="7086600" cy="2016224"/>
          </a:xfrm>
          <a:prstGeom prst="rect">
            <a:avLst/>
          </a:prstGeom>
          <a:noFill/>
          <a:ln w="9525">
            <a:noFill/>
            <a:miter lim="800000"/>
            <a:headEnd/>
            <a:tailEnd/>
          </a:ln>
        </p:spPr>
      </p:pic>
      <p:pic>
        <p:nvPicPr>
          <p:cNvPr id="2097213" name="Picture 4"/>
          <p:cNvPicPr>
            <a:picLocks noChangeAspect="1" noChangeArrowheads="1"/>
          </p:cNvPicPr>
          <p:nvPr/>
        </p:nvPicPr>
        <p:blipFill>
          <a:blip r:embed="rId2" cstate="print"/>
          <a:srcRect/>
          <a:stretch>
            <a:fillRect/>
          </a:stretch>
        </p:blipFill>
        <p:spPr bwMode="auto">
          <a:xfrm>
            <a:off x="2051720" y="4005064"/>
            <a:ext cx="4608512" cy="2424683"/>
          </a:xfrm>
          <a:prstGeom prst="rect">
            <a:avLst/>
          </a:prstGeom>
          <a:noFill/>
          <a:ln w="9525">
            <a:noFill/>
            <a:miter lim="800000"/>
            <a:headEnd/>
            <a:tailEnd/>
          </a:ln>
        </p:spPr>
      </p:pic>
      <p:sp>
        <p:nvSpPr>
          <p:cNvPr id="1049040" name="标题 1"/>
          <p:cNvSpPr txBox="1"/>
          <p:nvPr/>
        </p:nvSpPr>
        <p:spPr bwMode="auto">
          <a:xfrm>
            <a:off x="0" y="260648"/>
            <a:ext cx="7772400" cy="1143000"/>
          </a:xfrm>
          <a:prstGeom prst="rect">
            <a:avLst/>
          </a:prstGeom>
          <a:noFill/>
          <a:ln w="9525">
            <a:noFill/>
            <a:miter lim="800000"/>
          </a:ln>
        </p:spPr>
        <p:txBody>
          <a:bodyPr vert="horz" wrap="square" lIns="91440" tIns="45720" rIns="91440" bIns="45720" numCol="1" anchor="ctr" anchorCtr="0" compatLnSpc="1"/>
          <a:p>
            <a:pPr marL="0" marR="0" lvl="0" indent="0" algn="l" defTabSz="914400" rtl="0" eaLnBrk="0" fontAlgn="base" latinLnBrk="0" hangingPunct="0">
              <a:lnSpc>
                <a:spcPct val="100000"/>
              </a:lnSpc>
              <a:spcBef>
                <a:spcPct val="0"/>
              </a:spcBef>
              <a:spcAft>
                <a:spcPct val="0"/>
              </a:spcAft>
              <a:buClrTx/>
              <a:buSzTx/>
              <a:buFontTx/>
              <a:buNone/>
            </a:pPr>
            <a:r>
              <a:rPr lang="zh-CN" altLang="en-US" sz="3600" b="1" kern="0" dirty="0" smtClean="0">
                <a:solidFill>
                  <a:schemeClr val="bg1"/>
                </a:solidFill>
                <a:latin typeface="宋体" panose="02010600030101010101" pitchFamily="2" charset="-122"/>
                <a:cs typeface="+mj-cs"/>
              </a:rPr>
              <a:t>十一</a:t>
            </a:r>
            <a:r>
              <a:rPr kumimoji="1" lang="zh-CN" altLang="en-US" sz="3600" b="1" i="0" u="none" strike="noStrike" kern="0" cap="none" spc="0" normalizeH="0" baseline="0" noProof="0" dirty="0" smtClean="0">
                <a:ln>
                  <a:noFill/>
                </a:ln>
                <a:solidFill>
                  <a:schemeClr val="bg1"/>
                </a:solidFill>
                <a:effectLst/>
                <a:uLnTx/>
                <a:uFillTx/>
                <a:latin typeface="宋体" panose="02010600030101010101" pitchFamily="2" charset="-122"/>
                <a:ea typeface="宋体" panose="02010600030101010101" pitchFamily="2" charset="-122"/>
                <a:cs typeface="+mj-cs"/>
              </a:rPr>
              <a:t>、常用噪声治理技术</a:t>
            </a:r>
            <a:r>
              <a:rPr kumimoji="1" lang="en-US" altLang="zh-CN" sz="3600" b="1" i="0" u="none" strike="noStrike" kern="0" cap="none" spc="0" normalizeH="0" baseline="0" noProof="0" dirty="0" smtClean="0">
                <a:ln>
                  <a:noFill/>
                </a:ln>
                <a:solidFill>
                  <a:schemeClr val="bg1"/>
                </a:solidFill>
                <a:effectLst/>
                <a:uLnTx/>
                <a:uFillTx/>
                <a:latin typeface="宋体" panose="02010600030101010101" pitchFamily="2" charset="-122"/>
                <a:ea typeface="宋体" panose="02010600030101010101" pitchFamily="2" charset="-122"/>
                <a:cs typeface="+mj-cs"/>
              </a:rPr>
              <a:t>-</a:t>
            </a:r>
            <a:r>
              <a:rPr kumimoji="1" lang="zh-CN" altLang="en-US" sz="3600" b="1" i="0" u="none" strike="noStrike" kern="0" cap="none" spc="0" normalizeH="0" baseline="0" noProof="0" dirty="0" smtClean="0">
                <a:ln>
                  <a:noFill/>
                </a:ln>
                <a:solidFill>
                  <a:schemeClr val="bg1"/>
                </a:solidFill>
                <a:effectLst/>
                <a:uLnTx/>
                <a:uFillTx/>
                <a:latin typeface="宋体" panose="02010600030101010101" pitchFamily="2" charset="-122"/>
                <a:ea typeface="宋体" panose="02010600030101010101" pitchFamily="2" charset="-122"/>
                <a:cs typeface="+mj-cs"/>
              </a:rPr>
              <a:t>隔振</a:t>
            </a:r>
            <a:endParaRPr kumimoji="1" lang="zh-CN" altLang="en-US" sz="3600" b="1" i="0" u="none" strike="noStrike" kern="0" cap="none" spc="0" normalizeH="0" baseline="0" noProof="0" dirty="0">
              <a:ln>
                <a:noFill/>
              </a:ln>
              <a:solidFill>
                <a:schemeClr val="bg1"/>
              </a:solidFill>
              <a:effectLst/>
              <a:uLnTx/>
              <a:uFillTx/>
              <a:latin typeface="宋体" panose="02010600030101010101" pitchFamily="2" charset="-122"/>
              <a:ea typeface="宋体" panose="02010600030101010101" pitchFamily="2" charset="-122"/>
              <a:cs typeface="+mj-cs"/>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294" name=""/>
        <p:cNvGrpSpPr/>
        <p:nvPr/>
      </p:nvGrpSpPr>
      <p:grpSpPr>
        <a:xfrm>
          <a:off x="0" y="0"/>
          <a:ext cx="0" cy="0"/>
          <a:chOff x="0" y="0"/>
          <a:chExt cx="0" cy="0"/>
        </a:xfrm>
      </p:grpSpPr>
      <p:sp>
        <p:nvSpPr>
          <p:cNvPr id="1049044" name="内容占位符 2"/>
          <p:cNvSpPr>
            <a:spLocks noGrp="1"/>
          </p:cNvSpPr>
          <p:nvPr>
            <p:ph idx="1"/>
          </p:nvPr>
        </p:nvSpPr>
        <p:spPr>
          <a:xfrm>
            <a:off x="251520" y="1628800"/>
            <a:ext cx="7772400" cy="583704"/>
          </a:xfrm>
        </p:spPr>
        <p:txBody>
          <a:bodyPr/>
          <a:p>
            <a:pPr>
              <a:buNone/>
            </a:pPr>
            <a:r>
              <a:rPr lang="en-US" altLang="zh-CN" dirty="0" smtClean="0"/>
              <a:t>c.</a:t>
            </a:r>
            <a:r>
              <a:rPr lang="zh-CN" altLang="en-US" dirty="0" smtClean="0">
                <a:solidFill>
                  <a:schemeClr val="tx2"/>
                </a:solidFill>
                <a:latin typeface="华文宋体" pitchFamily="2" charset="-122"/>
                <a:ea typeface="华文宋体" pitchFamily="2" charset="-122"/>
              </a:rPr>
              <a:t>不锈钢钢丝绳减震器</a:t>
            </a:r>
            <a:endParaRPr lang="zh-CN" altLang="en-US" dirty="0"/>
          </a:p>
        </p:txBody>
      </p:sp>
      <p:pic>
        <p:nvPicPr>
          <p:cNvPr id="2097214" name="Picture 3" descr="22"/>
          <p:cNvPicPr>
            <a:picLocks noChangeAspect="1" noChangeArrowheads="1"/>
          </p:cNvPicPr>
          <p:nvPr/>
        </p:nvPicPr>
        <p:blipFill>
          <a:blip r:embed="rId1" cstate="print"/>
          <a:srcRect t="-284" b="-421"/>
          <a:stretch>
            <a:fillRect/>
          </a:stretch>
        </p:blipFill>
        <p:spPr bwMode="auto">
          <a:xfrm>
            <a:off x="539552" y="2420888"/>
            <a:ext cx="4191000" cy="2952328"/>
          </a:xfrm>
          <a:prstGeom prst="rect">
            <a:avLst/>
          </a:prstGeom>
          <a:noFill/>
          <a:ln w="9525">
            <a:noFill/>
            <a:miter lim="800000"/>
            <a:headEnd/>
            <a:tailEnd/>
          </a:ln>
        </p:spPr>
      </p:pic>
      <p:pic>
        <p:nvPicPr>
          <p:cNvPr id="2097215" name="Picture 5" descr="照片 001"/>
          <p:cNvPicPr>
            <a:picLocks noChangeAspect="1" noChangeArrowheads="1"/>
          </p:cNvPicPr>
          <p:nvPr/>
        </p:nvPicPr>
        <p:blipFill>
          <a:blip r:embed="rId2" cstate="print"/>
          <a:srcRect/>
          <a:stretch>
            <a:fillRect/>
          </a:stretch>
        </p:blipFill>
        <p:spPr bwMode="auto">
          <a:xfrm>
            <a:off x="5076056" y="2420888"/>
            <a:ext cx="3456384" cy="2880320"/>
          </a:xfrm>
          <a:prstGeom prst="rect">
            <a:avLst/>
          </a:prstGeom>
          <a:noFill/>
          <a:ln w="9525">
            <a:noFill/>
            <a:miter lim="800000"/>
            <a:headEnd/>
            <a:tailEnd/>
          </a:ln>
        </p:spPr>
      </p:pic>
      <p:sp>
        <p:nvSpPr>
          <p:cNvPr id="1049045" name="标题 1"/>
          <p:cNvSpPr txBox="1"/>
          <p:nvPr/>
        </p:nvSpPr>
        <p:spPr bwMode="auto">
          <a:xfrm>
            <a:off x="0" y="260648"/>
            <a:ext cx="7772400" cy="1143000"/>
          </a:xfrm>
          <a:prstGeom prst="rect">
            <a:avLst/>
          </a:prstGeom>
          <a:noFill/>
          <a:ln w="9525">
            <a:noFill/>
            <a:miter lim="800000"/>
          </a:ln>
        </p:spPr>
        <p:txBody>
          <a:bodyPr vert="horz" wrap="square" lIns="91440" tIns="45720" rIns="91440" bIns="45720" numCol="1" anchor="ctr" anchorCtr="0" compatLnSpc="1"/>
          <a:p>
            <a:pPr marL="0" marR="0" lvl="0" indent="0" algn="l" defTabSz="914400" rtl="0" eaLnBrk="0" fontAlgn="base" latinLnBrk="0" hangingPunct="0">
              <a:lnSpc>
                <a:spcPct val="100000"/>
              </a:lnSpc>
              <a:spcBef>
                <a:spcPct val="0"/>
              </a:spcBef>
              <a:spcAft>
                <a:spcPct val="0"/>
              </a:spcAft>
              <a:buClrTx/>
              <a:buSzTx/>
              <a:buFontTx/>
              <a:buNone/>
            </a:pPr>
            <a:r>
              <a:rPr lang="zh-CN" altLang="en-US" sz="3600" b="1" kern="0" dirty="0" smtClean="0">
                <a:solidFill>
                  <a:schemeClr val="bg1"/>
                </a:solidFill>
                <a:latin typeface="宋体" panose="02010600030101010101" pitchFamily="2" charset="-122"/>
                <a:cs typeface="+mj-cs"/>
              </a:rPr>
              <a:t>十一</a:t>
            </a:r>
            <a:r>
              <a:rPr kumimoji="1" lang="zh-CN" altLang="en-US" sz="3600" b="1" i="0" u="none" strike="noStrike" kern="0" cap="none" spc="0" normalizeH="0" baseline="0" noProof="0" dirty="0" smtClean="0">
                <a:ln>
                  <a:noFill/>
                </a:ln>
                <a:solidFill>
                  <a:schemeClr val="bg1"/>
                </a:solidFill>
                <a:effectLst/>
                <a:uLnTx/>
                <a:uFillTx/>
                <a:latin typeface="宋体" panose="02010600030101010101" pitchFamily="2" charset="-122"/>
                <a:ea typeface="宋体" panose="02010600030101010101" pitchFamily="2" charset="-122"/>
                <a:cs typeface="+mj-cs"/>
              </a:rPr>
              <a:t>、常用噪声治理技术</a:t>
            </a:r>
            <a:r>
              <a:rPr kumimoji="1" lang="en-US" altLang="zh-CN" sz="3600" b="1" i="0" u="none" strike="noStrike" kern="0" cap="none" spc="0" normalizeH="0" baseline="0" noProof="0" dirty="0" smtClean="0">
                <a:ln>
                  <a:noFill/>
                </a:ln>
                <a:solidFill>
                  <a:schemeClr val="bg1"/>
                </a:solidFill>
                <a:effectLst/>
                <a:uLnTx/>
                <a:uFillTx/>
                <a:latin typeface="宋体" panose="02010600030101010101" pitchFamily="2" charset="-122"/>
                <a:ea typeface="宋体" panose="02010600030101010101" pitchFamily="2" charset="-122"/>
                <a:cs typeface="+mj-cs"/>
              </a:rPr>
              <a:t>-</a:t>
            </a:r>
            <a:r>
              <a:rPr kumimoji="1" lang="zh-CN" altLang="en-US" sz="3600" b="1" i="0" u="none" strike="noStrike" kern="0" cap="none" spc="0" normalizeH="0" baseline="0" noProof="0" dirty="0" smtClean="0">
                <a:ln>
                  <a:noFill/>
                </a:ln>
                <a:solidFill>
                  <a:schemeClr val="bg1"/>
                </a:solidFill>
                <a:effectLst/>
                <a:uLnTx/>
                <a:uFillTx/>
                <a:latin typeface="宋体" panose="02010600030101010101" pitchFamily="2" charset="-122"/>
                <a:ea typeface="宋体" panose="02010600030101010101" pitchFamily="2" charset="-122"/>
                <a:cs typeface="+mj-cs"/>
              </a:rPr>
              <a:t>隔振</a:t>
            </a:r>
            <a:endParaRPr kumimoji="1" lang="zh-CN" altLang="en-US" sz="3600" b="1" i="0" u="none" strike="noStrike" kern="0" cap="none" spc="0" normalizeH="0" baseline="0" noProof="0" dirty="0">
              <a:ln>
                <a:noFill/>
              </a:ln>
              <a:solidFill>
                <a:schemeClr val="bg1"/>
              </a:solidFill>
              <a:effectLst/>
              <a:uLnTx/>
              <a:uFillTx/>
              <a:latin typeface="宋体" panose="02010600030101010101" pitchFamily="2" charset="-122"/>
              <a:ea typeface="宋体" panose="02010600030101010101" pitchFamily="2" charset="-122"/>
              <a:cs typeface="+mj-cs"/>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304" name=""/>
        <p:cNvGrpSpPr/>
        <p:nvPr/>
      </p:nvGrpSpPr>
      <p:grpSpPr>
        <a:xfrm>
          <a:off x="0" y="0"/>
          <a:ext cx="0" cy="0"/>
          <a:chOff x="0" y="0"/>
          <a:chExt cx="0" cy="0"/>
        </a:xfrm>
      </p:grpSpPr>
      <p:pic>
        <p:nvPicPr>
          <p:cNvPr id="2097218" name="Picture 2"/>
          <p:cNvPicPr>
            <a:picLocks noGrp="1" noRot="1" noChangeAspect="1" noChangeArrowheads="1"/>
          </p:cNvPicPr>
          <p:nvPr>
            <p:ph type="body" idx="1"/>
          </p:nvPr>
        </p:nvPicPr>
        <p:blipFill>
          <a:blip r:embed="rId1" cstate="print"/>
          <a:srcRect/>
          <a:stretch>
            <a:fillRect/>
          </a:stretch>
        </p:blipFill>
        <p:spPr>
          <a:xfrm>
            <a:off x="1979712" y="2204864"/>
            <a:ext cx="5040560" cy="3863975"/>
          </a:xfrm>
        </p:spPr>
      </p:pic>
      <p:sp>
        <p:nvSpPr>
          <p:cNvPr id="1049063" name="矩形 5"/>
          <p:cNvSpPr/>
          <p:nvPr/>
        </p:nvSpPr>
        <p:spPr>
          <a:xfrm>
            <a:off x="611560" y="1556792"/>
            <a:ext cx="1021433" cy="461665"/>
          </a:xfrm>
          <a:prstGeom prst="rect">
            <a:avLst/>
          </a:prstGeom>
        </p:spPr>
        <p:txBody>
          <a:bodyPr wrap="none">
            <a:spAutoFit/>
          </a:bodyPr>
          <a:p>
            <a:pPr algn="r"/>
            <a:r>
              <a:rPr lang="en-US" altLang="zh-CN" dirty="0" smtClean="0">
                <a:latin typeface="华文宋体" pitchFamily="2" charset="-122"/>
                <a:ea typeface="华文宋体" pitchFamily="2" charset="-122"/>
              </a:rPr>
              <a:t>d.</a:t>
            </a:r>
            <a:r>
              <a:rPr lang="zh-CN" altLang="en-US" dirty="0" smtClean="0">
                <a:latin typeface="华文宋体" pitchFamily="2" charset="-122"/>
                <a:ea typeface="华文宋体" pitchFamily="2" charset="-122"/>
              </a:rPr>
              <a:t>软木</a:t>
            </a:r>
            <a:endParaRPr lang="zh-CN" altLang="en-US" dirty="0">
              <a:latin typeface="华文宋体" pitchFamily="2" charset="-122"/>
              <a:ea typeface="华文宋体" pitchFamily="2" charset="-122"/>
            </a:endParaRPr>
          </a:p>
        </p:txBody>
      </p:sp>
      <p:sp>
        <p:nvSpPr>
          <p:cNvPr id="1049064" name="标题 1"/>
          <p:cNvSpPr txBox="1"/>
          <p:nvPr/>
        </p:nvSpPr>
        <p:spPr bwMode="auto">
          <a:xfrm>
            <a:off x="0" y="260648"/>
            <a:ext cx="7772400" cy="1143000"/>
          </a:xfrm>
          <a:prstGeom prst="rect">
            <a:avLst/>
          </a:prstGeom>
          <a:noFill/>
          <a:ln w="9525">
            <a:noFill/>
            <a:miter lim="800000"/>
          </a:ln>
        </p:spPr>
        <p:txBody>
          <a:bodyPr vert="horz" wrap="square" lIns="91440" tIns="45720" rIns="91440" bIns="45720" numCol="1" anchor="ctr" anchorCtr="0" compatLnSpc="1"/>
          <a:p>
            <a:pPr marL="0" marR="0" lvl="0" indent="0" algn="l" defTabSz="914400" rtl="0" eaLnBrk="0" fontAlgn="base" latinLnBrk="0" hangingPunct="0">
              <a:lnSpc>
                <a:spcPct val="100000"/>
              </a:lnSpc>
              <a:spcBef>
                <a:spcPct val="0"/>
              </a:spcBef>
              <a:spcAft>
                <a:spcPct val="0"/>
              </a:spcAft>
              <a:buClrTx/>
              <a:buSzTx/>
              <a:buFontTx/>
              <a:buNone/>
            </a:pPr>
            <a:r>
              <a:rPr lang="zh-CN" altLang="en-US" sz="3600" b="1" kern="0" dirty="0" smtClean="0">
                <a:solidFill>
                  <a:schemeClr val="bg1"/>
                </a:solidFill>
                <a:latin typeface="宋体" panose="02010600030101010101" pitchFamily="2" charset="-122"/>
                <a:cs typeface="+mj-cs"/>
              </a:rPr>
              <a:t>十一</a:t>
            </a:r>
            <a:r>
              <a:rPr kumimoji="1" lang="zh-CN" altLang="en-US" sz="3600" b="1" i="0" u="none" strike="noStrike" kern="0" cap="none" spc="0" normalizeH="0" baseline="0" noProof="0" dirty="0" smtClean="0">
                <a:ln>
                  <a:noFill/>
                </a:ln>
                <a:solidFill>
                  <a:schemeClr val="bg1"/>
                </a:solidFill>
                <a:effectLst/>
                <a:uLnTx/>
                <a:uFillTx/>
                <a:latin typeface="宋体" panose="02010600030101010101" pitchFamily="2" charset="-122"/>
                <a:ea typeface="宋体" panose="02010600030101010101" pitchFamily="2" charset="-122"/>
                <a:cs typeface="+mj-cs"/>
              </a:rPr>
              <a:t>、常用噪声治理技术</a:t>
            </a:r>
            <a:r>
              <a:rPr kumimoji="1" lang="en-US" altLang="zh-CN" sz="3600" b="1" i="0" u="none" strike="noStrike" kern="0" cap="none" spc="0" normalizeH="0" baseline="0" noProof="0" dirty="0" smtClean="0">
                <a:ln>
                  <a:noFill/>
                </a:ln>
                <a:solidFill>
                  <a:schemeClr val="bg1"/>
                </a:solidFill>
                <a:effectLst/>
                <a:uLnTx/>
                <a:uFillTx/>
                <a:latin typeface="宋体" panose="02010600030101010101" pitchFamily="2" charset="-122"/>
                <a:ea typeface="宋体" panose="02010600030101010101" pitchFamily="2" charset="-122"/>
                <a:cs typeface="+mj-cs"/>
              </a:rPr>
              <a:t>-</a:t>
            </a:r>
            <a:r>
              <a:rPr kumimoji="1" lang="zh-CN" altLang="en-US" sz="3600" b="1" i="0" u="none" strike="noStrike" kern="0" cap="none" spc="0" normalizeH="0" baseline="0" noProof="0" dirty="0" smtClean="0">
                <a:ln>
                  <a:noFill/>
                </a:ln>
                <a:solidFill>
                  <a:schemeClr val="bg1"/>
                </a:solidFill>
                <a:effectLst/>
                <a:uLnTx/>
                <a:uFillTx/>
                <a:latin typeface="宋体" panose="02010600030101010101" pitchFamily="2" charset="-122"/>
                <a:ea typeface="宋体" panose="02010600030101010101" pitchFamily="2" charset="-122"/>
                <a:cs typeface="+mj-cs"/>
              </a:rPr>
              <a:t>隔振</a:t>
            </a:r>
            <a:endParaRPr kumimoji="1" lang="zh-CN" altLang="en-US" sz="3600" b="1" i="0" u="none" strike="noStrike" kern="0" cap="none" spc="0" normalizeH="0" baseline="0" noProof="0" dirty="0">
              <a:ln>
                <a:noFill/>
              </a:ln>
              <a:solidFill>
                <a:schemeClr val="bg1"/>
              </a:solidFill>
              <a:effectLst/>
              <a:uLnTx/>
              <a:uFillTx/>
              <a:latin typeface="宋体" panose="02010600030101010101" pitchFamily="2" charset="-122"/>
              <a:ea typeface="宋体" panose="02010600030101010101" pitchFamily="2" charset="-122"/>
              <a:cs typeface="+mj-cs"/>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307" name=""/>
        <p:cNvGrpSpPr/>
        <p:nvPr/>
      </p:nvGrpSpPr>
      <p:grpSpPr>
        <a:xfrm>
          <a:off x="0" y="0"/>
          <a:ext cx="0" cy="0"/>
          <a:chOff x="0" y="0"/>
          <a:chExt cx="0" cy="0"/>
        </a:xfrm>
      </p:grpSpPr>
      <p:sp>
        <p:nvSpPr>
          <p:cNvPr id="1049068" name="Text Box 2"/>
          <p:cNvSpPr txBox="1">
            <a:spLocks noChangeArrowheads="1"/>
          </p:cNvSpPr>
          <p:nvPr/>
        </p:nvSpPr>
        <p:spPr bwMode="auto">
          <a:xfrm>
            <a:off x="395536" y="1556792"/>
            <a:ext cx="7010400" cy="523220"/>
          </a:xfrm>
          <a:prstGeom prst="rect">
            <a:avLst/>
          </a:prstGeom>
          <a:noFill/>
          <a:ln w="9525">
            <a:noFill/>
            <a:miter lim="800000"/>
          </a:ln>
        </p:spPr>
        <p:txBody>
          <a:bodyPr>
            <a:spAutoFit/>
          </a:bodyPr>
          <a:p>
            <a:pPr marL="342900" indent="-342900">
              <a:spcBef>
                <a:spcPct val="50000"/>
              </a:spcBef>
            </a:pPr>
            <a:r>
              <a:rPr lang="zh-CN" altLang="en-US" sz="1800" dirty="0">
                <a:latin typeface="宋体" panose="02010600030101010101" pitchFamily="2" charset="-122"/>
              </a:rPr>
              <a:t>e</a:t>
            </a:r>
            <a:r>
              <a:rPr lang="zh-CN" altLang="en-US" sz="2800" dirty="0">
                <a:latin typeface="宋体" panose="02010600030101010101" pitchFamily="2" charset="-122"/>
              </a:rPr>
              <a:t>.空气弹簧</a:t>
            </a:r>
            <a:endParaRPr lang="zh-CN" altLang="en-US" sz="2800" dirty="0">
              <a:latin typeface="宋体" panose="02010600030101010101" pitchFamily="2" charset="-122"/>
            </a:endParaRPr>
          </a:p>
        </p:txBody>
      </p:sp>
      <p:pic>
        <p:nvPicPr>
          <p:cNvPr id="2097219" name="Picture 3"/>
          <p:cNvPicPr>
            <a:picLocks noChangeAspect="1" noChangeArrowheads="1"/>
          </p:cNvPicPr>
          <p:nvPr/>
        </p:nvPicPr>
        <p:blipFill>
          <a:blip r:embed="rId1" cstate="print"/>
          <a:srcRect/>
          <a:stretch>
            <a:fillRect/>
          </a:stretch>
        </p:blipFill>
        <p:spPr bwMode="auto">
          <a:xfrm>
            <a:off x="1979712" y="2060848"/>
            <a:ext cx="5544616" cy="4645596"/>
          </a:xfrm>
          <a:prstGeom prst="rect">
            <a:avLst/>
          </a:prstGeom>
          <a:noFill/>
          <a:ln w="9525">
            <a:noFill/>
            <a:miter lim="800000"/>
            <a:headEnd/>
            <a:tailEnd/>
          </a:ln>
        </p:spPr>
      </p:pic>
      <p:sp>
        <p:nvSpPr>
          <p:cNvPr id="1049069" name="标题 1"/>
          <p:cNvSpPr txBox="1"/>
          <p:nvPr/>
        </p:nvSpPr>
        <p:spPr bwMode="auto">
          <a:xfrm>
            <a:off x="0" y="260648"/>
            <a:ext cx="7772400" cy="1143000"/>
          </a:xfrm>
          <a:prstGeom prst="rect">
            <a:avLst/>
          </a:prstGeom>
          <a:noFill/>
          <a:ln w="9525">
            <a:noFill/>
            <a:miter lim="800000"/>
          </a:ln>
        </p:spPr>
        <p:txBody>
          <a:bodyPr vert="horz" wrap="square" lIns="91440" tIns="45720" rIns="91440" bIns="45720" numCol="1" anchor="ctr" anchorCtr="0" compatLnSpc="1"/>
          <a:p>
            <a:pPr marL="0" marR="0" lvl="0" indent="0" algn="l" defTabSz="914400" rtl="0" eaLnBrk="0" fontAlgn="base" latinLnBrk="0" hangingPunct="0">
              <a:lnSpc>
                <a:spcPct val="100000"/>
              </a:lnSpc>
              <a:spcBef>
                <a:spcPct val="0"/>
              </a:spcBef>
              <a:spcAft>
                <a:spcPct val="0"/>
              </a:spcAft>
              <a:buClrTx/>
              <a:buSzTx/>
              <a:buFontTx/>
              <a:buNone/>
            </a:pPr>
            <a:r>
              <a:rPr lang="zh-CN" altLang="en-US" sz="3600" b="1" kern="0" dirty="0" smtClean="0">
                <a:solidFill>
                  <a:schemeClr val="bg1"/>
                </a:solidFill>
                <a:latin typeface="宋体" panose="02010600030101010101" pitchFamily="2" charset="-122"/>
                <a:cs typeface="+mj-cs"/>
              </a:rPr>
              <a:t>十一</a:t>
            </a:r>
            <a:r>
              <a:rPr kumimoji="1" lang="zh-CN" altLang="en-US" sz="3600" b="1" i="0" u="none" strike="noStrike" kern="0" cap="none" spc="0" normalizeH="0" baseline="0" noProof="0" dirty="0" smtClean="0">
                <a:ln>
                  <a:noFill/>
                </a:ln>
                <a:solidFill>
                  <a:schemeClr val="bg1"/>
                </a:solidFill>
                <a:effectLst/>
                <a:uLnTx/>
                <a:uFillTx/>
                <a:latin typeface="宋体" panose="02010600030101010101" pitchFamily="2" charset="-122"/>
                <a:ea typeface="宋体" panose="02010600030101010101" pitchFamily="2" charset="-122"/>
                <a:cs typeface="+mj-cs"/>
              </a:rPr>
              <a:t>、常用噪声治理技术</a:t>
            </a:r>
            <a:r>
              <a:rPr kumimoji="1" lang="en-US" altLang="zh-CN" sz="3600" b="1" i="0" u="none" strike="noStrike" kern="0" cap="none" spc="0" normalizeH="0" baseline="0" noProof="0" dirty="0" smtClean="0">
                <a:ln>
                  <a:noFill/>
                </a:ln>
                <a:solidFill>
                  <a:schemeClr val="bg1"/>
                </a:solidFill>
                <a:effectLst/>
                <a:uLnTx/>
                <a:uFillTx/>
                <a:latin typeface="宋体" panose="02010600030101010101" pitchFamily="2" charset="-122"/>
                <a:ea typeface="宋体" panose="02010600030101010101" pitchFamily="2" charset="-122"/>
                <a:cs typeface="+mj-cs"/>
              </a:rPr>
              <a:t>-</a:t>
            </a:r>
            <a:r>
              <a:rPr kumimoji="1" lang="zh-CN" altLang="en-US" sz="3600" b="1" i="0" u="none" strike="noStrike" kern="0" cap="none" spc="0" normalizeH="0" baseline="0" noProof="0" dirty="0" smtClean="0">
                <a:ln>
                  <a:noFill/>
                </a:ln>
                <a:solidFill>
                  <a:schemeClr val="bg1"/>
                </a:solidFill>
                <a:effectLst/>
                <a:uLnTx/>
                <a:uFillTx/>
                <a:latin typeface="宋体" panose="02010600030101010101" pitchFamily="2" charset="-122"/>
                <a:ea typeface="宋体" panose="02010600030101010101" pitchFamily="2" charset="-122"/>
                <a:cs typeface="+mj-cs"/>
              </a:rPr>
              <a:t>隔振</a:t>
            </a:r>
            <a:endParaRPr kumimoji="1" lang="zh-CN" altLang="en-US" sz="3600" b="1" i="0" u="none" strike="noStrike" kern="0" cap="none" spc="0" normalizeH="0" baseline="0" noProof="0" dirty="0">
              <a:ln>
                <a:noFill/>
              </a:ln>
              <a:solidFill>
                <a:schemeClr val="bg1"/>
              </a:solidFill>
              <a:effectLst/>
              <a:uLnTx/>
              <a:uFillTx/>
              <a:latin typeface="宋体" panose="02010600030101010101" pitchFamily="2" charset="-122"/>
              <a:ea typeface="宋体" panose="02010600030101010101" pitchFamily="2" charset="-122"/>
              <a:cs typeface="+mj-cs"/>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310" name=""/>
        <p:cNvGrpSpPr/>
        <p:nvPr/>
      </p:nvGrpSpPr>
      <p:grpSpPr>
        <a:xfrm>
          <a:off x="0" y="0"/>
          <a:ext cx="0" cy="0"/>
          <a:chOff x="0" y="0"/>
          <a:chExt cx="0" cy="0"/>
        </a:xfrm>
      </p:grpSpPr>
      <p:sp>
        <p:nvSpPr>
          <p:cNvPr id="1049073" name="Rectangle 2"/>
          <p:cNvSpPr>
            <a:spLocks noChangeArrowheads="1"/>
          </p:cNvSpPr>
          <p:nvPr/>
        </p:nvSpPr>
        <p:spPr bwMode="auto">
          <a:xfrm>
            <a:off x="323528" y="1556792"/>
            <a:ext cx="2887980" cy="510540"/>
          </a:xfrm>
          <a:prstGeom prst="rect">
            <a:avLst/>
          </a:prstGeom>
          <a:noFill/>
          <a:ln w="9525">
            <a:noFill/>
            <a:miter lim="800000"/>
          </a:ln>
        </p:spPr>
        <p:txBody>
          <a:bodyPr wrap="none">
            <a:spAutoFit/>
          </a:bodyPr>
          <a:p>
            <a:pPr marL="342900" indent="-342900">
              <a:spcBef>
                <a:spcPct val="50000"/>
              </a:spcBef>
            </a:pPr>
            <a:r>
              <a:rPr lang="zh-CN" altLang="en-US" sz="2800" dirty="0">
                <a:latin typeface="宋体" panose="02010600030101010101" pitchFamily="2" charset="-122"/>
              </a:rPr>
              <a:t>f.金属橡胶减震器</a:t>
            </a:r>
            <a:endParaRPr lang="zh-CN" altLang="en-US" sz="2800" dirty="0">
              <a:latin typeface="宋体" panose="02010600030101010101" pitchFamily="2" charset="-122"/>
            </a:endParaRPr>
          </a:p>
        </p:txBody>
      </p:sp>
      <p:pic>
        <p:nvPicPr>
          <p:cNvPr id="2097220" name="Picture 3"/>
          <p:cNvPicPr>
            <a:picLocks noGrp="1" noRot="1" noChangeAspect="1" noChangeArrowheads="1"/>
          </p:cNvPicPr>
          <p:nvPr/>
        </p:nvPicPr>
        <p:blipFill>
          <a:blip r:embed="rId1" cstate="print"/>
          <a:srcRect/>
          <a:stretch>
            <a:fillRect/>
          </a:stretch>
        </p:blipFill>
        <p:spPr bwMode="auto">
          <a:xfrm>
            <a:off x="899592" y="2276872"/>
            <a:ext cx="7272808" cy="3712840"/>
          </a:xfrm>
          <a:prstGeom prst="rect">
            <a:avLst/>
          </a:prstGeom>
          <a:noFill/>
          <a:ln w="9525">
            <a:noFill/>
            <a:miter lim="800000"/>
            <a:headEnd/>
            <a:tailEnd/>
          </a:ln>
        </p:spPr>
      </p:pic>
      <p:sp>
        <p:nvSpPr>
          <p:cNvPr id="1049074" name="标题 1"/>
          <p:cNvSpPr txBox="1"/>
          <p:nvPr/>
        </p:nvSpPr>
        <p:spPr bwMode="auto">
          <a:xfrm>
            <a:off x="0" y="260648"/>
            <a:ext cx="8316416" cy="1143000"/>
          </a:xfrm>
          <a:prstGeom prst="rect">
            <a:avLst/>
          </a:prstGeom>
          <a:noFill/>
          <a:ln w="9525">
            <a:noFill/>
            <a:miter lim="800000"/>
          </a:ln>
        </p:spPr>
        <p:txBody>
          <a:bodyPr vert="horz" wrap="square" lIns="91440" tIns="45720" rIns="91440" bIns="45720" numCol="1" anchor="ctr" anchorCtr="0" compatLnSpc="1"/>
          <a:p>
            <a:pPr marL="0" marR="0" lvl="0" indent="0" defTabSz="914400" rtl="0" eaLnBrk="0" fontAlgn="base" latinLnBrk="0" hangingPunct="0">
              <a:lnSpc>
                <a:spcPct val="100000"/>
              </a:lnSpc>
              <a:spcBef>
                <a:spcPct val="0"/>
              </a:spcBef>
              <a:spcAft>
                <a:spcPct val="0"/>
              </a:spcAft>
              <a:buClrTx/>
              <a:buSzTx/>
              <a:buFontTx/>
              <a:buNone/>
            </a:pPr>
            <a:r>
              <a:rPr lang="zh-CN" altLang="en-US" sz="3600" b="1" kern="0" dirty="0" smtClean="0">
                <a:solidFill>
                  <a:schemeClr val="bg1"/>
                </a:solidFill>
                <a:latin typeface="宋体" panose="02010600030101010101" pitchFamily="2" charset="-122"/>
                <a:cs typeface="+mj-cs"/>
              </a:rPr>
              <a:t>十一</a:t>
            </a:r>
            <a:r>
              <a:rPr kumimoji="1" lang="zh-CN" altLang="en-US" sz="3600" b="1" i="0" u="none" strike="noStrike" kern="0" cap="none" spc="0" normalizeH="0" baseline="0" noProof="0" dirty="0" smtClean="0">
                <a:ln>
                  <a:noFill/>
                </a:ln>
                <a:solidFill>
                  <a:schemeClr val="bg1"/>
                </a:solidFill>
                <a:effectLst/>
                <a:uLnTx/>
                <a:uFillTx/>
                <a:latin typeface="宋体" panose="02010600030101010101" pitchFamily="2" charset="-122"/>
                <a:ea typeface="宋体" panose="02010600030101010101" pitchFamily="2" charset="-122"/>
                <a:cs typeface="+mj-cs"/>
              </a:rPr>
              <a:t>、常用噪声治理技术</a:t>
            </a:r>
            <a:r>
              <a:rPr kumimoji="1" lang="en-US" altLang="zh-CN" sz="3600" b="1" i="0" u="none" strike="noStrike" kern="0" cap="none" spc="0" normalizeH="0" baseline="0" noProof="0" dirty="0" smtClean="0">
                <a:ln>
                  <a:noFill/>
                </a:ln>
                <a:solidFill>
                  <a:schemeClr val="bg1"/>
                </a:solidFill>
                <a:effectLst/>
                <a:uLnTx/>
                <a:uFillTx/>
                <a:latin typeface="宋体" panose="02010600030101010101" pitchFamily="2" charset="-122"/>
                <a:ea typeface="宋体" panose="02010600030101010101" pitchFamily="2" charset="-122"/>
                <a:cs typeface="+mj-cs"/>
              </a:rPr>
              <a:t>-</a:t>
            </a:r>
            <a:r>
              <a:rPr kumimoji="1" lang="zh-CN" altLang="en-US" sz="3600" b="1" i="0" u="none" strike="noStrike" kern="0" cap="none" spc="0" normalizeH="0" baseline="0" noProof="0" dirty="0" smtClean="0">
                <a:ln>
                  <a:noFill/>
                </a:ln>
                <a:solidFill>
                  <a:schemeClr val="bg1"/>
                </a:solidFill>
                <a:effectLst/>
                <a:uLnTx/>
                <a:uFillTx/>
                <a:latin typeface="宋体" panose="02010600030101010101" pitchFamily="2" charset="-122"/>
                <a:ea typeface="宋体" panose="02010600030101010101" pitchFamily="2" charset="-122"/>
                <a:cs typeface="+mj-cs"/>
              </a:rPr>
              <a:t>隔振</a:t>
            </a:r>
            <a:endParaRPr kumimoji="1" lang="zh-CN" altLang="en-US" sz="3600" b="1" i="0" u="none" strike="noStrike" kern="0" cap="none" spc="0" normalizeH="0" baseline="0" noProof="0" dirty="0">
              <a:ln>
                <a:noFill/>
              </a:ln>
              <a:solidFill>
                <a:schemeClr val="bg1"/>
              </a:solidFill>
              <a:effectLst/>
              <a:uLnTx/>
              <a:uFillTx/>
              <a:latin typeface="宋体" panose="02010600030101010101" pitchFamily="2" charset="-122"/>
              <a:ea typeface="宋体" panose="02010600030101010101" pitchFamily="2" charset="-122"/>
              <a:cs typeface="+mj-cs"/>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313" name=""/>
        <p:cNvGrpSpPr/>
        <p:nvPr/>
      </p:nvGrpSpPr>
      <p:grpSpPr>
        <a:xfrm>
          <a:off x="0" y="0"/>
          <a:ext cx="0" cy="0"/>
          <a:chOff x="0" y="0"/>
          <a:chExt cx="0" cy="0"/>
        </a:xfrm>
      </p:grpSpPr>
      <p:sp>
        <p:nvSpPr>
          <p:cNvPr id="1049078" name="标题 1"/>
          <p:cNvSpPr>
            <a:spLocks noGrp="1"/>
          </p:cNvSpPr>
          <p:nvPr>
            <p:ph type="title"/>
          </p:nvPr>
        </p:nvSpPr>
        <p:spPr>
          <a:xfrm>
            <a:off x="179512" y="260648"/>
            <a:ext cx="7772400" cy="1143000"/>
          </a:xfrm>
        </p:spPr>
        <p:txBody>
          <a:bodyPr/>
          <a:p>
            <a:r>
              <a:rPr lang="zh-CN" altLang="en-US" dirty="0" smtClean="0"/>
              <a:t>十二、个体预防</a:t>
            </a:r>
            <a:endParaRPr lang="zh-CN" altLang="en-US" dirty="0"/>
          </a:p>
        </p:txBody>
      </p:sp>
      <p:sp>
        <p:nvSpPr>
          <p:cNvPr id="1049079" name="内容占位符 2"/>
          <p:cNvSpPr>
            <a:spLocks noGrp="1"/>
          </p:cNvSpPr>
          <p:nvPr>
            <p:ph idx="1"/>
          </p:nvPr>
        </p:nvSpPr>
        <p:spPr>
          <a:xfrm>
            <a:off x="467544" y="1628800"/>
            <a:ext cx="8424936" cy="4968552"/>
          </a:xfrm>
        </p:spPr>
        <p:txBody>
          <a:bodyPr/>
          <a:p>
            <a:pPr>
              <a:lnSpc>
                <a:spcPts val="3200"/>
              </a:lnSpc>
              <a:buFont typeface="Wingdings" panose="05000000000000000000" pitchFamily="2" charset="2"/>
              <a:buChar char="Ø"/>
            </a:pPr>
            <a:r>
              <a:rPr lang="zh-CN" altLang="en-US" sz="2000" dirty="0" smtClean="0">
                <a:latin typeface="宋体" panose="02010600030101010101" pitchFamily="2" charset="-122"/>
                <a:ea typeface="宋体" panose="02010600030101010101" pitchFamily="2" charset="-122"/>
              </a:rPr>
              <a:t>员工入职</a:t>
            </a:r>
            <a:r>
              <a:rPr lang="zh-CN" altLang="zh-CN" sz="2000" dirty="0" smtClean="0">
                <a:latin typeface="宋体" panose="02010600030101010101" pitchFamily="2" charset="-122"/>
                <a:ea typeface="宋体" panose="02010600030101010101" pitchFamily="2" charset="-122"/>
              </a:rPr>
              <a:t>体检时，</a:t>
            </a:r>
            <a:r>
              <a:rPr lang="zh-CN" altLang="en-US" sz="2000" dirty="0" smtClean="0">
                <a:latin typeface="宋体" panose="02010600030101010101" pitchFamily="2" charset="-122"/>
                <a:ea typeface="宋体" panose="02010600030101010101" pitchFamily="2" charset="-122"/>
              </a:rPr>
              <a:t>严格执行公司</a:t>
            </a:r>
            <a:r>
              <a:rPr lang="en-US" altLang="zh-CN" sz="2000" dirty="0" smtClean="0">
                <a:latin typeface="宋体" panose="02010600030101010101" pitchFamily="2" charset="-122"/>
                <a:ea typeface="宋体" panose="02010600030101010101" pitchFamily="2" charset="-122"/>
              </a:rPr>
              <a:t>《</a:t>
            </a:r>
            <a:r>
              <a:rPr lang="zh-CN" altLang="en-US" sz="2000" dirty="0" smtClean="0">
                <a:latin typeface="宋体" panose="02010600030101010101" pitchFamily="2" charset="-122"/>
                <a:ea typeface="宋体" panose="02010600030101010101" pitchFamily="2" charset="-122"/>
              </a:rPr>
              <a:t>职业健康管理规范</a:t>
            </a:r>
            <a:r>
              <a:rPr lang="en-US" altLang="zh-CN" sz="2000" dirty="0" smtClean="0">
                <a:latin typeface="宋体" panose="02010600030101010101" pitchFamily="2" charset="-122"/>
                <a:ea typeface="宋体" panose="02010600030101010101" pitchFamily="2" charset="-122"/>
              </a:rPr>
              <a:t>》</a:t>
            </a:r>
            <a:r>
              <a:rPr lang="zh-CN" altLang="en-US" sz="2000" dirty="0" smtClean="0">
                <a:latin typeface="宋体" panose="02010600030101010101" pitchFamily="2" charset="-122"/>
                <a:ea typeface="宋体" panose="02010600030101010101" pitchFamily="2" charset="-122"/>
              </a:rPr>
              <a:t>；</a:t>
            </a:r>
            <a:endParaRPr lang="en-US" altLang="zh-CN" sz="2000" dirty="0" smtClean="0">
              <a:latin typeface="宋体" panose="02010600030101010101" pitchFamily="2" charset="-122"/>
              <a:ea typeface="宋体" panose="02010600030101010101" pitchFamily="2" charset="-122"/>
            </a:endParaRPr>
          </a:p>
          <a:p>
            <a:pPr>
              <a:lnSpc>
                <a:spcPts val="3200"/>
              </a:lnSpc>
              <a:buFont typeface="Wingdings" panose="05000000000000000000" pitchFamily="2" charset="2"/>
              <a:buChar char="Ø"/>
            </a:pPr>
            <a:r>
              <a:rPr lang="zh-CN" altLang="zh-CN" sz="2000" dirty="0" smtClean="0"/>
              <a:t>新上岗员工的岗位如为接触噪声岗位，在进行入职体检时除了进行常规体检外，还必须进行</a:t>
            </a:r>
            <a:r>
              <a:rPr lang="zh-CN" altLang="en-US" sz="2000" dirty="0" smtClean="0"/>
              <a:t>电测听</a:t>
            </a:r>
            <a:r>
              <a:rPr lang="zh-CN" altLang="zh-CN" sz="2000" dirty="0" smtClean="0"/>
              <a:t>体检，以了解其入职前的听力情况。</a:t>
            </a:r>
            <a:endParaRPr lang="en-US" altLang="zh-CN" sz="2000" dirty="0" smtClean="0">
              <a:latin typeface="宋体" panose="02010600030101010101" pitchFamily="2" charset="-122"/>
              <a:ea typeface="宋体" panose="02010600030101010101" pitchFamily="2" charset="-122"/>
            </a:endParaRPr>
          </a:p>
          <a:p>
            <a:pPr>
              <a:lnSpc>
                <a:spcPts val="3200"/>
              </a:lnSpc>
              <a:buFont typeface="Wingdings" panose="05000000000000000000" pitchFamily="2" charset="2"/>
              <a:buChar char="Ø"/>
            </a:pPr>
            <a:r>
              <a:rPr lang="zh-CN" altLang="en-US" sz="2000" dirty="0" smtClean="0">
                <a:latin typeface="宋体" panose="02010600030101010101" pitchFamily="2" charset="-122"/>
                <a:ea typeface="宋体" panose="02010600030101010101" pitchFamily="2" charset="-122"/>
              </a:rPr>
              <a:t>职业体检结果为</a:t>
            </a:r>
            <a:r>
              <a:rPr lang="zh-CN" altLang="zh-CN" sz="2000" dirty="0" smtClean="0"/>
              <a:t>职业性噪声聋</a:t>
            </a:r>
            <a:r>
              <a:rPr lang="zh-CN" altLang="en-US" sz="2000" dirty="0" smtClean="0"/>
              <a:t>、</a:t>
            </a:r>
            <a:r>
              <a:rPr lang="zh-CN" altLang="zh-CN" sz="2000" dirty="0" smtClean="0"/>
              <a:t>连续</a:t>
            </a:r>
            <a:r>
              <a:rPr lang="en-US" altLang="zh-CN" sz="2000" dirty="0" smtClean="0"/>
              <a:t>2</a:t>
            </a:r>
            <a:r>
              <a:rPr lang="zh-CN" altLang="zh-CN" sz="2000" dirty="0" smtClean="0"/>
              <a:t>年为耳聋待查者</a:t>
            </a:r>
            <a:r>
              <a:rPr lang="zh-CN" altLang="en-US" sz="2000" dirty="0" smtClean="0"/>
              <a:t>或</a:t>
            </a:r>
            <a:r>
              <a:rPr lang="zh-CN" altLang="zh-CN" sz="2000" dirty="0" smtClean="0"/>
              <a:t>连续</a:t>
            </a:r>
            <a:r>
              <a:rPr lang="en-US" altLang="zh-CN" sz="2000" dirty="0" smtClean="0"/>
              <a:t>3</a:t>
            </a:r>
            <a:r>
              <a:rPr lang="zh-CN" altLang="zh-CN" sz="2000" dirty="0" smtClean="0"/>
              <a:t>年为听力损失观察对象</a:t>
            </a:r>
            <a:r>
              <a:rPr lang="zh-CN" altLang="en-US" sz="2000" dirty="0" smtClean="0"/>
              <a:t>，必须调离噪声岗位。</a:t>
            </a:r>
            <a:endParaRPr lang="en-US" altLang="zh-CN" sz="2000" dirty="0" smtClean="0"/>
          </a:p>
          <a:p>
            <a:pPr>
              <a:buNone/>
            </a:pPr>
            <a:endParaRPr lang="en-US" altLang="zh-CN" sz="2000" dirty="0" smtClean="0"/>
          </a:p>
        </p:txBody>
      </p:sp>
      <p:pic>
        <p:nvPicPr>
          <p:cNvPr id="2097221" name="图片 3" descr="纯音电测听.jpg"/>
          <p:cNvPicPr>
            <a:picLocks noChangeAspect="1"/>
          </p:cNvPicPr>
          <p:nvPr/>
        </p:nvPicPr>
        <p:blipFill>
          <a:blip r:embed="rId1" cstate="print"/>
          <a:stretch>
            <a:fillRect/>
          </a:stretch>
        </p:blipFill>
        <p:spPr>
          <a:xfrm>
            <a:off x="4644008" y="3997027"/>
            <a:ext cx="3905250" cy="2600325"/>
          </a:xfrm>
          <a:prstGeom prst="rect">
            <a:avLst/>
          </a:prstGeom>
        </p:spPr>
      </p:pic>
      <p:pic>
        <p:nvPicPr>
          <p:cNvPr id="2097222" name="图片 4" descr="56_153919_1.jpg"/>
          <p:cNvPicPr>
            <a:picLocks noChangeAspect="1"/>
          </p:cNvPicPr>
          <p:nvPr/>
        </p:nvPicPr>
        <p:blipFill>
          <a:blip r:embed="rId2" cstate="print"/>
          <a:stretch>
            <a:fillRect/>
          </a:stretch>
        </p:blipFill>
        <p:spPr>
          <a:xfrm>
            <a:off x="395536" y="3989820"/>
            <a:ext cx="3744416" cy="2607532"/>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316" name=""/>
        <p:cNvGrpSpPr/>
        <p:nvPr/>
      </p:nvGrpSpPr>
      <p:grpSpPr>
        <a:xfrm>
          <a:off x="0" y="0"/>
          <a:ext cx="0" cy="0"/>
          <a:chOff x="0" y="0"/>
          <a:chExt cx="0" cy="0"/>
        </a:xfrm>
      </p:grpSpPr>
      <p:pic>
        <p:nvPicPr>
          <p:cNvPr id="2097223" name="图片 5" descr="u=222581294,3806804761&amp;fm=23&amp;gp=0.jpg"/>
          <p:cNvPicPr>
            <a:picLocks noChangeAspect="1"/>
          </p:cNvPicPr>
          <p:nvPr>
            <p:custDataLst>
              <p:tags r:id="rId1"/>
            </p:custDataLst>
          </p:nvPr>
        </p:nvPicPr>
        <p:blipFill>
          <a:blip r:embed="rId2" cstate="print"/>
          <a:srcRect l="15669"/>
          <a:stretch>
            <a:fillRect/>
          </a:stretch>
        </p:blipFill>
        <p:spPr>
          <a:xfrm>
            <a:off x="179705" y="1412875"/>
            <a:ext cx="3793490" cy="3169920"/>
          </a:xfrm>
          <a:prstGeom prst="rect">
            <a:avLst/>
          </a:prstGeom>
        </p:spPr>
      </p:pic>
      <p:sp>
        <p:nvSpPr>
          <p:cNvPr id="1049084" name="标题 1"/>
          <p:cNvSpPr>
            <a:spLocks noGrp="1"/>
          </p:cNvSpPr>
          <p:nvPr>
            <p:ph type="title"/>
          </p:nvPr>
        </p:nvSpPr>
        <p:spPr>
          <a:xfrm>
            <a:off x="179512" y="260648"/>
            <a:ext cx="7772400" cy="1143000"/>
          </a:xfrm>
        </p:spPr>
        <p:txBody>
          <a:bodyPr/>
          <a:p>
            <a:r>
              <a:rPr lang="zh-CN" altLang="en-US" dirty="0" smtClean="0"/>
              <a:t>十二、个体预防</a:t>
            </a:r>
            <a:endParaRPr lang="zh-CN" altLang="en-US" dirty="0"/>
          </a:p>
        </p:txBody>
      </p:sp>
      <p:pic>
        <p:nvPicPr>
          <p:cNvPr id="100" name="图片 99"/>
          <p:cNvPicPr/>
          <p:nvPr>
            <p:custDataLst>
              <p:tags r:id="rId3"/>
            </p:custDataLst>
          </p:nvPr>
        </p:nvPicPr>
        <p:blipFill>
          <a:blip r:embed="rId4"/>
          <a:stretch>
            <a:fillRect/>
          </a:stretch>
        </p:blipFill>
        <p:spPr>
          <a:xfrm>
            <a:off x="3924292" y="-99695"/>
            <a:ext cx="5557536" cy="6858000"/>
          </a:xfrm>
          <a:prstGeom prst="rect">
            <a:avLst/>
          </a:prstGeom>
          <a:noFill/>
          <a:ln w="9525">
            <a:noFill/>
          </a:ln>
        </p:spPr>
      </p:pic>
    </p:spTree>
  </p:cSld>
  <p:clrMapOvr>
    <a:masterClrMapping/>
  </p:clrMapOvr>
</p:sld>
</file>

<file path=ppt/tags/tag1.xml><?xml version="1.0" encoding="utf-8"?>
<p:tagLst xmlns:p="http://schemas.openxmlformats.org/presentationml/2006/main">
  <p:tag name="KSO_WM_UNIT_TABLE_BEAUTIFY" val="smartTable{496a4120-19b7-4cd7-851b-ae569993608f}"/>
</p:tagLst>
</file>

<file path=ppt/tags/tag2.xml><?xml version="1.0" encoding="utf-8"?>
<p:tagLst xmlns:p="http://schemas.openxmlformats.org/presentationml/2006/main">
  <p:tag name="KSO_WM_UNIT_TABLE_BEAUTIFY" val="smartTable{fdb0578f-de3c-45ef-a1bd-43327655417f}"/>
</p:tagLst>
</file>

<file path=ppt/tags/tag3.xml><?xml version="1.0" encoding="utf-8"?>
<p:tagLst xmlns:p="http://schemas.openxmlformats.org/presentationml/2006/main">
  <p:tag name="KSO_WM_UNIT_PLACING_PICTURE_USER_VIEWPORT" val="{&quot;height&quot;:5513.39842519685,&quot;width&quot;:7824.491338582677}"/>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PP_MARK_KEY" val="4decba4e-57e1-417b-ad92-ddcce8fe7281"/>
  <p:tag name="COMMONDATA" val="eyJoZGlkIjoiYWJhMDYyZGJkOWRmMWRlMzMzOGFhOTAxZDQ2MzdmYzYifQ=="/>
  <p:tag name="commondata" val="eyJoZGlkIjoiM2MxMDVjZGE4ZWJkZmM5YjgzNTMyMzA3ODMyZTc2ZWEifQ=="/>
</p:tagLst>
</file>

<file path=ppt/theme/theme1.xml><?xml version="1.0" encoding="utf-8"?>
<a:theme xmlns:a="http://schemas.openxmlformats.org/drawingml/2006/main" name="默认设计模板">
  <a:themeElements>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Times New Roman"/>
        <a:ea typeface="黑体"/>
        <a:cs typeface=""/>
      </a:majorFont>
      <a:minorFont>
        <a:latin typeface="Times New Roman"/>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默认设计模板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3644</Words>
  <Application>WPS 演示</Application>
  <PresentationFormat/>
  <Paragraphs>542</Paragraphs>
  <Slides>29</Slides>
  <Notes>0</Notes>
  <HiddenSlides>0</HiddenSlides>
  <MMClips>0</MMClips>
  <ScaleCrop>false</ScaleCrop>
  <HeadingPairs>
    <vt:vector size="6" baseType="variant">
      <vt:variant>
        <vt:lpstr>已用的字体</vt:lpstr>
      </vt:variant>
      <vt:variant>
        <vt:i4>11</vt:i4>
      </vt:variant>
      <vt:variant>
        <vt:lpstr>主题</vt:lpstr>
      </vt:variant>
      <vt:variant>
        <vt:i4>2</vt:i4>
      </vt:variant>
      <vt:variant>
        <vt:lpstr>幻灯片标题</vt:lpstr>
      </vt:variant>
      <vt:variant>
        <vt:i4>29</vt:i4>
      </vt:variant>
    </vt:vector>
  </HeadingPairs>
  <TitlesOfParts>
    <vt:vector size="42" baseType="lpstr">
      <vt:lpstr>Arial</vt:lpstr>
      <vt:lpstr>宋体</vt:lpstr>
      <vt:lpstr>Wingdings</vt:lpstr>
      <vt:lpstr>Times New Roman</vt:lpstr>
      <vt:lpstr>黑体</vt:lpstr>
      <vt:lpstr>Calibri</vt:lpstr>
      <vt:lpstr>微软雅黑</vt:lpstr>
      <vt:lpstr>Calibri</vt:lpstr>
      <vt:lpstr>华文细黑</vt:lpstr>
      <vt:lpstr>Arial Unicode MS</vt:lpstr>
      <vt:lpstr>华文宋体</vt:lpstr>
      <vt:lpstr>默认设计模板</vt:lpstr>
      <vt:lpstr>1_Office 主题</vt:lpstr>
      <vt:lpstr>PowerPoint 演示文稿</vt:lpstr>
      <vt:lpstr>一、听觉系统</vt:lpstr>
      <vt:lpstr>PowerPoint 演示文稿</vt:lpstr>
      <vt:lpstr>三、噪声分类</vt:lpstr>
      <vt:lpstr>四、主要法律法规标准要求</vt:lpstr>
      <vt:lpstr>PowerPoint 演示文稿</vt:lpstr>
      <vt:lpstr>五、噪声的危害</vt:lpstr>
      <vt:lpstr>六、噪声综合防治原则</vt:lpstr>
      <vt:lpstr>PowerPoint 演示文稿</vt:lpstr>
      <vt:lpstr>PowerPoint 演示文稿</vt:lpstr>
      <vt:lpstr>PowerPoint 演示文稿</vt:lpstr>
      <vt:lpstr>PowerPoint 演示文稿</vt:lpstr>
      <vt:lpstr>PowerPoint 演示文稿</vt:lpstr>
      <vt:lpstr>九、常用噪声治理技术-消声</vt:lpstr>
      <vt:lpstr>十、常用噪声治理技术-隔声</vt:lpstr>
      <vt:lpstr>PowerPoint 演示文稿</vt:lpstr>
      <vt:lpstr>PowerPoint 演示文稿</vt:lpstr>
      <vt:lpstr>PowerPoint 演示文稿</vt:lpstr>
      <vt:lpstr>PowerPoint 演示文稿</vt:lpstr>
      <vt:lpstr>十一、常用噪声治理技术-隔振</vt:lpstr>
      <vt:lpstr>十一、常用噪声治理技术-隔振</vt:lpstr>
      <vt:lpstr>常见的几种隔振元件</vt:lpstr>
      <vt:lpstr>PowerPoint 演示文稿</vt:lpstr>
      <vt:lpstr>PowerPoint 演示文稿</vt:lpstr>
      <vt:lpstr>PowerPoint 演示文稿</vt:lpstr>
      <vt:lpstr>PowerPoint 演示文稿</vt:lpstr>
      <vt:lpstr>PowerPoint 演示文稿</vt:lpstr>
      <vt:lpstr>十二、个体预防</vt:lpstr>
      <vt:lpstr>十二、个体预防</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安应vs安全人联盟</dc:title>
  <dc:creator>安应ansying.com</dc:creator>
  <cp:lastModifiedBy>李克勋</cp:lastModifiedBy>
  <cp:revision>9</cp:revision>
  <dcterms:created xsi:type="dcterms:W3CDTF">2023-03-19T02:02:00Z</dcterms:created>
  <dcterms:modified xsi:type="dcterms:W3CDTF">2024-03-25T00:11:59Z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2052-12.1.0.16388</vt:lpwstr>
  </property>
  <property fmtid="{D5CDD505-2E9C-101B-9397-08002B2CF9AE}" pid="3" name="ICV">
    <vt:lpwstr>FD2A3C6B42BA475B904254A0D71466CE</vt:lpwstr>
  </property>
</Properties>
</file>