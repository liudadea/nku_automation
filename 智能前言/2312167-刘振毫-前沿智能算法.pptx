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5.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6.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7.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1.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2.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3.xml" ContentType="application/vnd.openxmlformats-officedocument.presentationml.notesSlide+xml"/>
  <Override PartName="/ppt/tags/tag61.xml" ContentType="application/vnd.openxmlformats-officedocument.presentationml.tags+xml"/>
  <Override PartName="/ppt/notesSlides/notesSlide4.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 id="2147483692" r:id="rId3"/>
    <p:sldMasterId id="2147483703" r:id="rId4"/>
    <p:sldMasterId id="2147483714" r:id="rId5"/>
    <p:sldMasterId id="2147483725" r:id="rId6"/>
    <p:sldMasterId id="2147483736" r:id="rId7"/>
    <p:sldMasterId id="2147483748" r:id="rId8"/>
  </p:sldMasterIdLst>
  <p:notesMasterIdLst>
    <p:notesMasterId r:id="rId27"/>
  </p:notesMasterIdLst>
  <p:sldIdLst>
    <p:sldId id="257" r:id="rId9"/>
    <p:sldId id="258" r:id="rId10"/>
    <p:sldId id="290" r:id="rId11"/>
    <p:sldId id="292" r:id="rId12"/>
    <p:sldId id="298" r:id="rId13"/>
    <p:sldId id="299" r:id="rId14"/>
    <p:sldId id="291" r:id="rId15"/>
    <p:sldId id="261" r:id="rId16"/>
    <p:sldId id="293" r:id="rId17"/>
    <p:sldId id="264" r:id="rId18"/>
    <p:sldId id="300" r:id="rId19"/>
    <p:sldId id="301" r:id="rId20"/>
    <p:sldId id="266" r:id="rId21"/>
    <p:sldId id="275" r:id="rId22"/>
    <p:sldId id="302" r:id="rId23"/>
    <p:sldId id="295" r:id="rId24"/>
    <p:sldId id="296" r:id="rId25"/>
    <p:sldId id="270" r:id="rId26"/>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2" userDrawn="1">
          <p15:clr>
            <a:srgbClr val="A4A3A4"/>
          </p15:clr>
        </p15:guide>
        <p15:guide id="2" pos="3854" userDrawn="1">
          <p15:clr>
            <a:srgbClr val="A4A3A4"/>
          </p15:clr>
        </p15:guide>
        <p15:guide id="3" orient="horz" pos="968" userDrawn="1">
          <p15:clr>
            <a:srgbClr val="A4A3A4"/>
          </p15:clr>
        </p15:guide>
        <p15:guide id="4" pos="27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CBDF3"/>
    <a:srgbClr val="EDA182"/>
    <a:srgbClr val="AAC4DD"/>
    <a:srgbClr val="F2C6B0"/>
    <a:srgbClr val="F3F5F7"/>
    <a:srgbClr val="1638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4660"/>
  </p:normalViewPr>
  <p:slideViewPr>
    <p:cSldViewPr snapToGrid="0" showGuides="1">
      <p:cViewPr varScale="1">
        <p:scale>
          <a:sx n="74" d="100"/>
          <a:sy n="74" d="100"/>
        </p:scale>
        <p:origin x="78" y="414"/>
      </p:cViewPr>
      <p:guideLst>
        <p:guide orient="horz" pos="2212"/>
        <p:guide pos="3854"/>
        <p:guide orient="horz" pos="968"/>
        <p:guide pos="272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slideMaster" Target="slideMasters/slideMaster3.xml"/><Relationship Id="rId21" Type="http://schemas.openxmlformats.org/officeDocument/2006/relationships/slide" Target="slides/slide13.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tags" Target="tags/tag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0"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901"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F43753-EE0A-466C-B4F8-21D9C2E9EA46}" type="datetimeFigureOut">
              <a:rPr lang="zh-CN" altLang="en-US" smtClean="0"/>
              <a:t>2025/10/29</a:t>
            </a:fld>
            <a:endParaRPr lang="zh-CN" altLang="en-US"/>
          </a:p>
        </p:txBody>
      </p:sp>
      <p:sp>
        <p:nvSpPr>
          <p:cNvPr id="1048902"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903"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048904"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905"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2553BD-886F-4E5A-AB83-DF8F9144A619}"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01530-F995-1A7D-D342-23FE25DD77C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C13F9F-BA82-E7D6-715A-0B17767B653D}"/>
              </a:ext>
            </a:extLst>
          </p:cNvPr>
          <p:cNvSpPr>
            <a:spLocks noGrp="1" noRot="1" noChangeAspect="1"/>
          </p:cNvSpPr>
          <p:nvPr>
            <p:ph type="sldImg" idx="2"/>
          </p:nvPr>
        </p:nvSpPr>
        <p:spPr/>
        <p:txBody>
          <a:bodyPr/>
          <a:lstStyle/>
          <a:p>
            <a:endParaRPr lang="zh-CN" altLang="en-US"/>
          </a:p>
        </p:txBody>
      </p:sp>
      <p:sp>
        <p:nvSpPr>
          <p:cNvPr id="3" name="文本占位符 2">
            <a:extLst>
              <a:ext uri="{FF2B5EF4-FFF2-40B4-BE49-F238E27FC236}">
                <a16:creationId xmlns:a16="http://schemas.microsoft.com/office/drawing/2014/main" id="{64267112-A520-BABD-8594-5D3937F9136E}"/>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280879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EFD53-0EDF-AA17-B7E3-F2892200E2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BB5B273-FB41-602B-1396-15968C7271AD}"/>
              </a:ext>
            </a:extLst>
          </p:cNvPr>
          <p:cNvSpPr>
            <a:spLocks noGrp="1" noRot="1" noChangeAspect="1"/>
          </p:cNvSpPr>
          <p:nvPr>
            <p:ph type="sldImg" idx="2"/>
          </p:nvPr>
        </p:nvSpPr>
        <p:spPr/>
        <p:txBody>
          <a:bodyPr/>
          <a:lstStyle/>
          <a:p>
            <a:endParaRPr lang="zh-CN" altLang="en-US"/>
          </a:p>
        </p:txBody>
      </p:sp>
      <p:sp>
        <p:nvSpPr>
          <p:cNvPr id="3" name="文本占位符 2">
            <a:extLst>
              <a:ext uri="{FF2B5EF4-FFF2-40B4-BE49-F238E27FC236}">
                <a16:creationId xmlns:a16="http://schemas.microsoft.com/office/drawing/2014/main" id="{E52E5F19-0CA9-0D71-0C97-B8CA61647C9E}"/>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4068306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r>
              <a:rPr kumimoji="1" lang="zh-CN" altLang="en-US" dirty="0" err="1">
                <a:ln w="12700">
                  <a:noFill/>
                </a:ln>
                <a:solidFill>
                  <a:srgbClr val="000000">
                    <a:alpha val="100000"/>
                  </a:srgbClr>
                </a:solidFill>
                <a:latin typeface="等线" panose="02010600030101010101" pitchFamily="2" charset="-122"/>
                <a:ea typeface="等线" panose="02010600030101010101" pitchFamily="2" charset="-122"/>
                <a:cs typeface="Source Han Sans"/>
                <a:sym typeface="+mn-ea"/>
              </a:rPr>
              <a:t>传统的定位算法（如基于水力模型的逆分析法）依赖于管网的精确建模和传感器数据的准确性</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634"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1048635"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1048800"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3" name="组合 86"/>
          <p:cNvGrpSpPr/>
          <p:nvPr userDrawn="1"/>
        </p:nvGrpSpPr>
        <p:grpSpPr>
          <a:xfrm>
            <a:off x="142834" y="2028719"/>
            <a:ext cx="2663220" cy="461665"/>
            <a:chOff x="215900" y="982915"/>
            <a:chExt cx="2663220" cy="461665"/>
          </a:xfrm>
        </p:grpSpPr>
        <p:cxnSp>
          <p:nvCxnSpPr>
            <p:cNvPr id="314573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4" name="组合 88"/>
            <p:cNvGrpSpPr/>
            <p:nvPr/>
          </p:nvGrpSpPr>
          <p:grpSpPr>
            <a:xfrm>
              <a:off x="215900" y="982915"/>
              <a:ext cx="2663220" cy="461665"/>
              <a:chOff x="215900" y="982915"/>
              <a:chExt cx="2663220" cy="461665"/>
            </a:xfrm>
          </p:grpSpPr>
          <p:sp>
            <p:nvSpPr>
              <p:cNvPr id="1048801" name="矩形 89"/>
              <p:cNvSpPr/>
              <p:nvPr/>
            </p:nvSpPr>
            <p:spPr>
              <a:xfrm>
                <a:off x="215900" y="982915"/>
                <a:ext cx="301686" cy="461665"/>
              </a:xfrm>
              <a:prstGeom prst="rect">
                <a:avLst/>
              </a:prstGeom>
            </p:spPr>
            <p:txBody>
              <a:bodyPr wrap="none">
                <a:spAutoFit/>
              </a:bodyPr>
              <a:lstStyle/>
              <a:p>
                <a:r>
                  <a:rPr lang="en-US" altLang="zh-CN" sz="2400" dirty="0">
                    <a:solidFill>
                      <a:schemeClr val="bg1"/>
                    </a:solidFill>
                    <a:latin typeface="Impact" panose="020B0806030902050204" pitchFamily="34" charset="0"/>
                    <a:cs typeface="+mn-ea"/>
                    <a:sym typeface="+mn-lt"/>
                  </a:rPr>
                  <a:t>1</a:t>
                </a:r>
                <a:endParaRPr lang="zh-CN" altLang="en-US" sz="2400" dirty="0">
                  <a:solidFill>
                    <a:schemeClr val="bg1"/>
                  </a:solidFill>
                  <a:latin typeface="Impact" panose="020B0806030902050204" pitchFamily="34" charset="0"/>
                </a:endParaRPr>
              </a:p>
            </p:txBody>
          </p:sp>
          <p:sp>
            <p:nvSpPr>
              <p:cNvPr id="1048802" name="矩形 90"/>
              <p:cNvSpPr/>
              <p:nvPr/>
            </p:nvSpPr>
            <p:spPr>
              <a:xfrm>
                <a:off x="668834" y="1044470"/>
                <a:ext cx="2210286" cy="337185"/>
              </a:xfrm>
              <a:prstGeom prst="rect">
                <a:avLst/>
              </a:prstGeom>
            </p:spPr>
            <p:txBody>
              <a:bodyPr wrap="none">
                <a:spAutoFit/>
              </a:bodyPr>
              <a:lstStyle/>
              <a:p>
                <a:r>
                  <a:rPr lang="zh-CN" altLang="en-US" sz="1600" b="1" dirty="0">
                    <a:solidFill>
                      <a:schemeClr val="bg1"/>
                    </a:solidFill>
                  </a:rPr>
                  <a:t>研究背景与立项依据</a:t>
                </a:r>
                <a:endParaRPr lang="en-US" altLang="zh-CN" sz="1600" b="1" dirty="0">
                  <a:solidFill>
                    <a:schemeClr val="bg1"/>
                  </a:solidFill>
                </a:endParaRPr>
              </a:p>
            </p:txBody>
          </p:sp>
          <p:sp>
            <p:nvSpPr>
              <p:cNvPr id="1048803"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65" name="组合 92"/>
          <p:cNvGrpSpPr/>
          <p:nvPr userDrawn="1"/>
        </p:nvGrpSpPr>
        <p:grpSpPr>
          <a:xfrm>
            <a:off x="142834" y="2662927"/>
            <a:ext cx="2663220" cy="461665"/>
            <a:chOff x="215900" y="982915"/>
            <a:chExt cx="2663220" cy="461665"/>
          </a:xfrm>
        </p:grpSpPr>
        <p:cxnSp>
          <p:nvCxnSpPr>
            <p:cNvPr id="314573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6" name="组合 94"/>
            <p:cNvGrpSpPr/>
            <p:nvPr/>
          </p:nvGrpSpPr>
          <p:grpSpPr>
            <a:xfrm>
              <a:off x="215900" y="982915"/>
              <a:ext cx="2663220" cy="461665"/>
              <a:chOff x="215900" y="982915"/>
              <a:chExt cx="2663220" cy="461665"/>
            </a:xfrm>
          </p:grpSpPr>
          <p:sp>
            <p:nvSpPr>
              <p:cNvPr id="1048804"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05"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06"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7" name="组合 98"/>
          <p:cNvGrpSpPr/>
          <p:nvPr userDrawn="1"/>
        </p:nvGrpSpPr>
        <p:grpSpPr>
          <a:xfrm>
            <a:off x="142834" y="3297135"/>
            <a:ext cx="2464614" cy="461665"/>
            <a:chOff x="215900" y="982915"/>
            <a:chExt cx="2464614" cy="461665"/>
          </a:xfrm>
        </p:grpSpPr>
        <p:cxnSp>
          <p:nvCxnSpPr>
            <p:cNvPr id="314573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8" name="组合 100"/>
            <p:cNvGrpSpPr/>
            <p:nvPr/>
          </p:nvGrpSpPr>
          <p:grpSpPr>
            <a:xfrm>
              <a:off x="215900" y="982915"/>
              <a:ext cx="2464614" cy="461665"/>
              <a:chOff x="215900" y="982915"/>
              <a:chExt cx="2464614" cy="461665"/>
            </a:xfrm>
          </p:grpSpPr>
          <p:sp>
            <p:nvSpPr>
              <p:cNvPr id="1048807"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08"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09"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9" name="组合 104"/>
          <p:cNvGrpSpPr/>
          <p:nvPr userDrawn="1"/>
        </p:nvGrpSpPr>
        <p:grpSpPr>
          <a:xfrm>
            <a:off x="142834" y="3931343"/>
            <a:ext cx="2459517" cy="461665"/>
            <a:chOff x="215900" y="982915"/>
            <a:chExt cx="2459517" cy="461665"/>
          </a:xfrm>
        </p:grpSpPr>
        <p:cxnSp>
          <p:nvCxnSpPr>
            <p:cNvPr id="314574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0" name="组合 106"/>
            <p:cNvGrpSpPr/>
            <p:nvPr/>
          </p:nvGrpSpPr>
          <p:grpSpPr>
            <a:xfrm>
              <a:off x="215900" y="982915"/>
              <a:ext cx="2459517" cy="461665"/>
              <a:chOff x="215900" y="982915"/>
              <a:chExt cx="2459517" cy="461665"/>
            </a:xfrm>
          </p:grpSpPr>
          <p:sp>
            <p:nvSpPr>
              <p:cNvPr id="1048810"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11"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12"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71" name="组合 110"/>
          <p:cNvGrpSpPr/>
          <p:nvPr userDrawn="1"/>
        </p:nvGrpSpPr>
        <p:grpSpPr>
          <a:xfrm>
            <a:off x="142834" y="4565551"/>
            <a:ext cx="2464614" cy="461665"/>
            <a:chOff x="215900" y="982915"/>
            <a:chExt cx="2464614" cy="461665"/>
          </a:xfrm>
        </p:grpSpPr>
        <p:cxnSp>
          <p:nvCxnSpPr>
            <p:cNvPr id="314574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2" name="组合 112"/>
            <p:cNvGrpSpPr/>
            <p:nvPr/>
          </p:nvGrpSpPr>
          <p:grpSpPr>
            <a:xfrm>
              <a:off x="215900" y="982915"/>
              <a:ext cx="2464614" cy="461665"/>
              <a:chOff x="215900" y="982915"/>
              <a:chExt cx="2464614" cy="461665"/>
            </a:xfrm>
          </p:grpSpPr>
          <p:sp>
            <p:nvSpPr>
              <p:cNvPr id="1048813"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14"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15"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16" name="矩形 116"/>
          <p:cNvSpPr/>
          <p:nvPr userDrawn="1"/>
        </p:nvSpPr>
        <p:spPr>
          <a:xfrm>
            <a:off x="385266" y="1004908"/>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17" name="箭头: 燕尾形 56"/>
          <p:cNvSpPr/>
          <p:nvPr userDrawn="1"/>
        </p:nvSpPr>
        <p:spPr>
          <a:xfrm rot="5400000">
            <a:off x="1179036" y="1615379"/>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048823" name="矩形 6"/>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 name="组合 7"/>
          <p:cNvGrpSpPr/>
          <p:nvPr userDrawn="1"/>
        </p:nvGrpSpPr>
        <p:grpSpPr>
          <a:xfrm>
            <a:off x="142834" y="1857269"/>
            <a:ext cx="2464614" cy="461665"/>
            <a:chOff x="215900" y="982915"/>
            <a:chExt cx="2464614" cy="461665"/>
          </a:xfrm>
        </p:grpSpPr>
        <p:cxnSp>
          <p:nvCxnSpPr>
            <p:cNvPr id="3145742" name="直接连接符 8"/>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6" name="组合 9"/>
            <p:cNvGrpSpPr/>
            <p:nvPr/>
          </p:nvGrpSpPr>
          <p:grpSpPr>
            <a:xfrm>
              <a:off x="215900" y="982915"/>
              <a:ext cx="2464614" cy="460375"/>
              <a:chOff x="215900" y="982915"/>
              <a:chExt cx="2464614" cy="460375"/>
            </a:xfrm>
          </p:grpSpPr>
          <p:sp>
            <p:nvSpPr>
              <p:cNvPr id="1048824" name="矩形 10"/>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25" name="矩形 11"/>
              <p:cNvSpPr/>
              <p:nvPr/>
            </p:nvSpPr>
            <p:spPr>
              <a:xfrm>
                <a:off x="668834" y="1044470"/>
                <a:ext cx="2011680" cy="337185"/>
              </a:xfrm>
              <a:prstGeom prst="rect">
                <a:avLst/>
              </a:prstGeom>
            </p:spPr>
            <p:txBody>
              <a:bodyPr wrap="none">
                <a:spAutoFit/>
              </a:bodyPr>
              <a:lstStyle/>
              <a:p>
                <a:pPr algn="l">
                  <a:buClrTx/>
                  <a:buSzTx/>
                  <a:buFontTx/>
                </a:pPr>
                <a:r>
                  <a:rPr lang="zh-CN" altLang="en-US" sz="1600" dirty="0">
                    <a:solidFill>
                      <a:schemeClr val="bg1">
                        <a:alpha val="35000"/>
                      </a:schemeClr>
                    </a:solidFill>
                  </a:rPr>
                  <a:t>研究背景与立项依据</a:t>
                </a:r>
              </a:p>
            </p:txBody>
          </p:sp>
          <p:sp>
            <p:nvSpPr>
              <p:cNvPr id="1048826"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77" name="组合 13"/>
          <p:cNvGrpSpPr/>
          <p:nvPr userDrawn="1"/>
        </p:nvGrpSpPr>
        <p:grpSpPr>
          <a:xfrm>
            <a:off x="142834" y="2491477"/>
            <a:ext cx="2464614" cy="461665"/>
            <a:chOff x="215900" y="982915"/>
            <a:chExt cx="2464614" cy="461665"/>
          </a:xfrm>
        </p:grpSpPr>
        <p:cxnSp>
          <p:nvCxnSpPr>
            <p:cNvPr id="3145743" name="直接连接符 14"/>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8" name="组合 15"/>
            <p:cNvGrpSpPr/>
            <p:nvPr/>
          </p:nvGrpSpPr>
          <p:grpSpPr>
            <a:xfrm>
              <a:off x="215900" y="982915"/>
              <a:ext cx="2464614" cy="460375"/>
              <a:chOff x="215900" y="982915"/>
              <a:chExt cx="2464614" cy="460375"/>
            </a:xfrm>
          </p:grpSpPr>
          <p:sp>
            <p:nvSpPr>
              <p:cNvPr id="1048827" name="矩形 16"/>
              <p:cNvSpPr/>
              <p:nvPr/>
            </p:nvSpPr>
            <p:spPr>
              <a:xfrm>
                <a:off x="215900" y="982915"/>
                <a:ext cx="335915"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2</a:t>
                </a:r>
                <a:endParaRPr lang="en-US" altLang="zh-CN" sz="2400" dirty="0">
                  <a:solidFill>
                    <a:schemeClr val="bg1"/>
                  </a:solidFill>
                  <a:latin typeface="Impact" panose="020B0806030902050204" pitchFamily="34" charset="0"/>
                  <a:cs typeface="+mn-ea"/>
                </a:endParaRPr>
              </a:p>
            </p:txBody>
          </p:sp>
          <p:sp>
            <p:nvSpPr>
              <p:cNvPr id="1048828" name="矩形 17"/>
              <p:cNvSpPr/>
              <p:nvPr/>
            </p:nvSpPr>
            <p:spPr>
              <a:xfrm>
                <a:off x="668834" y="1044470"/>
                <a:ext cx="2011680" cy="337185"/>
              </a:xfrm>
              <a:prstGeom prst="rect">
                <a:avLst/>
              </a:prstGeom>
            </p:spPr>
            <p:txBody>
              <a:bodyPr wrap="none">
                <a:spAutoFit/>
              </a:bodyPr>
              <a:lstStyle/>
              <a:p>
                <a:r>
                  <a:rPr lang="zh-CN" altLang="en-US" sz="1600" b="1" dirty="0">
                    <a:solidFill>
                      <a:schemeClr val="bg1"/>
                    </a:solidFill>
                  </a:rPr>
                  <a:t>研究对象与研究内容</a:t>
                </a:r>
                <a:endParaRPr lang="zh-CN" altLang="en-US" sz="1600" dirty="0">
                  <a:solidFill>
                    <a:schemeClr val="bg1">
                      <a:alpha val="35000"/>
                    </a:schemeClr>
                  </a:solidFill>
                </a:endParaRPr>
              </a:p>
            </p:txBody>
          </p:sp>
          <p:sp>
            <p:nvSpPr>
              <p:cNvPr id="1048829"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79" name="组合 19"/>
          <p:cNvGrpSpPr/>
          <p:nvPr userDrawn="1"/>
        </p:nvGrpSpPr>
        <p:grpSpPr>
          <a:xfrm>
            <a:off x="142834" y="3125685"/>
            <a:ext cx="2464614" cy="461665"/>
            <a:chOff x="215900" y="982915"/>
            <a:chExt cx="2464614" cy="461665"/>
          </a:xfrm>
        </p:grpSpPr>
        <p:cxnSp>
          <p:nvCxnSpPr>
            <p:cNvPr id="3145744" name="直接连接符 20"/>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0" name="组合 21"/>
            <p:cNvGrpSpPr/>
            <p:nvPr/>
          </p:nvGrpSpPr>
          <p:grpSpPr>
            <a:xfrm>
              <a:off x="215900" y="982915"/>
              <a:ext cx="2464614" cy="461665"/>
              <a:chOff x="215900" y="982915"/>
              <a:chExt cx="2464614" cy="461665"/>
            </a:xfrm>
          </p:grpSpPr>
          <p:sp>
            <p:nvSpPr>
              <p:cNvPr id="1048830" name="矩形 22"/>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31" name="矩形 23"/>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32"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81" name="组合 25"/>
          <p:cNvGrpSpPr/>
          <p:nvPr userDrawn="1"/>
        </p:nvGrpSpPr>
        <p:grpSpPr>
          <a:xfrm>
            <a:off x="142834" y="3759893"/>
            <a:ext cx="2459517" cy="461665"/>
            <a:chOff x="215900" y="982915"/>
            <a:chExt cx="2459517" cy="461665"/>
          </a:xfrm>
        </p:grpSpPr>
        <p:cxnSp>
          <p:nvCxnSpPr>
            <p:cNvPr id="3145745" name="直接连接符 26"/>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2" name="组合 27"/>
            <p:cNvGrpSpPr/>
            <p:nvPr/>
          </p:nvGrpSpPr>
          <p:grpSpPr>
            <a:xfrm>
              <a:off x="215900" y="982915"/>
              <a:ext cx="2459517" cy="461665"/>
              <a:chOff x="215900" y="982915"/>
              <a:chExt cx="2459517" cy="461665"/>
            </a:xfrm>
          </p:grpSpPr>
          <p:sp>
            <p:nvSpPr>
              <p:cNvPr id="1048833" name="矩形 28"/>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34" name="矩形 29"/>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35"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83" name="组合 31"/>
          <p:cNvGrpSpPr/>
          <p:nvPr userDrawn="1"/>
        </p:nvGrpSpPr>
        <p:grpSpPr>
          <a:xfrm>
            <a:off x="142834" y="4394101"/>
            <a:ext cx="2464614" cy="461665"/>
            <a:chOff x="215900" y="982915"/>
            <a:chExt cx="2464614" cy="461665"/>
          </a:xfrm>
        </p:grpSpPr>
        <p:cxnSp>
          <p:nvCxnSpPr>
            <p:cNvPr id="3145746" name="直接连接符 32"/>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4" name="组合 33"/>
            <p:cNvGrpSpPr/>
            <p:nvPr/>
          </p:nvGrpSpPr>
          <p:grpSpPr>
            <a:xfrm>
              <a:off x="215900" y="982915"/>
              <a:ext cx="2464614" cy="461665"/>
              <a:chOff x="215900" y="982915"/>
              <a:chExt cx="2464614" cy="461665"/>
            </a:xfrm>
          </p:grpSpPr>
          <p:sp>
            <p:nvSpPr>
              <p:cNvPr id="1048836" name="矩形 34"/>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37" name="矩形 35"/>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38"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39" name="矩形 55"/>
          <p:cNvSpPr/>
          <p:nvPr userDrawn="1"/>
        </p:nvSpPr>
        <p:spPr>
          <a:xfrm>
            <a:off x="441781" y="93061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40" name="箭头: 燕尾形 56"/>
          <p:cNvSpPr/>
          <p:nvPr userDrawn="1"/>
        </p:nvSpPr>
        <p:spPr>
          <a:xfrm rot="5400000">
            <a:off x="1235551" y="154108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1048841" name="矩形 85"/>
          <p:cNvSpPr/>
          <p:nvPr userDrawn="1"/>
        </p:nvSpPr>
        <p:spPr>
          <a:xfrm>
            <a:off x="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6" name="组合 86"/>
          <p:cNvGrpSpPr/>
          <p:nvPr userDrawn="1"/>
        </p:nvGrpSpPr>
        <p:grpSpPr>
          <a:xfrm>
            <a:off x="118069" y="2199534"/>
            <a:ext cx="2464614" cy="461665"/>
            <a:chOff x="215900" y="982915"/>
            <a:chExt cx="2464614" cy="461665"/>
          </a:xfrm>
        </p:grpSpPr>
        <p:cxnSp>
          <p:nvCxnSpPr>
            <p:cNvPr id="314574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7" name="组合 88"/>
            <p:cNvGrpSpPr/>
            <p:nvPr/>
          </p:nvGrpSpPr>
          <p:grpSpPr>
            <a:xfrm>
              <a:off x="215900" y="982915"/>
              <a:ext cx="2464614" cy="460375"/>
              <a:chOff x="215900" y="982915"/>
              <a:chExt cx="2464614" cy="460375"/>
            </a:xfrm>
          </p:grpSpPr>
          <p:sp>
            <p:nvSpPr>
              <p:cNvPr id="1048842" name="矩形 89"/>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43" name="矩形 90"/>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研究背景与立项依据</a:t>
                </a:r>
              </a:p>
            </p:txBody>
          </p:sp>
          <p:sp>
            <p:nvSpPr>
              <p:cNvPr id="1048844"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88" name="组合 92"/>
          <p:cNvGrpSpPr/>
          <p:nvPr userDrawn="1"/>
        </p:nvGrpSpPr>
        <p:grpSpPr>
          <a:xfrm>
            <a:off x="118069" y="2833742"/>
            <a:ext cx="2663220" cy="461665"/>
            <a:chOff x="215900" y="982915"/>
            <a:chExt cx="2663220" cy="461665"/>
          </a:xfrm>
        </p:grpSpPr>
        <p:cxnSp>
          <p:nvCxnSpPr>
            <p:cNvPr id="314574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9" name="组合 94"/>
            <p:cNvGrpSpPr/>
            <p:nvPr/>
          </p:nvGrpSpPr>
          <p:grpSpPr>
            <a:xfrm>
              <a:off x="215900" y="982915"/>
              <a:ext cx="2663220" cy="461665"/>
              <a:chOff x="215900" y="982915"/>
              <a:chExt cx="2663220" cy="461665"/>
            </a:xfrm>
          </p:grpSpPr>
          <p:sp>
            <p:nvSpPr>
              <p:cNvPr id="1048845"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46"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47"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0" name="组合 98"/>
          <p:cNvGrpSpPr/>
          <p:nvPr userDrawn="1"/>
        </p:nvGrpSpPr>
        <p:grpSpPr>
          <a:xfrm>
            <a:off x="118069" y="3467950"/>
            <a:ext cx="2464614" cy="461665"/>
            <a:chOff x="215900" y="982915"/>
            <a:chExt cx="2464614" cy="461665"/>
          </a:xfrm>
        </p:grpSpPr>
        <p:cxnSp>
          <p:nvCxnSpPr>
            <p:cNvPr id="314574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1" name="组合 100"/>
            <p:cNvGrpSpPr/>
            <p:nvPr/>
          </p:nvGrpSpPr>
          <p:grpSpPr>
            <a:xfrm>
              <a:off x="215900" y="982915"/>
              <a:ext cx="2464614" cy="461665"/>
              <a:chOff x="215900" y="982915"/>
              <a:chExt cx="2464614" cy="461665"/>
            </a:xfrm>
          </p:grpSpPr>
          <p:sp>
            <p:nvSpPr>
              <p:cNvPr id="1048848"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49"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50"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2" name="组合 104"/>
          <p:cNvGrpSpPr/>
          <p:nvPr userDrawn="1"/>
        </p:nvGrpSpPr>
        <p:grpSpPr>
          <a:xfrm>
            <a:off x="118069" y="4102158"/>
            <a:ext cx="2311400" cy="461665"/>
            <a:chOff x="215900" y="982915"/>
            <a:chExt cx="2311400" cy="461665"/>
          </a:xfrm>
        </p:grpSpPr>
        <p:cxnSp>
          <p:nvCxnSpPr>
            <p:cNvPr id="314575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3" name="组合 106"/>
            <p:cNvGrpSpPr/>
            <p:nvPr/>
          </p:nvGrpSpPr>
          <p:grpSpPr>
            <a:xfrm>
              <a:off x="215900" y="982915"/>
              <a:ext cx="2261414" cy="460375"/>
              <a:chOff x="215900" y="982915"/>
              <a:chExt cx="2261414" cy="460375"/>
            </a:xfrm>
          </p:grpSpPr>
          <p:sp>
            <p:nvSpPr>
              <p:cNvPr id="1048851" name="矩形 107"/>
              <p:cNvSpPr/>
              <p:nvPr/>
            </p:nvSpPr>
            <p:spPr>
              <a:xfrm>
                <a:off x="215900" y="982915"/>
                <a:ext cx="335280"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4</a:t>
                </a:r>
                <a:endParaRPr lang="en-US" altLang="zh-CN" sz="2400" dirty="0">
                  <a:solidFill>
                    <a:schemeClr val="bg1"/>
                  </a:solidFill>
                  <a:latin typeface="Impact" panose="020B0806030902050204" pitchFamily="34" charset="0"/>
                  <a:cs typeface="+mn-ea"/>
                </a:endParaRPr>
              </a:p>
            </p:txBody>
          </p:sp>
          <p:sp>
            <p:nvSpPr>
              <p:cNvPr id="1048852" name="矩形 108"/>
              <p:cNvSpPr/>
              <p:nvPr/>
            </p:nvSpPr>
            <p:spPr>
              <a:xfrm>
                <a:off x="668834" y="1044470"/>
                <a:ext cx="1808480" cy="337185"/>
              </a:xfrm>
              <a:prstGeom prst="rect">
                <a:avLst/>
              </a:prstGeom>
            </p:spPr>
            <p:txBody>
              <a:bodyPr wrap="none">
                <a:spAutoFit/>
              </a:bodyPr>
              <a:lstStyle/>
              <a:p>
                <a:pPr algn="l">
                  <a:buClrTx/>
                  <a:buSzTx/>
                  <a:buFontTx/>
                </a:pPr>
                <a:r>
                  <a:rPr lang="zh-CN" altLang="en-US" sz="1600" b="1" dirty="0">
                    <a:solidFill>
                      <a:schemeClr val="bg1"/>
                    </a:solidFill>
                  </a:rPr>
                  <a:t>重难点与创新之处</a:t>
                </a:r>
              </a:p>
            </p:txBody>
          </p:sp>
          <p:sp>
            <p:nvSpPr>
              <p:cNvPr id="1048853"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4" name="组合 110"/>
          <p:cNvGrpSpPr/>
          <p:nvPr userDrawn="1"/>
        </p:nvGrpSpPr>
        <p:grpSpPr>
          <a:xfrm>
            <a:off x="118069" y="4736366"/>
            <a:ext cx="2464614" cy="461665"/>
            <a:chOff x="215900" y="982915"/>
            <a:chExt cx="2464614" cy="461665"/>
          </a:xfrm>
        </p:grpSpPr>
        <p:cxnSp>
          <p:nvCxnSpPr>
            <p:cNvPr id="314575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5" name="组合 112"/>
            <p:cNvGrpSpPr/>
            <p:nvPr/>
          </p:nvGrpSpPr>
          <p:grpSpPr>
            <a:xfrm>
              <a:off x="215900" y="982915"/>
              <a:ext cx="2464614" cy="461665"/>
              <a:chOff x="215900" y="982915"/>
              <a:chExt cx="2464614" cy="461665"/>
            </a:xfrm>
          </p:grpSpPr>
          <p:sp>
            <p:nvSpPr>
              <p:cNvPr id="1048854"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55"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56"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57" name="矩形 116"/>
          <p:cNvSpPr/>
          <p:nvPr userDrawn="1"/>
        </p:nvSpPr>
        <p:spPr>
          <a:xfrm>
            <a:off x="429081" y="130272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58" name="箭头: 燕尾形 56"/>
          <p:cNvSpPr/>
          <p:nvPr userDrawn="1"/>
        </p:nvSpPr>
        <p:spPr>
          <a:xfrm rot="5400000">
            <a:off x="1222851" y="191319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048859" name="矩形 103"/>
          <p:cNvSpPr/>
          <p:nvPr userDrawn="1"/>
        </p:nvSpPr>
        <p:spPr>
          <a:xfrm>
            <a:off x="-19685"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7" name="组合 104"/>
          <p:cNvGrpSpPr/>
          <p:nvPr userDrawn="1"/>
        </p:nvGrpSpPr>
        <p:grpSpPr>
          <a:xfrm>
            <a:off x="143469" y="2113809"/>
            <a:ext cx="2464614" cy="461665"/>
            <a:chOff x="215900" y="982915"/>
            <a:chExt cx="2464614" cy="461665"/>
          </a:xfrm>
        </p:grpSpPr>
        <p:cxnSp>
          <p:nvCxnSpPr>
            <p:cNvPr id="3145752"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8" name="组合 106"/>
            <p:cNvGrpSpPr/>
            <p:nvPr/>
          </p:nvGrpSpPr>
          <p:grpSpPr>
            <a:xfrm>
              <a:off x="215900" y="982915"/>
              <a:ext cx="2464614" cy="460375"/>
              <a:chOff x="215900" y="982915"/>
              <a:chExt cx="2464614" cy="460375"/>
            </a:xfrm>
          </p:grpSpPr>
          <p:sp>
            <p:nvSpPr>
              <p:cNvPr id="1048860" name="矩形 107"/>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61" name="矩形 108"/>
              <p:cNvSpPr/>
              <p:nvPr/>
            </p:nvSpPr>
            <p:spPr>
              <a:xfrm>
                <a:off x="668834" y="1044470"/>
                <a:ext cx="2011680" cy="337185"/>
              </a:xfrm>
              <a:prstGeom prst="rect">
                <a:avLst/>
              </a:prstGeom>
            </p:spPr>
            <p:txBody>
              <a:bodyPr wrap="none">
                <a:spAutoFit/>
              </a:bodyPr>
              <a:lstStyle/>
              <a:p>
                <a:pPr algn="l">
                  <a:buClrTx/>
                  <a:buSzTx/>
                  <a:buFontTx/>
                </a:pPr>
                <a:r>
                  <a:rPr lang="zh-CN" altLang="en-US" sz="1600" dirty="0">
                    <a:solidFill>
                      <a:schemeClr val="bg1">
                        <a:alpha val="35000"/>
                      </a:schemeClr>
                    </a:solidFill>
                  </a:rPr>
                  <a:t>研究背景与立项依据</a:t>
                </a:r>
              </a:p>
            </p:txBody>
          </p:sp>
          <p:sp>
            <p:nvSpPr>
              <p:cNvPr id="1048862"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99" name="组合 110"/>
          <p:cNvGrpSpPr/>
          <p:nvPr userDrawn="1"/>
        </p:nvGrpSpPr>
        <p:grpSpPr>
          <a:xfrm>
            <a:off x="143469" y="2748017"/>
            <a:ext cx="2663220" cy="461665"/>
            <a:chOff x="215900" y="982915"/>
            <a:chExt cx="2663220" cy="461665"/>
          </a:xfrm>
        </p:grpSpPr>
        <p:cxnSp>
          <p:nvCxnSpPr>
            <p:cNvPr id="3145753"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0" name="组合 112"/>
            <p:cNvGrpSpPr/>
            <p:nvPr/>
          </p:nvGrpSpPr>
          <p:grpSpPr>
            <a:xfrm>
              <a:off x="215900" y="982915"/>
              <a:ext cx="2663220" cy="461665"/>
              <a:chOff x="215900" y="982915"/>
              <a:chExt cx="2663220" cy="461665"/>
            </a:xfrm>
          </p:grpSpPr>
          <p:sp>
            <p:nvSpPr>
              <p:cNvPr id="1048863" name="矩形 113"/>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64" name="矩形 114"/>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65"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1" name="组合 116"/>
          <p:cNvGrpSpPr/>
          <p:nvPr userDrawn="1"/>
        </p:nvGrpSpPr>
        <p:grpSpPr>
          <a:xfrm>
            <a:off x="143469" y="3382225"/>
            <a:ext cx="2464614" cy="461665"/>
            <a:chOff x="215900" y="982915"/>
            <a:chExt cx="2464614" cy="461665"/>
          </a:xfrm>
        </p:grpSpPr>
        <p:cxnSp>
          <p:nvCxnSpPr>
            <p:cNvPr id="3145754" name="直接连接符 11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2" name="组合 118"/>
            <p:cNvGrpSpPr/>
            <p:nvPr/>
          </p:nvGrpSpPr>
          <p:grpSpPr>
            <a:xfrm>
              <a:off x="215900" y="982915"/>
              <a:ext cx="2464614" cy="460375"/>
              <a:chOff x="215900" y="982915"/>
              <a:chExt cx="2464614" cy="460375"/>
            </a:xfrm>
          </p:grpSpPr>
          <p:sp>
            <p:nvSpPr>
              <p:cNvPr id="1048866" name="矩形 119"/>
              <p:cNvSpPr/>
              <p:nvPr/>
            </p:nvSpPr>
            <p:spPr>
              <a:xfrm>
                <a:off x="215900" y="982915"/>
                <a:ext cx="344805"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3</a:t>
                </a:r>
                <a:endParaRPr lang="en-US" altLang="zh-CN" sz="2400" dirty="0">
                  <a:solidFill>
                    <a:schemeClr val="bg1"/>
                  </a:solidFill>
                  <a:latin typeface="Impact" panose="020B0806030902050204" pitchFamily="34" charset="0"/>
                  <a:cs typeface="+mn-ea"/>
                </a:endParaRPr>
              </a:p>
            </p:txBody>
          </p:sp>
          <p:sp>
            <p:nvSpPr>
              <p:cNvPr id="1048867" name="矩形 120"/>
              <p:cNvSpPr/>
              <p:nvPr/>
            </p:nvSpPr>
            <p:spPr>
              <a:xfrm>
                <a:off x="668834" y="1044470"/>
                <a:ext cx="2011680" cy="337185"/>
              </a:xfrm>
              <a:prstGeom prst="rect">
                <a:avLst/>
              </a:prstGeom>
            </p:spPr>
            <p:txBody>
              <a:bodyPr wrap="none">
                <a:spAutoFit/>
              </a:bodyPr>
              <a:lstStyle/>
              <a:p>
                <a:r>
                  <a:rPr lang="zh-CN" altLang="en-US" sz="1600" b="1" dirty="0">
                    <a:solidFill>
                      <a:schemeClr val="bg1"/>
                    </a:solidFill>
                  </a:rPr>
                  <a:t>核心方法与技术路线</a:t>
                </a:r>
              </a:p>
            </p:txBody>
          </p:sp>
          <p:sp>
            <p:nvSpPr>
              <p:cNvPr id="1048868"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3" name="组合 122"/>
          <p:cNvGrpSpPr/>
          <p:nvPr userDrawn="1"/>
        </p:nvGrpSpPr>
        <p:grpSpPr>
          <a:xfrm>
            <a:off x="143469" y="4016433"/>
            <a:ext cx="2459517" cy="461665"/>
            <a:chOff x="215900" y="982915"/>
            <a:chExt cx="2459517" cy="461665"/>
          </a:xfrm>
        </p:grpSpPr>
        <p:cxnSp>
          <p:nvCxnSpPr>
            <p:cNvPr id="3145755" name="直接连接符 12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4" name="组合 124"/>
            <p:cNvGrpSpPr/>
            <p:nvPr/>
          </p:nvGrpSpPr>
          <p:grpSpPr>
            <a:xfrm>
              <a:off x="215900" y="982915"/>
              <a:ext cx="2459517" cy="461665"/>
              <a:chOff x="215900" y="982915"/>
              <a:chExt cx="2459517" cy="461665"/>
            </a:xfrm>
          </p:grpSpPr>
          <p:sp>
            <p:nvSpPr>
              <p:cNvPr id="1048869" name="矩形 12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70" name="矩形 126"/>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71"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5" name="组合 128"/>
          <p:cNvGrpSpPr/>
          <p:nvPr userDrawn="1"/>
        </p:nvGrpSpPr>
        <p:grpSpPr>
          <a:xfrm>
            <a:off x="143469" y="4650641"/>
            <a:ext cx="2464614" cy="461665"/>
            <a:chOff x="215900" y="982915"/>
            <a:chExt cx="2464614" cy="461665"/>
          </a:xfrm>
        </p:grpSpPr>
        <p:cxnSp>
          <p:nvCxnSpPr>
            <p:cNvPr id="3145756" name="直接连接符 12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6" name="组合 130"/>
            <p:cNvGrpSpPr/>
            <p:nvPr/>
          </p:nvGrpSpPr>
          <p:grpSpPr>
            <a:xfrm>
              <a:off x="215900" y="982915"/>
              <a:ext cx="2464614" cy="461665"/>
              <a:chOff x="215900" y="982915"/>
              <a:chExt cx="2464614" cy="461665"/>
            </a:xfrm>
          </p:grpSpPr>
          <p:sp>
            <p:nvSpPr>
              <p:cNvPr id="1048872" name="矩形 131"/>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73" name="矩形 13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74"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75" name="矩形 134"/>
          <p:cNvSpPr/>
          <p:nvPr userDrawn="1"/>
        </p:nvSpPr>
        <p:spPr>
          <a:xfrm>
            <a:off x="454481" y="1216998"/>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76" name="箭头: 燕尾形 56"/>
          <p:cNvSpPr/>
          <p:nvPr userDrawn="1"/>
        </p:nvSpPr>
        <p:spPr>
          <a:xfrm rot="5400000">
            <a:off x="1248251" y="1827469"/>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1048782"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2" name="组合 86"/>
          <p:cNvGrpSpPr/>
          <p:nvPr userDrawn="1"/>
        </p:nvGrpSpPr>
        <p:grpSpPr>
          <a:xfrm>
            <a:off x="96479" y="2082694"/>
            <a:ext cx="2464614" cy="461665"/>
            <a:chOff x="215900" y="982915"/>
            <a:chExt cx="2464614" cy="461665"/>
          </a:xfrm>
        </p:grpSpPr>
        <p:cxnSp>
          <p:nvCxnSpPr>
            <p:cNvPr id="3145732"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3" name="组合 88"/>
            <p:cNvGrpSpPr/>
            <p:nvPr/>
          </p:nvGrpSpPr>
          <p:grpSpPr>
            <a:xfrm>
              <a:off x="215900" y="982915"/>
              <a:ext cx="2464614" cy="460375"/>
              <a:chOff x="215900" y="982915"/>
              <a:chExt cx="2464614" cy="460375"/>
            </a:xfrm>
          </p:grpSpPr>
          <p:sp>
            <p:nvSpPr>
              <p:cNvPr id="1048783" name="矩形 89"/>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784" name="矩形 90"/>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研究背景与立项依据</a:t>
                </a:r>
              </a:p>
            </p:txBody>
          </p:sp>
          <p:sp>
            <p:nvSpPr>
              <p:cNvPr id="1048785"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54" name="组合 92"/>
          <p:cNvGrpSpPr/>
          <p:nvPr userDrawn="1"/>
        </p:nvGrpSpPr>
        <p:grpSpPr>
          <a:xfrm>
            <a:off x="96479" y="2716902"/>
            <a:ext cx="2663220" cy="461665"/>
            <a:chOff x="215900" y="982915"/>
            <a:chExt cx="2663220" cy="461665"/>
          </a:xfrm>
        </p:grpSpPr>
        <p:cxnSp>
          <p:nvCxnSpPr>
            <p:cNvPr id="3145733"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5" name="组合 94"/>
            <p:cNvGrpSpPr/>
            <p:nvPr/>
          </p:nvGrpSpPr>
          <p:grpSpPr>
            <a:xfrm>
              <a:off x="215900" y="982915"/>
              <a:ext cx="2663220" cy="461665"/>
              <a:chOff x="215900" y="982915"/>
              <a:chExt cx="2663220" cy="461665"/>
            </a:xfrm>
          </p:grpSpPr>
          <p:sp>
            <p:nvSpPr>
              <p:cNvPr id="1048786"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787"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788"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56" name="组合 98"/>
          <p:cNvGrpSpPr/>
          <p:nvPr userDrawn="1"/>
        </p:nvGrpSpPr>
        <p:grpSpPr>
          <a:xfrm>
            <a:off x="96479" y="3351110"/>
            <a:ext cx="2464614" cy="461665"/>
            <a:chOff x="215900" y="982915"/>
            <a:chExt cx="2464614" cy="461665"/>
          </a:xfrm>
        </p:grpSpPr>
        <p:cxnSp>
          <p:nvCxnSpPr>
            <p:cNvPr id="3145734"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7" name="组合 100"/>
            <p:cNvGrpSpPr/>
            <p:nvPr/>
          </p:nvGrpSpPr>
          <p:grpSpPr>
            <a:xfrm>
              <a:off x="215900" y="982915"/>
              <a:ext cx="2464614" cy="461665"/>
              <a:chOff x="215900" y="982915"/>
              <a:chExt cx="2464614" cy="461665"/>
            </a:xfrm>
          </p:grpSpPr>
          <p:sp>
            <p:nvSpPr>
              <p:cNvPr id="1048789"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790"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791"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58" name="组合 104"/>
          <p:cNvGrpSpPr/>
          <p:nvPr userDrawn="1"/>
        </p:nvGrpSpPr>
        <p:grpSpPr>
          <a:xfrm>
            <a:off x="96479" y="3985318"/>
            <a:ext cx="2459517" cy="461665"/>
            <a:chOff x="215900" y="982915"/>
            <a:chExt cx="2459517" cy="461665"/>
          </a:xfrm>
        </p:grpSpPr>
        <p:cxnSp>
          <p:nvCxnSpPr>
            <p:cNvPr id="3145735"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9" name="组合 106"/>
            <p:cNvGrpSpPr/>
            <p:nvPr/>
          </p:nvGrpSpPr>
          <p:grpSpPr>
            <a:xfrm>
              <a:off x="215900" y="982915"/>
              <a:ext cx="2459517" cy="461665"/>
              <a:chOff x="215900" y="982915"/>
              <a:chExt cx="2459517" cy="461665"/>
            </a:xfrm>
          </p:grpSpPr>
          <p:sp>
            <p:nvSpPr>
              <p:cNvPr id="1048792"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793"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794"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0" name="组合 110"/>
          <p:cNvGrpSpPr/>
          <p:nvPr userDrawn="1"/>
        </p:nvGrpSpPr>
        <p:grpSpPr>
          <a:xfrm>
            <a:off x="96479" y="4619526"/>
            <a:ext cx="2464614" cy="461665"/>
            <a:chOff x="215900" y="982915"/>
            <a:chExt cx="2464614" cy="461665"/>
          </a:xfrm>
        </p:grpSpPr>
        <p:cxnSp>
          <p:nvCxnSpPr>
            <p:cNvPr id="3145736"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1" name="组合 112"/>
            <p:cNvGrpSpPr/>
            <p:nvPr/>
          </p:nvGrpSpPr>
          <p:grpSpPr>
            <a:xfrm>
              <a:off x="215900" y="982915"/>
              <a:ext cx="2464614" cy="460375"/>
              <a:chOff x="215900" y="982915"/>
              <a:chExt cx="2464614" cy="460375"/>
            </a:xfrm>
          </p:grpSpPr>
          <p:sp>
            <p:nvSpPr>
              <p:cNvPr id="1048795" name="矩形 113"/>
              <p:cNvSpPr/>
              <p:nvPr/>
            </p:nvSpPr>
            <p:spPr>
              <a:xfrm>
                <a:off x="215900" y="982915"/>
                <a:ext cx="346710"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5</a:t>
                </a:r>
                <a:endParaRPr lang="en-US" altLang="zh-CN" sz="2400" dirty="0">
                  <a:solidFill>
                    <a:schemeClr val="bg1"/>
                  </a:solidFill>
                  <a:latin typeface="Impact" panose="020B0806030902050204" pitchFamily="34" charset="0"/>
                  <a:cs typeface="+mn-ea"/>
                </a:endParaRPr>
              </a:p>
            </p:txBody>
          </p:sp>
          <p:sp>
            <p:nvSpPr>
              <p:cNvPr id="1048796" name="矩形 114"/>
              <p:cNvSpPr/>
              <p:nvPr/>
            </p:nvSpPr>
            <p:spPr>
              <a:xfrm>
                <a:off x="668834" y="1044470"/>
                <a:ext cx="2011680" cy="337185"/>
              </a:xfrm>
              <a:prstGeom prst="rect">
                <a:avLst/>
              </a:prstGeom>
            </p:spPr>
            <p:txBody>
              <a:bodyPr wrap="none">
                <a:spAutoFit/>
              </a:bodyPr>
              <a:lstStyle/>
              <a:p>
                <a:pPr algn="l">
                  <a:buClrTx/>
                  <a:buSzTx/>
                  <a:buFontTx/>
                </a:pPr>
                <a:r>
                  <a:rPr lang="zh-CN" altLang="en-US" sz="1600" b="1" dirty="0">
                    <a:solidFill>
                      <a:schemeClr val="bg1"/>
                    </a:solidFill>
                  </a:rPr>
                  <a:t>进度安排与预期成果</a:t>
                </a:r>
              </a:p>
            </p:txBody>
          </p:sp>
          <p:sp>
            <p:nvSpPr>
              <p:cNvPr id="1048797"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798" name="矩形 116"/>
          <p:cNvSpPr/>
          <p:nvPr userDrawn="1"/>
        </p:nvSpPr>
        <p:spPr>
          <a:xfrm>
            <a:off x="407491" y="118588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799" name="箭头: 燕尾形 56"/>
          <p:cNvSpPr/>
          <p:nvPr userDrawn="1"/>
        </p:nvSpPr>
        <p:spPr>
          <a:xfrm rot="5400000">
            <a:off x="1201261" y="179635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
        <p:nvSpPr>
          <p:cNvPr id="1048877"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8" name="组合 86"/>
          <p:cNvGrpSpPr/>
          <p:nvPr userDrawn="1"/>
        </p:nvGrpSpPr>
        <p:grpSpPr>
          <a:xfrm>
            <a:off x="107274" y="1327044"/>
            <a:ext cx="2663220" cy="461665"/>
            <a:chOff x="215900" y="982915"/>
            <a:chExt cx="2663220" cy="461665"/>
          </a:xfrm>
        </p:grpSpPr>
        <p:cxnSp>
          <p:nvCxnSpPr>
            <p:cNvPr id="314575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9" name="组合 88"/>
            <p:cNvGrpSpPr/>
            <p:nvPr/>
          </p:nvGrpSpPr>
          <p:grpSpPr>
            <a:xfrm>
              <a:off x="215900" y="982915"/>
              <a:ext cx="2663220" cy="461665"/>
              <a:chOff x="215900" y="982915"/>
              <a:chExt cx="2663220" cy="461665"/>
            </a:xfrm>
          </p:grpSpPr>
          <p:sp>
            <p:nvSpPr>
              <p:cNvPr id="1048878" name="矩形 89"/>
              <p:cNvSpPr/>
              <p:nvPr/>
            </p:nvSpPr>
            <p:spPr>
              <a:xfrm>
                <a:off x="215900" y="982915"/>
                <a:ext cx="301686" cy="461665"/>
              </a:xfrm>
              <a:prstGeom prst="rect">
                <a:avLst/>
              </a:prstGeom>
            </p:spPr>
            <p:txBody>
              <a:bodyPr wrap="none">
                <a:spAutoFit/>
              </a:bodyPr>
              <a:lstStyle/>
              <a:p>
                <a:r>
                  <a:rPr lang="en-US" altLang="zh-CN" sz="2400" dirty="0">
                    <a:solidFill>
                      <a:schemeClr val="bg1"/>
                    </a:solidFill>
                    <a:latin typeface="Impact" panose="020B0806030902050204" pitchFamily="34" charset="0"/>
                    <a:cs typeface="+mn-ea"/>
                    <a:sym typeface="+mn-lt"/>
                  </a:rPr>
                  <a:t>1</a:t>
                </a:r>
                <a:endParaRPr lang="zh-CN" altLang="en-US" sz="2400" dirty="0">
                  <a:solidFill>
                    <a:schemeClr val="bg1"/>
                  </a:solidFill>
                  <a:latin typeface="Impact" panose="020B0806030902050204" pitchFamily="34" charset="0"/>
                </a:endParaRPr>
              </a:p>
            </p:txBody>
          </p:sp>
          <p:sp>
            <p:nvSpPr>
              <p:cNvPr id="1048879" name="矩形 90"/>
              <p:cNvSpPr/>
              <p:nvPr/>
            </p:nvSpPr>
            <p:spPr>
              <a:xfrm>
                <a:off x="668834" y="1044470"/>
                <a:ext cx="2210286" cy="337185"/>
              </a:xfrm>
              <a:prstGeom prst="rect">
                <a:avLst/>
              </a:prstGeom>
            </p:spPr>
            <p:txBody>
              <a:bodyPr wrap="none">
                <a:spAutoFit/>
              </a:bodyPr>
              <a:lstStyle/>
              <a:p>
                <a:r>
                  <a:rPr lang="zh-CN" altLang="en-US" sz="1600" b="1" dirty="0">
                    <a:solidFill>
                      <a:schemeClr val="bg1"/>
                    </a:solidFill>
                  </a:rPr>
                  <a:t>研究背景与立项依据</a:t>
                </a:r>
                <a:endParaRPr lang="en-US" altLang="zh-CN" sz="1600" b="1" dirty="0">
                  <a:solidFill>
                    <a:schemeClr val="bg1"/>
                  </a:solidFill>
                </a:endParaRPr>
              </a:p>
            </p:txBody>
          </p:sp>
          <p:sp>
            <p:nvSpPr>
              <p:cNvPr id="1048880"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110" name="组合 92"/>
          <p:cNvGrpSpPr/>
          <p:nvPr userDrawn="1"/>
        </p:nvGrpSpPr>
        <p:grpSpPr>
          <a:xfrm>
            <a:off x="107274" y="1961252"/>
            <a:ext cx="2663220" cy="461665"/>
            <a:chOff x="215900" y="982915"/>
            <a:chExt cx="2663220" cy="461665"/>
          </a:xfrm>
        </p:grpSpPr>
        <p:cxnSp>
          <p:nvCxnSpPr>
            <p:cNvPr id="314575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1" name="组合 94"/>
            <p:cNvGrpSpPr/>
            <p:nvPr/>
          </p:nvGrpSpPr>
          <p:grpSpPr>
            <a:xfrm>
              <a:off x="215900" y="982915"/>
              <a:ext cx="2663220" cy="461665"/>
              <a:chOff x="215900" y="982915"/>
              <a:chExt cx="2663220" cy="461665"/>
            </a:xfrm>
          </p:grpSpPr>
          <p:sp>
            <p:nvSpPr>
              <p:cNvPr id="1048881"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82"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83"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2" name="组合 98"/>
          <p:cNvGrpSpPr/>
          <p:nvPr userDrawn="1"/>
        </p:nvGrpSpPr>
        <p:grpSpPr>
          <a:xfrm>
            <a:off x="107274" y="2595460"/>
            <a:ext cx="2464614" cy="461665"/>
            <a:chOff x="215900" y="982915"/>
            <a:chExt cx="2464614" cy="461665"/>
          </a:xfrm>
        </p:grpSpPr>
        <p:cxnSp>
          <p:nvCxnSpPr>
            <p:cNvPr id="314575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3" name="组合 100"/>
            <p:cNvGrpSpPr/>
            <p:nvPr/>
          </p:nvGrpSpPr>
          <p:grpSpPr>
            <a:xfrm>
              <a:off x="215900" y="982915"/>
              <a:ext cx="2464614" cy="461665"/>
              <a:chOff x="215900" y="982915"/>
              <a:chExt cx="2464614" cy="461665"/>
            </a:xfrm>
          </p:grpSpPr>
          <p:sp>
            <p:nvSpPr>
              <p:cNvPr id="1048884"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85"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86"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4" name="组合 104"/>
          <p:cNvGrpSpPr/>
          <p:nvPr userDrawn="1"/>
        </p:nvGrpSpPr>
        <p:grpSpPr>
          <a:xfrm>
            <a:off x="107274" y="3229668"/>
            <a:ext cx="2459517" cy="461665"/>
            <a:chOff x="215900" y="982915"/>
            <a:chExt cx="2459517" cy="461665"/>
          </a:xfrm>
        </p:grpSpPr>
        <p:cxnSp>
          <p:nvCxnSpPr>
            <p:cNvPr id="314576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5" name="组合 106"/>
            <p:cNvGrpSpPr/>
            <p:nvPr/>
          </p:nvGrpSpPr>
          <p:grpSpPr>
            <a:xfrm>
              <a:off x="215900" y="982915"/>
              <a:ext cx="2459517" cy="461665"/>
              <a:chOff x="215900" y="982915"/>
              <a:chExt cx="2459517" cy="461665"/>
            </a:xfrm>
          </p:grpSpPr>
          <p:sp>
            <p:nvSpPr>
              <p:cNvPr id="1048887"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88"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89"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6" name="组合 110"/>
          <p:cNvGrpSpPr/>
          <p:nvPr userDrawn="1"/>
        </p:nvGrpSpPr>
        <p:grpSpPr>
          <a:xfrm>
            <a:off x="107274" y="3863876"/>
            <a:ext cx="2464614" cy="461665"/>
            <a:chOff x="215900" y="982915"/>
            <a:chExt cx="2464614" cy="461665"/>
          </a:xfrm>
        </p:grpSpPr>
        <p:cxnSp>
          <p:nvCxnSpPr>
            <p:cNvPr id="314576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7" name="组合 112"/>
            <p:cNvGrpSpPr/>
            <p:nvPr/>
          </p:nvGrpSpPr>
          <p:grpSpPr>
            <a:xfrm>
              <a:off x="215900" y="982915"/>
              <a:ext cx="2464614" cy="461665"/>
              <a:chOff x="215900" y="982915"/>
              <a:chExt cx="2464614" cy="461665"/>
            </a:xfrm>
          </p:grpSpPr>
          <p:sp>
            <p:nvSpPr>
              <p:cNvPr id="1048890"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91"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92"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93" name="矩形 116"/>
          <p:cNvSpPr/>
          <p:nvPr userDrawn="1"/>
        </p:nvSpPr>
        <p:spPr>
          <a:xfrm>
            <a:off x="418286" y="43023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94" name="箭头: 燕尾形 56"/>
          <p:cNvSpPr/>
          <p:nvPr userDrawn="1"/>
        </p:nvSpPr>
        <p:spPr>
          <a:xfrm rot="5400000">
            <a:off x="1212056" y="104070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895"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1048896"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1048897" name="日期占位符 3"/>
          <p:cNvSpPr>
            <a:spLocks noGrp="1"/>
          </p:cNvSpPr>
          <p:nvPr>
            <p:ph type="dt" sz="half" idx="10"/>
          </p:nvPr>
        </p:nvSpPr>
        <p:spPr>
          <a:xfrm>
            <a:off x="838200" y="6356350"/>
            <a:ext cx="2743200" cy="365125"/>
          </a:xfrm>
          <a:prstGeom prst="rect">
            <a:avLst/>
          </a:prstGeom>
        </p:spPr>
        <p:txBody>
          <a:bodyPr/>
          <a:lstStyle/>
          <a:p>
            <a:fld id="{9B82AFC9-7D9A-4FD9-B772-845CA8F4F0F5}" type="datetimeFigureOut">
              <a:rPr lang="zh-CN" altLang="en-US" smtClean="0"/>
              <a:t>2025/10/29</a:t>
            </a:fld>
            <a:endParaRPr lang="zh-CN" altLang="en-US"/>
          </a:p>
        </p:txBody>
      </p:sp>
      <p:sp>
        <p:nvSpPr>
          <p:cNvPr id="1048898"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99" name="灯片编号占位符 5"/>
          <p:cNvSpPr>
            <a:spLocks noGrp="1"/>
          </p:cNvSpPr>
          <p:nvPr>
            <p:ph type="sldNum" sz="quarter" idx="12"/>
          </p:nvPr>
        </p:nvSpPr>
        <p:spPr>
          <a:xfrm>
            <a:off x="8610600" y="6356350"/>
            <a:ext cx="2743200" cy="365125"/>
          </a:xfrm>
          <a:prstGeom prst="rect">
            <a:avLst/>
          </a:prstGeom>
        </p:spPr>
        <p:txBody>
          <a:bodyPr/>
          <a:lstStyle/>
          <a:p>
            <a:fld id="{F88BD4B3-A4CF-4B7B-A8C7-820FC5A3D5B4}"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818" name="日期占位符 1"/>
          <p:cNvSpPr>
            <a:spLocks noGrp="1"/>
          </p:cNvSpPr>
          <p:nvPr>
            <p:ph type="dt" sz="half" idx="10"/>
          </p:nvPr>
        </p:nvSpPr>
        <p:spPr>
          <a:xfrm>
            <a:off x="838200" y="6356350"/>
            <a:ext cx="2743200" cy="365125"/>
          </a:xfrm>
          <a:prstGeom prst="rect">
            <a:avLst/>
          </a:prstGeom>
        </p:spPr>
        <p:txBody>
          <a:bodyPr/>
          <a:lstStyle/>
          <a:p>
            <a:fld id="{9B82AFC9-7D9A-4FD9-B772-845CA8F4F0F5}" type="datetimeFigureOut">
              <a:rPr lang="zh-CN" altLang="en-US" smtClean="0"/>
              <a:t>2025/10/29</a:t>
            </a:fld>
            <a:endParaRPr lang="zh-CN" altLang="en-US"/>
          </a:p>
        </p:txBody>
      </p:sp>
      <p:sp>
        <p:nvSpPr>
          <p:cNvPr id="1048819"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20" name="灯片编号占位符 3"/>
          <p:cNvSpPr>
            <a:spLocks noGrp="1"/>
          </p:cNvSpPr>
          <p:nvPr>
            <p:ph type="sldNum" sz="quarter" idx="12"/>
          </p:nvPr>
        </p:nvSpPr>
        <p:spPr>
          <a:xfrm>
            <a:off x="8610600" y="6356350"/>
            <a:ext cx="2743200" cy="365125"/>
          </a:xfrm>
          <a:prstGeom prst="rect">
            <a:avLst/>
          </a:prstGeom>
        </p:spPr>
        <p:txBody>
          <a:bodyPr/>
          <a:lstStyle/>
          <a:p>
            <a:fld id="{F88BD4B3-A4CF-4B7B-A8C7-820FC5A3D5B4}" type="slidenum">
              <a:rPr lang="zh-CN" altLang="en-US" smtClean="0"/>
              <a:t>‹#›</a:t>
            </a:fld>
            <a:endParaRPr lang="zh-CN" altLang="en-US"/>
          </a:p>
        </p:txBody>
      </p:sp>
      <p:sp>
        <p:nvSpPr>
          <p:cNvPr id="1048821" name="任意多边形: 形状 4"/>
          <p:cNvSpPr/>
          <p:nvPr userDrawn="1"/>
        </p:nvSpPr>
        <p:spPr>
          <a:xfrm>
            <a:off x="359366" y="6735098"/>
            <a:ext cx="11488295" cy="122903"/>
          </a:xfrm>
          <a:custGeom>
            <a:avLst/>
            <a:gdLst>
              <a:gd name="connsiteX0" fmla="*/ 247791 w 11488295"/>
              <a:gd name="connsiteY0" fmla="*/ 0 h 122903"/>
              <a:gd name="connsiteX1" fmla="*/ 11240504 w 11488295"/>
              <a:gd name="connsiteY1" fmla="*/ 0 h 122903"/>
              <a:gd name="connsiteX2" fmla="*/ 11462895 w 11488295"/>
              <a:gd name="connsiteY2" fmla="*/ 92117 h 122903"/>
              <a:gd name="connsiteX3" fmla="*/ 11488295 w 11488295"/>
              <a:gd name="connsiteY3" fmla="*/ 122903 h 122903"/>
              <a:gd name="connsiteX4" fmla="*/ 0 w 11488295"/>
              <a:gd name="connsiteY4" fmla="*/ 122903 h 122903"/>
              <a:gd name="connsiteX5" fmla="*/ 25400 w 11488295"/>
              <a:gd name="connsiteY5" fmla="*/ 92117 h 122903"/>
              <a:gd name="connsiteX6" fmla="*/ 247791 w 11488295"/>
              <a:gd name="connsiteY6" fmla="*/ 0 h 122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88295" h="122903">
                <a:moveTo>
                  <a:pt x="247791" y="0"/>
                </a:moveTo>
                <a:lnTo>
                  <a:pt x="11240504" y="0"/>
                </a:lnTo>
                <a:cubicBezTo>
                  <a:pt x="11327353" y="0"/>
                  <a:pt x="11405980" y="35203"/>
                  <a:pt x="11462895" y="92117"/>
                </a:cubicBezTo>
                <a:lnTo>
                  <a:pt x="11488295" y="122903"/>
                </a:lnTo>
                <a:lnTo>
                  <a:pt x="0" y="122903"/>
                </a:lnTo>
                <a:lnTo>
                  <a:pt x="25400" y="92117"/>
                </a:lnTo>
                <a:cubicBezTo>
                  <a:pt x="82315" y="35203"/>
                  <a:pt x="160942" y="0"/>
                  <a:pt x="247791" y="0"/>
                </a:cubicBez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48822" name="任意多边形: 形状 5"/>
          <p:cNvSpPr/>
          <p:nvPr userDrawn="1"/>
        </p:nvSpPr>
        <p:spPr>
          <a:xfrm flipV="1">
            <a:off x="359366" y="-4"/>
            <a:ext cx="11488295" cy="122903"/>
          </a:xfrm>
          <a:custGeom>
            <a:avLst/>
            <a:gdLst>
              <a:gd name="connsiteX0" fmla="*/ 247791 w 11488295"/>
              <a:gd name="connsiteY0" fmla="*/ 0 h 122903"/>
              <a:gd name="connsiteX1" fmla="*/ 11240504 w 11488295"/>
              <a:gd name="connsiteY1" fmla="*/ 0 h 122903"/>
              <a:gd name="connsiteX2" fmla="*/ 11462895 w 11488295"/>
              <a:gd name="connsiteY2" fmla="*/ 92117 h 122903"/>
              <a:gd name="connsiteX3" fmla="*/ 11488295 w 11488295"/>
              <a:gd name="connsiteY3" fmla="*/ 122903 h 122903"/>
              <a:gd name="connsiteX4" fmla="*/ 0 w 11488295"/>
              <a:gd name="connsiteY4" fmla="*/ 122903 h 122903"/>
              <a:gd name="connsiteX5" fmla="*/ 25400 w 11488295"/>
              <a:gd name="connsiteY5" fmla="*/ 92117 h 122903"/>
              <a:gd name="connsiteX6" fmla="*/ 247791 w 11488295"/>
              <a:gd name="connsiteY6" fmla="*/ 0 h 122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88295" h="122903">
                <a:moveTo>
                  <a:pt x="247791" y="0"/>
                </a:moveTo>
                <a:lnTo>
                  <a:pt x="11240504" y="0"/>
                </a:lnTo>
                <a:cubicBezTo>
                  <a:pt x="11327353" y="0"/>
                  <a:pt x="11405980" y="35203"/>
                  <a:pt x="11462895" y="92117"/>
                </a:cubicBezTo>
                <a:lnTo>
                  <a:pt x="11488295" y="122903"/>
                </a:lnTo>
                <a:lnTo>
                  <a:pt x="0" y="122903"/>
                </a:lnTo>
                <a:lnTo>
                  <a:pt x="25400" y="92117"/>
                </a:lnTo>
                <a:cubicBezTo>
                  <a:pt x="82315" y="35203"/>
                  <a:pt x="160942" y="0"/>
                  <a:pt x="247791" y="0"/>
                </a:cubicBez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634"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1048635"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1048800"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3" name="组合 86"/>
          <p:cNvGrpSpPr/>
          <p:nvPr userDrawn="1"/>
        </p:nvGrpSpPr>
        <p:grpSpPr>
          <a:xfrm>
            <a:off x="142834" y="2028719"/>
            <a:ext cx="2663220" cy="461665"/>
            <a:chOff x="215900" y="982915"/>
            <a:chExt cx="2663220" cy="461665"/>
          </a:xfrm>
        </p:grpSpPr>
        <p:cxnSp>
          <p:nvCxnSpPr>
            <p:cNvPr id="314573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4" name="组合 88"/>
            <p:cNvGrpSpPr/>
            <p:nvPr/>
          </p:nvGrpSpPr>
          <p:grpSpPr>
            <a:xfrm>
              <a:off x="215900" y="982915"/>
              <a:ext cx="2663220" cy="461665"/>
              <a:chOff x="215900" y="982915"/>
              <a:chExt cx="2663220" cy="461665"/>
            </a:xfrm>
          </p:grpSpPr>
          <p:sp>
            <p:nvSpPr>
              <p:cNvPr id="1048801" name="矩形 89"/>
              <p:cNvSpPr/>
              <p:nvPr/>
            </p:nvSpPr>
            <p:spPr>
              <a:xfrm>
                <a:off x="215900" y="982915"/>
                <a:ext cx="301686" cy="461665"/>
              </a:xfrm>
              <a:prstGeom prst="rect">
                <a:avLst/>
              </a:prstGeom>
            </p:spPr>
            <p:txBody>
              <a:bodyPr wrap="none">
                <a:spAutoFit/>
              </a:bodyPr>
              <a:lstStyle/>
              <a:p>
                <a:r>
                  <a:rPr lang="en-US" altLang="zh-CN" sz="2400" dirty="0">
                    <a:solidFill>
                      <a:schemeClr val="bg1"/>
                    </a:solidFill>
                    <a:latin typeface="Impact" panose="020B0806030902050204" pitchFamily="34" charset="0"/>
                    <a:cs typeface="+mn-ea"/>
                    <a:sym typeface="+mn-lt"/>
                  </a:rPr>
                  <a:t>1</a:t>
                </a:r>
                <a:endParaRPr lang="zh-CN" altLang="en-US" sz="2400" dirty="0">
                  <a:solidFill>
                    <a:schemeClr val="bg1"/>
                  </a:solidFill>
                  <a:latin typeface="Impact" panose="020B0806030902050204" pitchFamily="34" charset="0"/>
                </a:endParaRPr>
              </a:p>
            </p:txBody>
          </p:sp>
          <p:sp>
            <p:nvSpPr>
              <p:cNvPr id="1048802" name="矩形 90"/>
              <p:cNvSpPr/>
              <p:nvPr/>
            </p:nvSpPr>
            <p:spPr>
              <a:xfrm>
                <a:off x="668834" y="1044470"/>
                <a:ext cx="2210286" cy="337185"/>
              </a:xfrm>
              <a:prstGeom prst="rect">
                <a:avLst/>
              </a:prstGeom>
            </p:spPr>
            <p:txBody>
              <a:bodyPr wrap="none">
                <a:spAutoFit/>
              </a:bodyPr>
              <a:lstStyle/>
              <a:p>
                <a:r>
                  <a:rPr lang="zh-CN" altLang="en-US" sz="1600" b="1" dirty="0">
                    <a:solidFill>
                      <a:schemeClr val="bg1"/>
                    </a:solidFill>
                  </a:rPr>
                  <a:t>研究背景与立项依据</a:t>
                </a:r>
                <a:endParaRPr lang="en-US" altLang="zh-CN" sz="1600" b="1" dirty="0">
                  <a:solidFill>
                    <a:schemeClr val="bg1"/>
                  </a:solidFill>
                </a:endParaRPr>
              </a:p>
            </p:txBody>
          </p:sp>
          <p:sp>
            <p:nvSpPr>
              <p:cNvPr id="1048803"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65" name="组合 92"/>
          <p:cNvGrpSpPr/>
          <p:nvPr userDrawn="1"/>
        </p:nvGrpSpPr>
        <p:grpSpPr>
          <a:xfrm>
            <a:off x="142834" y="2662927"/>
            <a:ext cx="2663220" cy="461665"/>
            <a:chOff x="215900" y="982915"/>
            <a:chExt cx="2663220" cy="461665"/>
          </a:xfrm>
        </p:grpSpPr>
        <p:cxnSp>
          <p:nvCxnSpPr>
            <p:cNvPr id="314573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6" name="组合 94"/>
            <p:cNvGrpSpPr/>
            <p:nvPr/>
          </p:nvGrpSpPr>
          <p:grpSpPr>
            <a:xfrm>
              <a:off x="215900" y="982915"/>
              <a:ext cx="2663220" cy="461665"/>
              <a:chOff x="215900" y="982915"/>
              <a:chExt cx="2663220" cy="461665"/>
            </a:xfrm>
          </p:grpSpPr>
          <p:sp>
            <p:nvSpPr>
              <p:cNvPr id="1048804"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05"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06"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7" name="组合 98"/>
          <p:cNvGrpSpPr/>
          <p:nvPr userDrawn="1"/>
        </p:nvGrpSpPr>
        <p:grpSpPr>
          <a:xfrm>
            <a:off x="142834" y="3297135"/>
            <a:ext cx="2464614" cy="461665"/>
            <a:chOff x="215900" y="982915"/>
            <a:chExt cx="2464614" cy="461665"/>
          </a:xfrm>
        </p:grpSpPr>
        <p:cxnSp>
          <p:nvCxnSpPr>
            <p:cNvPr id="314573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8" name="组合 100"/>
            <p:cNvGrpSpPr/>
            <p:nvPr/>
          </p:nvGrpSpPr>
          <p:grpSpPr>
            <a:xfrm>
              <a:off x="215900" y="982915"/>
              <a:ext cx="2464614" cy="461665"/>
              <a:chOff x="215900" y="982915"/>
              <a:chExt cx="2464614" cy="461665"/>
            </a:xfrm>
          </p:grpSpPr>
          <p:sp>
            <p:nvSpPr>
              <p:cNvPr id="1048807"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08"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09"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9" name="组合 104"/>
          <p:cNvGrpSpPr/>
          <p:nvPr userDrawn="1"/>
        </p:nvGrpSpPr>
        <p:grpSpPr>
          <a:xfrm>
            <a:off x="142834" y="3931343"/>
            <a:ext cx="2459517" cy="461665"/>
            <a:chOff x="215900" y="982915"/>
            <a:chExt cx="2459517" cy="461665"/>
          </a:xfrm>
        </p:grpSpPr>
        <p:cxnSp>
          <p:nvCxnSpPr>
            <p:cNvPr id="314574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0" name="组合 106"/>
            <p:cNvGrpSpPr/>
            <p:nvPr/>
          </p:nvGrpSpPr>
          <p:grpSpPr>
            <a:xfrm>
              <a:off x="215900" y="982915"/>
              <a:ext cx="2459517" cy="461665"/>
              <a:chOff x="215900" y="982915"/>
              <a:chExt cx="2459517" cy="461665"/>
            </a:xfrm>
          </p:grpSpPr>
          <p:sp>
            <p:nvSpPr>
              <p:cNvPr id="1048810"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11"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12"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71" name="组合 110"/>
          <p:cNvGrpSpPr/>
          <p:nvPr userDrawn="1"/>
        </p:nvGrpSpPr>
        <p:grpSpPr>
          <a:xfrm>
            <a:off x="142834" y="4565551"/>
            <a:ext cx="2464614" cy="461665"/>
            <a:chOff x="215900" y="982915"/>
            <a:chExt cx="2464614" cy="461665"/>
          </a:xfrm>
        </p:grpSpPr>
        <p:cxnSp>
          <p:nvCxnSpPr>
            <p:cNvPr id="314574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2" name="组合 112"/>
            <p:cNvGrpSpPr/>
            <p:nvPr/>
          </p:nvGrpSpPr>
          <p:grpSpPr>
            <a:xfrm>
              <a:off x="215900" y="982915"/>
              <a:ext cx="2464614" cy="461665"/>
              <a:chOff x="215900" y="982915"/>
              <a:chExt cx="2464614" cy="461665"/>
            </a:xfrm>
          </p:grpSpPr>
          <p:sp>
            <p:nvSpPr>
              <p:cNvPr id="1048813"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14"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15"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16" name="矩形 116"/>
          <p:cNvSpPr/>
          <p:nvPr userDrawn="1"/>
        </p:nvSpPr>
        <p:spPr>
          <a:xfrm>
            <a:off x="385266" y="1004908"/>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17" name="箭头: 燕尾形 56"/>
          <p:cNvSpPr/>
          <p:nvPr userDrawn="1"/>
        </p:nvSpPr>
        <p:spPr>
          <a:xfrm rot="5400000">
            <a:off x="1179036" y="1615379"/>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048823" name="矩形 6"/>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 name="组合 7"/>
          <p:cNvGrpSpPr/>
          <p:nvPr userDrawn="1"/>
        </p:nvGrpSpPr>
        <p:grpSpPr>
          <a:xfrm>
            <a:off x="142834" y="1857269"/>
            <a:ext cx="2464614" cy="461665"/>
            <a:chOff x="215900" y="982915"/>
            <a:chExt cx="2464614" cy="461665"/>
          </a:xfrm>
        </p:grpSpPr>
        <p:cxnSp>
          <p:nvCxnSpPr>
            <p:cNvPr id="3145742" name="直接连接符 8"/>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6" name="组合 9"/>
            <p:cNvGrpSpPr/>
            <p:nvPr/>
          </p:nvGrpSpPr>
          <p:grpSpPr>
            <a:xfrm>
              <a:off x="215900" y="982915"/>
              <a:ext cx="2464614" cy="460375"/>
              <a:chOff x="215900" y="982915"/>
              <a:chExt cx="2464614" cy="460375"/>
            </a:xfrm>
          </p:grpSpPr>
          <p:sp>
            <p:nvSpPr>
              <p:cNvPr id="1048824" name="矩形 10"/>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25" name="矩形 11"/>
              <p:cNvSpPr/>
              <p:nvPr/>
            </p:nvSpPr>
            <p:spPr>
              <a:xfrm>
                <a:off x="668834" y="1044470"/>
                <a:ext cx="2011680" cy="337185"/>
              </a:xfrm>
              <a:prstGeom prst="rect">
                <a:avLst/>
              </a:prstGeom>
            </p:spPr>
            <p:txBody>
              <a:bodyPr wrap="none">
                <a:spAutoFit/>
              </a:bodyPr>
              <a:lstStyle/>
              <a:p>
                <a:pPr algn="l">
                  <a:buClrTx/>
                  <a:buSzTx/>
                  <a:buFontTx/>
                </a:pPr>
                <a:r>
                  <a:rPr lang="zh-CN" altLang="en-US" sz="1600" dirty="0">
                    <a:solidFill>
                      <a:schemeClr val="bg1">
                        <a:alpha val="35000"/>
                      </a:schemeClr>
                    </a:solidFill>
                  </a:rPr>
                  <a:t>研究背景与立项依据</a:t>
                </a:r>
              </a:p>
            </p:txBody>
          </p:sp>
          <p:sp>
            <p:nvSpPr>
              <p:cNvPr id="1048826"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77" name="组合 13"/>
          <p:cNvGrpSpPr/>
          <p:nvPr userDrawn="1"/>
        </p:nvGrpSpPr>
        <p:grpSpPr>
          <a:xfrm>
            <a:off x="142834" y="2491477"/>
            <a:ext cx="2464614" cy="461665"/>
            <a:chOff x="215900" y="982915"/>
            <a:chExt cx="2464614" cy="461665"/>
          </a:xfrm>
        </p:grpSpPr>
        <p:cxnSp>
          <p:nvCxnSpPr>
            <p:cNvPr id="3145743" name="直接连接符 14"/>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8" name="组合 15"/>
            <p:cNvGrpSpPr/>
            <p:nvPr/>
          </p:nvGrpSpPr>
          <p:grpSpPr>
            <a:xfrm>
              <a:off x="215900" y="982915"/>
              <a:ext cx="2464614" cy="460375"/>
              <a:chOff x="215900" y="982915"/>
              <a:chExt cx="2464614" cy="460375"/>
            </a:xfrm>
          </p:grpSpPr>
          <p:sp>
            <p:nvSpPr>
              <p:cNvPr id="1048827" name="矩形 16"/>
              <p:cNvSpPr/>
              <p:nvPr/>
            </p:nvSpPr>
            <p:spPr>
              <a:xfrm>
                <a:off x="215900" y="982915"/>
                <a:ext cx="335915"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2</a:t>
                </a:r>
                <a:endParaRPr lang="en-US" altLang="zh-CN" sz="2400" dirty="0">
                  <a:solidFill>
                    <a:schemeClr val="bg1"/>
                  </a:solidFill>
                  <a:latin typeface="Impact" panose="020B0806030902050204" pitchFamily="34" charset="0"/>
                  <a:cs typeface="+mn-ea"/>
                </a:endParaRPr>
              </a:p>
            </p:txBody>
          </p:sp>
          <p:sp>
            <p:nvSpPr>
              <p:cNvPr id="1048828" name="矩形 17"/>
              <p:cNvSpPr/>
              <p:nvPr/>
            </p:nvSpPr>
            <p:spPr>
              <a:xfrm>
                <a:off x="668834" y="1044470"/>
                <a:ext cx="2011680" cy="337185"/>
              </a:xfrm>
              <a:prstGeom prst="rect">
                <a:avLst/>
              </a:prstGeom>
            </p:spPr>
            <p:txBody>
              <a:bodyPr wrap="none">
                <a:spAutoFit/>
              </a:bodyPr>
              <a:lstStyle/>
              <a:p>
                <a:r>
                  <a:rPr lang="zh-CN" altLang="en-US" sz="1600" b="1" dirty="0">
                    <a:solidFill>
                      <a:schemeClr val="bg1"/>
                    </a:solidFill>
                  </a:rPr>
                  <a:t>研究对象与研究内容</a:t>
                </a:r>
                <a:endParaRPr lang="zh-CN" altLang="en-US" sz="1600" dirty="0">
                  <a:solidFill>
                    <a:schemeClr val="bg1">
                      <a:alpha val="35000"/>
                    </a:schemeClr>
                  </a:solidFill>
                </a:endParaRPr>
              </a:p>
            </p:txBody>
          </p:sp>
          <p:sp>
            <p:nvSpPr>
              <p:cNvPr id="1048829"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79" name="组合 19"/>
          <p:cNvGrpSpPr/>
          <p:nvPr userDrawn="1"/>
        </p:nvGrpSpPr>
        <p:grpSpPr>
          <a:xfrm>
            <a:off x="142834" y="3125685"/>
            <a:ext cx="2464614" cy="461665"/>
            <a:chOff x="215900" y="982915"/>
            <a:chExt cx="2464614" cy="461665"/>
          </a:xfrm>
        </p:grpSpPr>
        <p:cxnSp>
          <p:nvCxnSpPr>
            <p:cNvPr id="3145744" name="直接连接符 20"/>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0" name="组合 21"/>
            <p:cNvGrpSpPr/>
            <p:nvPr/>
          </p:nvGrpSpPr>
          <p:grpSpPr>
            <a:xfrm>
              <a:off x="215900" y="982915"/>
              <a:ext cx="2464614" cy="461665"/>
              <a:chOff x="215900" y="982915"/>
              <a:chExt cx="2464614" cy="461665"/>
            </a:xfrm>
          </p:grpSpPr>
          <p:sp>
            <p:nvSpPr>
              <p:cNvPr id="1048830" name="矩形 22"/>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31" name="矩形 23"/>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32"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81" name="组合 25"/>
          <p:cNvGrpSpPr/>
          <p:nvPr userDrawn="1"/>
        </p:nvGrpSpPr>
        <p:grpSpPr>
          <a:xfrm>
            <a:off x="142834" y="3759893"/>
            <a:ext cx="2459517" cy="461665"/>
            <a:chOff x="215900" y="982915"/>
            <a:chExt cx="2459517" cy="461665"/>
          </a:xfrm>
        </p:grpSpPr>
        <p:cxnSp>
          <p:nvCxnSpPr>
            <p:cNvPr id="3145745" name="直接连接符 26"/>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2" name="组合 27"/>
            <p:cNvGrpSpPr/>
            <p:nvPr/>
          </p:nvGrpSpPr>
          <p:grpSpPr>
            <a:xfrm>
              <a:off x="215900" y="982915"/>
              <a:ext cx="2459517" cy="461665"/>
              <a:chOff x="215900" y="982915"/>
              <a:chExt cx="2459517" cy="461665"/>
            </a:xfrm>
          </p:grpSpPr>
          <p:sp>
            <p:nvSpPr>
              <p:cNvPr id="1048833" name="矩形 28"/>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34" name="矩形 29"/>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35"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83" name="组合 31"/>
          <p:cNvGrpSpPr/>
          <p:nvPr userDrawn="1"/>
        </p:nvGrpSpPr>
        <p:grpSpPr>
          <a:xfrm>
            <a:off x="142834" y="4394101"/>
            <a:ext cx="2464614" cy="461665"/>
            <a:chOff x="215900" y="982915"/>
            <a:chExt cx="2464614" cy="461665"/>
          </a:xfrm>
        </p:grpSpPr>
        <p:cxnSp>
          <p:nvCxnSpPr>
            <p:cNvPr id="3145746" name="直接连接符 32"/>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4" name="组合 33"/>
            <p:cNvGrpSpPr/>
            <p:nvPr/>
          </p:nvGrpSpPr>
          <p:grpSpPr>
            <a:xfrm>
              <a:off x="215900" y="982915"/>
              <a:ext cx="2464614" cy="461665"/>
              <a:chOff x="215900" y="982915"/>
              <a:chExt cx="2464614" cy="461665"/>
            </a:xfrm>
          </p:grpSpPr>
          <p:sp>
            <p:nvSpPr>
              <p:cNvPr id="1048836" name="矩形 34"/>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37" name="矩形 35"/>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38"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39" name="矩形 55"/>
          <p:cNvSpPr/>
          <p:nvPr userDrawn="1"/>
        </p:nvSpPr>
        <p:spPr>
          <a:xfrm>
            <a:off x="441781" y="93061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40" name="箭头: 燕尾形 56"/>
          <p:cNvSpPr/>
          <p:nvPr userDrawn="1"/>
        </p:nvSpPr>
        <p:spPr>
          <a:xfrm rot="5400000">
            <a:off x="1235551" y="154108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1048841" name="矩形 85"/>
          <p:cNvSpPr/>
          <p:nvPr userDrawn="1"/>
        </p:nvSpPr>
        <p:spPr>
          <a:xfrm>
            <a:off x="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6" name="组合 86"/>
          <p:cNvGrpSpPr/>
          <p:nvPr userDrawn="1"/>
        </p:nvGrpSpPr>
        <p:grpSpPr>
          <a:xfrm>
            <a:off x="118069" y="2199534"/>
            <a:ext cx="2464614" cy="461665"/>
            <a:chOff x="215900" y="982915"/>
            <a:chExt cx="2464614" cy="461665"/>
          </a:xfrm>
        </p:grpSpPr>
        <p:cxnSp>
          <p:nvCxnSpPr>
            <p:cNvPr id="314574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7" name="组合 88"/>
            <p:cNvGrpSpPr/>
            <p:nvPr/>
          </p:nvGrpSpPr>
          <p:grpSpPr>
            <a:xfrm>
              <a:off x="215900" y="982915"/>
              <a:ext cx="2464614" cy="460375"/>
              <a:chOff x="215900" y="982915"/>
              <a:chExt cx="2464614" cy="460375"/>
            </a:xfrm>
          </p:grpSpPr>
          <p:sp>
            <p:nvSpPr>
              <p:cNvPr id="1048842" name="矩形 89"/>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43" name="矩形 90"/>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研究背景与立项依据</a:t>
                </a:r>
              </a:p>
            </p:txBody>
          </p:sp>
          <p:sp>
            <p:nvSpPr>
              <p:cNvPr id="1048844"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88" name="组合 92"/>
          <p:cNvGrpSpPr/>
          <p:nvPr userDrawn="1"/>
        </p:nvGrpSpPr>
        <p:grpSpPr>
          <a:xfrm>
            <a:off x="118069" y="2833742"/>
            <a:ext cx="2663220" cy="461665"/>
            <a:chOff x="215900" y="982915"/>
            <a:chExt cx="2663220" cy="461665"/>
          </a:xfrm>
        </p:grpSpPr>
        <p:cxnSp>
          <p:nvCxnSpPr>
            <p:cNvPr id="314574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9" name="组合 94"/>
            <p:cNvGrpSpPr/>
            <p:nvPr/>
          </p:nvGrpSpPr>
          <p:grpSpPr>
            <a:xfrm>
              <a:off x="215900" y="982915"/>
              <a:ext cx="2663220" cy="461665"/>
              <a:chOff x="215900" y="982915"/>
              <a:chExt cx="2663220" cy="461665"/>
            </a:xfrm>
          </p:grpSpPr>
          <p:sp>
            <p:nvSpPr>
              <p:cNvPr id="1048845"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46"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47"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0" name="组合 98"/>
          <p:cNvGrpSpPr/>
          <p:nvPr userDrawn="1"/>
        </p:nvGrpSpPr>
        <p:grpSpPr>
          <a:xfrm>
            <a:off x="118069" y="3467950"/>
            <a:ext cx="2464614" cy="461665"/>
            <a:chOff x="215900" y="982915"/>
            <a:chExt cx="2464614" cy="461665"/>
          </a:xfrm>
        </p:grpSpPr>
        <p:cxnSp>
          <p:nvCxnSpPr>
            <p:cNvPr id="314574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1" name="组合 100"/>
            <p:cNvGrpSpPr/>
            <p:nvPr/>
          </p:nvGrpSpPr>
          <p:grpSpPr>
            <a:xfrm>
              <a:off x="215900" y="982915"/>
              <a:ext cx="2464614" cy="461665"/>
              <a:chOff x="215900" y="982915"/>
              <a:chExt cx="2464614" cy="461665"/>
            </a:xfrm>
          </p:grpSpPr>
          <p:sp>
            <p:nvSpPr>
              <p:cNvPr id="1048848"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49"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50"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2" name="组合 104"/>
          <p:cNvGrpSpPr/>
          <p:nvPr userDrawn="1"/>
        </p:nvGrpSpPr>
        <p:grpSpPr>
          <a:xfrm>
            <a:off x="118069" y="4102158"/>
            <a:ext cx="2311400" cy="461665"/>
            <a:chOff x="215900" y="982915"/>
            <a:chExt cx="2311400" cy="461665"/>
          </a:xfrm>
        </p:grpSpPr>
        <p:cxnSp>
          <p:nvCxnSpPr>
            <p:cNvPr id="314575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3" name="组合 106"/>
            <p:cNvGrpSpPr/>
            <p:nvPr/>
          </p:nvGrpSpPr>
          <p:grpSpPr>
            <a:xfrm>
              <a:off x="215900" y="982915"/>
              <a:ext cx="2261414" cy="460375"/>
              <a:chOff x="215900" y="982915"/>
              <a:chExt cx="2261414" cy="460375"/>
            </a:xfrm>
          </p:grpSpPr>
          <p:sp>
            <p:nvSpPr>
              <p:cNvPr id="1048851" name="矩形 107"/>
              <p:cNvSpPr/>
              <p:nvPr/>
            </p:nvSpPr>
            <p:spPr>
              <a:xfrm>
                <a:off x="215900" y="982915"/>
                <a:ext cx="335280"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4</a:t>
                </a:r>
                <a:endParaRPr lang="en-US" altLang="zh-CN" sz="2400" dirty="0">
                  <a:solidFill>
                    <a:schemeClr val="bg1"/>
                  </a:solidFill>
                  <a:latin typeface="Impact" panose="020B0806030902050204" pitchFamily="34" charset="0"/>
                  <a:cs typeface="+mn-ea"/>
                </a:endParaRPr>
              </a:p>
            </p:txBody>
          </p:sp>
          <p:sp>
            <p:nvSpPr>
              <p:cNvPr id="1048852" name="矩形 108"/>
              <p:cNvSpPr/>
              <p:nvPr/>
            </p:nvSpPr>
            <p:spPr>
              <a:xfrm>
                <a:off x="668834" y="1044470"/>
                <a:ext cx="1808480" cy="337185"/>
              </a:xfrm>
              <a:prstGeom prst="rect">
                <a:avLst/>
              </a:prstGeom>
            </p:spPr>
            <p:txBody>
              <a:bodyPr wrap="none">
                <a:spAutoFit/>
              </a:bodyPr>
              <a:lstStyle/>
              <a:p>
                <a:pPr algn="l">
                  <a:buClrTx/>
                  <a:buSzTx/>
                  <a:buFontTx/>
                </a:pPr>
                <a:r>
                  <a:rPr lang="zh-CN" altLang="en-US" sz="1600" b="1" dirty="0">
                    <a:solidFill>
                      <a:schemeClr val="bg1"/>
                    </a:solidFill>
                  </a:rPr>
                  <a:t>重难点与创新之处</a:t>
                </a:r>
              </a:p>
            </p:txBody>
          </p:sp>
          <p:sp>
            <p:nvSpPr>
              <p:cNvPr id="1048853"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4" name="组合 110"/>
          <p:cNvGrpSpPr/>
          <p:nvPr userDrawn="1"/>
        </p:nvGrpSpPr>
        <p:grpSpPr>
          <a:xfrm>
            <a:off x="118069" y="4736366"/>
            <a:ext cx="2464614" cy="461665"/>
            <a:chOff x="215900" y="982915"/>
            <a:chExt cx="2464614" cy="461665"/>
          </a:xfrm>
        </p:grpSpPr>
        <p:cxnSp>
          <p:nvCxnSpPr>
            <p:cNvPr id="314575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5" name="组合 112"/>
            <p:cNvGrpSpPr/>
            <p:nvPr/>
          </p:nvGrpSpPr>
          <p:grpSpPr>
            <a:xfrm>
              <a:off x="215900" y="982915"/>
              <a:ext cx="2464614" cy="461665"/>
              <a:chOff x="215900" y="982915"/>
              <a:chExt cx="2464614" cy="461665"/>
            </a:xfrm>
          </p:grpSpPr>
          <p:sp>
            <p:nvSpPr>
              <p:cNvPr id="1048854"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55"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56"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57" name="矩形 116"/>
          <p:cNvSpPr/>
          <p:nvPr userDrawn="1"/>
        </p:nvSpPr>
        <p:spPr>
          <a:xfrm>
            <a:off x="429081" y="130272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58" name="箭头: 燕尾形 56"/>
          <p:cNvSpPr/>
          <p:nvPr userDrawn="1"/>
        </p:nvSpPr>
        <p:spPr>
          <a:xfrm rot="5400000">
            <a:off x="1222851" y="191319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048859" name="矩形 103"/>
          <p:cNvSpPr/>
          <p:nvPr userDrawn="1"/>
        </p:nvSpPr>
        <p:spPr>
          <a:xfrm>
            <a:off x="-19685"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7" name="组合 104"/>
          <p:cNvGrpSpPr/>
          <p:nvPr userDrawn="1"/>
        </p:nvGrpSpPr>
        <p:grpSpPr>
          <a:xfrm>
            <a:off x="143469" y="2113809"/>
            <a:ext cx="2464614" cy="461665"/>
            <a:chOff x="215900" y="982915"/>
            <a:chExt cx="2464614" cy="461665"/>
          </a:xfrm>
        </p:grpSpPr>
        <p:cxnSp>
          <p:nvCxnSpPr>
            <p:cNvPr id="3145752"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8" name="组合 106"/>
            <p:cNvGrpSpPr/>
            <p:nvPr/>
          </p:nvGrpSpPr>
          <p:grpSpPr>
            <a:xfrm>
              <a:off x="215900" y="982915"/>
              <a:ext cx="2464614" cy="460375"/>
              <a:chOff x="215900" y="982915"/>
              <a:chExt cx="2464614" cy="460375"/>
            </a:xfrm>
          </p:grpSpPr>
          <p:sp>
            <p:nvSpPr>
              <p:cNvPr id="1048860" name="矩形 107"/>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61" name="矩形 108"/>
              <p:cNvSpPr/>
              <p:nvPr/>
            </p:nvSpPr>
            <p:spPr>
              <a:xfrm>
                <a:off x="668834" y="1044470"/>
                <a:ext cx="2011680" cy="337185"/>
              </a:xfrm>
              <a:prstGeom prst="rect">
                <a:avLst/>
              </a:prstGeom>
            </p:spPr>
            <p:txBody>
              <a:bodyPr wrap="none">
                <a:spAutoFit/>
              </a:bodyPr>
              <a:lstStyle/>
              <a:p>
                <a:pPr algn="l">
                  <a:buClrTx/>
                  <a:buSzTx/>
                  <a:buFontTx/>
                </a:pPr>
                <a:r>
                  <a:rPr lang="zh-CN" altLang="en-US" sz="1600" dirty="0">
                    <a:solidFill>
                      <a:schemeClr val="bg1">
                        <a:alpha val="35000"/>
                      </a:schemeClr>
                    </a:solidFill>
                  </a:rPr>
                  <a:t>研究背景与立项依据</a:t>
                </a:r>
              </a:p>
            </p:txBody>
          </p:sp>
          <p:sp>
            <p:nvSpPr>
              <p:cNvPr id="1048862"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99" name="组合 110"/>
          <p:cNvGrpSpPr/>
          <p:nvPr userDrawn="1"/>
        </p:nvGrpSpPr>
        <p:grpSpPr>
          <a:xfrm>
            <a:off x="143469" y="2748017"/>
            <a:ext cx="2663220" cy="461665"/>
            <a:chOff x="215900" y="982915"/>
            <a:chExt cx="2663220" cy="461665"/>
          </a:xfrm>
        </p:grpSpPr>
        <p:cxnSp>
          <p:nvCxnSpPr>
            <p:cNvPr id="3145753"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0" name="组合 112"/>
            <p:cNvGrpSpPr/>
            <p:nvPr/>
          </p:nvGrpSpPr>
          <p:grpSpPr>
            <a:xfrm>
              <a:off x="215900" y="982915"/>
              <a:ext cx="2663220" cy="461665"/>
              <a:chOff x="215900" y="982915"/>
              <a:chExt cx="2663220" cy="461665"/>
            </a:xfrm>
          </p:grpSpPr>
          <p:sp>
            <p:nvSpPr>
              <p:cNvPr id="1048863" name="矩形 113"/>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64" name="矩形 114"/>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65"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1" name="组合 116"/>
          <p:cNvGrpSpPr/>
          <p:nvPr userDrawn="1"/>
        </p:nvGrpSpPr>
        <p:grpSpPr>
          <a:xfrm>
            <a:off x="143469" y="3382225"/>
            <a:ext cx="2464614" cy="461665"/>
            <a:chOff x="215900" y="982915"/>
            <a:chExt cx="2464614" cy="461665"/>
          </a:xfrm>
        </p:grpSpPr>
        <p:cxnSp>
          <p:nvCxnSpPr>
            <p:cNvPr id="3145754" name="直接连接符 11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2" name="组合 118"/>
            <p:cNvGrpSpPr/>
            <p:nvPr/>
          </p:nvGrpSpPr>
          <p:grpSpPr>
            <a:xfrm>
              <a:off x="215900" y="982915"/>
              <a:ext cx="2464614" cy="460375"/>
              <a:chOff x="215900" y="982915"/>
              <a:chExt cx="2464614" cy="460375"/>
            </a:xfrm>
          </p:grpSpPr>
          <p:sp>
            <p:nvSpPr>
              <p:cNvPr id="1048866" name="矩形 119"/>
              <p:cNvSpPr/>
              <p:nvPr/>
            </p:nvSpPr>
            <p:spPr>
              <a:xfrm>
                <a:off x="215900" y="982915"/>
                <a:ext cx="344805"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3</a:t>
                </a:r>
                <a:endParaRPr lang="en-US" altLang="zh-CN" sz="2400" dirty="0">
                  <a:solidFill>
                    <a:schemeClr val="bg1"/>
                  </a:solidFill>
                  <a:latin typeface="Impact" panose="020B0806030902050204" pitchFamily="34" charset="0"/>
                  <a:cs typeface="+mn-ea"/>
                </a:endParaRPr>
              </a:p>
            </p:txBody>
          </p:sp>
          <p:sp>
            <p:nvSpPr>
              <p:cNvPr id="1048867" name="矩形 120"/>
              <p:cNvSpPr/>
              <p:nvPr/>
            </p:nvSpPr>
            <p:spPr>
              <a:xfrm>
                <a:off x="668834" y="1044470"/>
                <a:ext cx="2011680" cy="337185"/>
              </a:xfrm>
              <a:prstGeom prst="rect">
                <a:avLst/>
              </a:prstGeom>
            </p:spPr>
            <p:txBody>
              <a:bodyPr wrap="none">
                <a:spAutoFit/>
              </a:bodyPr>
              <a:lstStyle/>
              <a:p>
                <a:r>
                  <a:rPr lang="zh-CN" altLang="en-US" sz="1600" b="1" dirty="0">
                    <a:solidFill>
                      <a:schemeClr val="bg1"/>
                    </a:solidFill>
                  </a:rPr>
                  <a:t>核心方法与技术路线</a:t>
                </a:r>
              </a:p>
            </p:txBody>
          </p:sp>
          <p:sp>
            <p:nvSpPr>
              <p:cNvPr id="1048868"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3" name="组合 122"/>
          <p:cNvGrpSpPr/>
          <p:nvPr userDrawn="1"/>
        </p:nvGrpSpPr>
        <p:grpSpPr>
          <a:xfrm>
            <a:off x="143469" y="4016433"/>
            <a:ext cx="2459517" cy="461665"/>
            <a:chOff x="215900" y="982915"/>
            <a:chExt cx="2459517" cy="461665"/>
          </a:xfrm>
        </p:grpSpPr>
        <p:cxnSp>
          <p:nvCxnSpPr>
            <p:cNvPr id="3145755" name="直接连接符 12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4" name="组合 124"/>
            <p:cNvGrpSpPr/>
            <p:nvPr/>
          </p:nvGrpSpPr>
          <p:grpSpPr>
            <a:xfrm>
              <a:off x="215900" y="982915"/>
              <a:ext cx="2459517" cy="461665"/>
              <a:chOff x="215900" y="982915"/>
              <a:chExt cx="2459517" cy="461665"/>
            </a:xfrm>
          </p:grpSpPr>
          <p:sp>
            <p:nvSpPr>
              <p:cNvPr id="1048869" name="矩形 12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70" name="矩形 126"/>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71"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5" name="组合 128"/>
          <p:cNvGrpSpPr/>
          <p:nvPr userDrawn="1"/>
        </p:nvGrpSpPr>
        <p:grpSpPr>
          <a:xfrm>
            <a:off x="143469" y="4650641"/>
            <a:ext cx="2464614" cy="461665"/>
            <a:chOff x="215900" y="982915"/>
            <a:chExt cx="2464614" cy="461665"/>
          </a:xfrm>
        </p:grpSpPr>
        <p:cxnSp>
          <p:nvCxnSpPr>
            <p:cNvPr id="3145756" name="直接连接符 12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6" name="组合 130"/>
            <p:cNvGrpSpPr/>
            <p:nvPr/>
          </p:nvGrpSpPr>
          <p:grpSpPr>
            <a:xfrm>
              <a:off x="215900" y="982915"/>
              <a:ext cx="2464614" cy="461665"/>
              <a:chOff x="215900" y="982915"/>
              <a:chExt cx="2464614" cy="461665"/>
            </a:xfrm>
          </p:grpSpPr>
          <p:sp>
            <p:nvSpPr>
              <p:cNvPr id="1048872" name="矩形 131"/>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73" name="矩形 13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74"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75" name="矩形 134"/>
          <p:cNvSpPr/>
          <p:nvPr userDrawn="1"/>
        </p:nvSpPr>
        <p:spPr>
          <a:xfrm>
            <a:off x="454481" y="1216998"/>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76" name="箭头: 燕尾形 56"/>
          <p:cNvSpPr/>
          <p:nvPr userDrawn="1"/>
        </p:nvSpPr>
        <p:spPr>
          <a:xfrm rot="5400000">
            <a:off x="1248251" y="1827469"/>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1048782"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2" name="组合 86"/>
          <p:cNvGrpSpPr/>
          <p:nvPr userDrawn="1"/>
        </p:nvGrpSpPr>
        <p:grpSpPr>
          <a:xfrm>
            <a:off x="96479" y="2082694"/>
            <a:ext cx="2464614" cy="461665"/>
            <a:chOff x="215900" y="982915"/>
            <a:chExt cx="2464614" cy="461665"/>
          </a:xfrm>
        </p:grpSpPr>
        <p:cxnSp>
          <p:nvCxnSpPr>
            <p:cNvPr id="3145732"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3" name="组合 88"/>
            <p:cNvGrpSpPr/>
            <p:nvPr/>
          </p:nvGrpSpPr>
          <p:grpSpPr>
            <a:xfrm>
              <a:off x="215900" y="982915"/>
              <a:ext cx="2464614" cy="460375"/>
              <a:chOff x="215900" y="982915"/>
              <a:chExt cx="2464614" cy="460375"/>
            </a:xfrm>
          </p:grpSpPr>
          <p:sp>
            <p:nvSpPr>
              <p:cNvPr id="1048783" name="矩形 89"/>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784" name="矩形 90"/>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研究背景与立项依据</a:t>
                </a:r>
              </a:p>
            </p:txBody>
          </p:sp>
          <p:sp>
            <p:nvSpPr>
              <p:cNvPr id="1048785"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54" name="组合 92"/>
          <p:cNvGrpSpPr/>
          <p:nvPr userDrawn="1"/>
        </p:nvGrpSpPr>
        <p:grpSpPr>
          <a:xfrm>
            <a:off x="96479" y="2716902"/>
            <a:ext cx="2663220" cy="461665"/>
            <a:chOff x="215900" y="982915"/>
            <a:chExt cx="2663220" cy="461665"/>
          </a:xfrm>
        </p:grpSpPr>
        <p:cxnSp>
          <p:nvCxnSpPr>
            <p:cNvPr id="3145733"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5" name="组合 94"/>
            <p:cNvGrpSpPr/>
            <p:nvPr/>
          </p:nvGrpSpPr>
          <p:grpSpPr>
            <a:xfrm>
              <a:off x="215900" y="982915"/>
              <a:ext cx="2663220" cy="461665"/>
              <a:chOff x="215900" y="982915"/>
              <a:chExt cx="2663220" cy="461665"/>
            </a:xfrm>
          </p:grpSpPr>
          <p:sp>
            <p:nvSpPr>
              <p:cNvPr id="1048786"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787"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788"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56" name="组合 98"/>
          <p:cNvGrpSpPr/>
          <p:nvPr userDrawn="1"/>
        </p:nvGrpSpPr>
        <p:grpSpPr>
          <a:xfrm>
            <a:off x="96479" y="3351110"/>
            <a:ext cx="2464614" cy="461665"/>
            <a:chOff x="215900" y="982915"/>
            <a:chExt cx="2464614" cy="461665"/>
          </a:xfrm>
        </p:grpSpPr>
        <p:cxnSp>
          <p:nvCxnSpPr>
            <p:cNvPr id="3145734"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7" name="组合 100"/>
            <p:cNvGrpSpPr/>
            <p:nvPr/>
          </p:nvGrpSpPr>
          <p:grpSpPr>
            <a:xfrm>
              <a:off x="215900" y="982915"/>
              <a:ext cx="2464614" cy="461665"/>
              <a:chOff x="215900" y="982915"/>
              <a:chExt cx="2464614" cy="461665"/>
            </a:xfrm>
          </p:grpSpPr>
          <p:sp>
            <p:nvSpPr>
              <p:cNvPr id="1048789"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790"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791"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58" name="组合 104"/>
          <p:cNvGrpSpPr/>
          <p:nvPr userDrawn="1"/>
        </p:nvGrpSpPr>
        <p:grpSpPr>
          <a:xfrm>
            <a:off x="96479" y="3985318"/>
            <a:ext cx="2459517" cy="461665"/>
            <a:chOff x="215900" y="982915"/>
            <a:chExt cx="2459517" cy="461665"/>
          </a:xfrm>
        </p:grpSpPr>
        <p:cxnSp>
          <p:nvCxnSpPr>
            <p:cNvPr id="3145735"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9" name="组合 106"/>
            <p:cNvGrpSpPr/>
            <p:nvPr/>
          </p:nvGrpSpPr>
          <p:grpSpPr>
            <a:xfrm>
              <a:off x="215900" y="982915"/>
              <a:ext cx="2459517" cy="461665"/>
              <a:chOff x="215900" y="982915"/>
              <a:chExt cx="2459517" cy="461665"/>
            </a:xfrm>
          </p:grpSpPr>
          <p:sp>
            <p:nvSpPr>
              <p:cNvPr id="1048792"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793"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794"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0" name="组合 110"/>
          <p:cNvGrpSpPr/>
          <p:nvPr userDrawn="1"/>
        </p:nvGrpSpPr>
        <p:grpSpPr>
          <a:xfrm>
            <a:off x="96479" y="4619526"/>
            <a:ext cx="2464614" cy="461665"/>
            <a:chOff x="215900" y="982915"/>
            <a:chExt cx="2464614" cy="461665"/>
          </a:xfrm>
        </p:grpSpPr>
        <p:cxnSp>
          <p:nvCxnSpPr>
            <p:cNvPr id="3145736"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1" name="组合 112"/>
            <p:cNvGrpSpPr/>
            <p:nvPr/>
          </p:nvGrpSpPr>
          <p:grpSpPr>
            <a:xfrm>
              <a:off x="215900" y="982915"/>
              <a:ext cx="2464614" cy="460375"/>
              <a:chOff x="215900" y="982915"/>
              <a:chExt cx="2464614" cy="460375"/>
            </a:xfrm>
          </p:grpSpPr>
          <p:sp>
            <p:nvSpPr>
              <p:cNvPr id="1048795" name="矩形 113"/>
              <p:cNvSpPr/>
              <p:nvPr/>
            </p:nvSpPr>
            <p:spPr>
              <a:xfrm>
                <a:off x="215900" y="982915"/>
                <a:ext cx="346710"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5</a:t>
                </a:r>
                <a:endParaRPr lang="en-US" altLang="zh-CN" sz="2400" dirty="0">
                  <a:solidFill>
                    <a:schemeClr val="bg1"/>
                  </a:solidFill>
                  <a:latin typeface="Impact" panose="020B0806030902050204" pitchFamily="34" charset="0"/>
                  <a:cs typeface="+mn-ea"/>
                </a:endParaRPr>
              </a:p>
            </p:txBody>
          </p:sp>
          <p:sp>
            <p:nvSpPr>
              <p:cNvPr id="1048796" name="矩形 114"/>
              <p:cNvSpPr/>
              <p:nvPr/>
            </p:nvSpPr>
            <p:spPr>
              <a:xfrm>
                <a:off x="668834" y="1044470"/>
                <a:ext cx="2011680" cy="337185"/>
              </a:xfrm>
              <a:prstGeom prst="rect">
                <a:avLst/>
              </a:prstGeom>
            </p:spPr>
            <p:txBody>
              <a:bodyPr wrap="none">
                <a:spAutoFit/>
              </a:bodyPr>
              <a:lstStyle/>
              <a:p>
                <a:pPr algn="l">
                  <a:buClrTx/>
                  <a:buSzTx/>
                  <a:buFontTx/>
                </a:pPr>
                <a:r>
                  <a:rPr lang="zh-CN" altLang="en-US" sz="1600" b="1" dirty="0">
                    <a:solidFill>
                      <a:schemeClr val="bg1"/>
                    </a:solidFill>
                  </a:rPr>
                  <a:t>进度安排与预期成果</a:t>
                </a:r>
              </a:p>
            </p:txBody>
          </p:sp>
          <p:sp>
            <p:nvSpPr>
              <p:cNvPr id="1048797"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798" name="矩形 116"/>
          <p:cNvSpPr/>
          <p:nvPr userDrawn="1"/>
        </p:nvSpPr>
        <p:spPr>
          <a:xfrm>
            <a:off x="407491" y="118588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799" name="箭头: 燕尾形 56"/>
          <p:cNvSpPr/>
          <p:nvPr userDrawn="1"/>
        </p:nvSpPr>
        <p:spPr>
          <a:xfrm rot="5400000">
            <a:off x="1201261" y="179635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
        <p:nvSpPr>
          <p:cNvPr id="1048877"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8" name="组合 86"/>
          <p:cNvGrpSpPr/>
          <p:nvPr userDrawn="1"/>
        </p:nvGrpSpPr>
        <p:grpSpPr>
          <a:xfrm>
            <a:off x="107274" y="1327044"/>
            <a:ext cx="2663220" cy="461665"/>
            <a:chOff x="215900" y="982915"/>
            <a:chExt cx="2663220" cy="461665"/>
          </a:xfrm>
        </p:grpSpPr>
        <p:cxnSp>
          <p:nvCxnSpPr>
            <p:cNvPr id="314575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9" name="组合 88"/>
            <p:cNvGrpSpPr/>
            <p:nvPr/>
          </p:nvGrpSpPr>
          <p:grpSpPr>
            <a:xfrm>
              <a:off x="215900" y="982915"/>
              <a:ext cx="2663220" cy="461665"/>
              <a:chOff x="215900" y="982915"/>
              <a:chExt cx="2663220" cy="461665"/>
            </a:xfrm>
          </p:grpSpPr>
          <p:sp>
            <p:nvSpPr>
              <p:cNvPr id="1048878" name="矩形 89"/>
              <p:cNvSpPr/>
              <p:nvPr/>
            </p:nvSpPr>
            <p:spPr>
              <a:xfrm>
                <a:off x="215900" y="982915"/>
                <a:ext cx="301686" cy="461665"/>
              </a:xfrm>
              <a:prstGeom prst="rect">
                <a:avLst/>
              </a:prstGeom>
            </p:spPr>
            <p:txBody>
              <a:bodyPr wrap="none">
                <a:spAutoFit/>
              </a:bodyPr>
              <a:lstStyle/>
              <a:p>
                <a:r>
                  <a:rPr lang="en-US" altLang="zh-CN" sz="2400" dirty="0">
                    <a:solidFill>
                      <a:schemeClr val="bg1"/>
                    </a:solidFill>
                    <a:latin typeface="Impact" panose="020B0806030902050204" pitchFamily="34" charset="0"/>
                    <a:cs typeface="+mn-ea"/>
                    <a:sym typeface="+mn-lt"/>
                  </a:rPr>
                  <a:t>1</a:t>
                </a:r>
                <a:endParaRPr lang="zh-CN" altLang="en-US" sz="2400" dirty="0">
                  <a:solidFill>
                    <a:schemeClr val="bg1"/>
                  </a:solidFill>
                  <a:latin typeface="Impact" panose="020B0806030902050204" pitchFamily="34" charset="0"/>
                </a:endParaRPr>
              </a:p>
            </p:txBody>
          </p:sp>
          <p:sp>
            <p:nvSpPr>
              <p:cNvPr id="1048879" name="矩形 90"/>
              <p:cNvSpPr/>
              <p:nvPr/>
            </p:nvSpPr>
            <p:spPr>
              <a:xfrm>
                <a:off x="668834" y="1044470"/>
                <a:ext cx="2210286" cy="337185"/>
              </a:xfrm>
              <a:prstGeom prst="rect">
                <a:avLst/>
              </a:prstGeom>
            </p:spPr>
            <p:txBody>
              <a:bodyPr wrap="none">
                <a:spAutoFit/>
              </a:bodyPr>
              <a:lstStyle/>
              <a:p>
                <a:r>
                  <a:rPr lang="zh-CN" altLang="en-US" sz="1600" b="1" dirty="0">
                    <a:solidFill>
                      <a:schemeClr val="bg1"/>
                    </a:solidFill>
                  </a:rPr>
                  <a:t>研究背景与立项依据</a:t>
                </a:r>
                <a:endParaRPr lang="en-US" altLang="zh-CN" sz="1600" b="1" dirty="0">
                  <a:solidFill>
                    <a:schemeClr val="bg1"/>
                  </a:solidFill>
                </a:endParaRPr>
              </a:p>
            </p:txBody>
          </p:sp>
          <p:sp>
            <p:nvSpPr>
              <p:cNvPr id="1048880"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110" name="组合 92"/>
          <p:cNvGrpSpPr/>
          <p:nvPr userDrawn="1"/>
        </p:nvGrpSpPr>
        <p:grpSpPr>
          <a:xfrm>
            <a:off x="107274" y="1961252"/>
            <a:ext cx="2663220" cy="461665"/>
            <a:chOff x="215900" y="982915"/>
            <a:chExt cx="2663220" cy="461665"/>
          </a:xfrm>
        </p:grpSpPr>
        <p:cxnSp>
          <p:nvCxnSpPr>
            <p:cNvPr id="314575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1" name="组合 94"/>
            <p:cNvGrpSpPr/>
            <p:nvPr/>
          </p:nvGrpSpPr>
          <p:grpSpPr>
            <a:xfrm>
              <a:off x="215900" y="982915"/>
              <a:ext cx="2663220" cy="461665"/>
              <a:chOff x="215900" y="982915"/>
              <a:chExt cx="2663220" cy="461665"/>
            </a:xfrm>
          </p:grpSpPr>
          <p:sp>
            <p:nvSpPr>
              <p:cNvPr id="1048881"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82"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83"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2" name="组合 98"/>
          <p:cNvGrpSpPr/>
          <p:nvPr userDrawn="1"/>
        </p:nvGrpSpPr>
        <p:grpSpPr>
          <a:xfrm>
            <a:off x="107274" y="2595460"/>
            <a:ext cx="2464614" cy="461665"/>
            <a:chOff x="215900" y="982915"/>
            <a:chExt cx="2464614" cy="461665"/>
          </a:xfrm>
        </p:grpSpPr>
        <p:cxnSp>
          <p:nvCxnSpPr>
            <p:cNvPr id="314575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3" name="组合 100"/>
            <p:cNvGrpSpPr/>
            <p:nvPr/>
          </p:nvGrpSpPr>
          <p:grpSpPr>
            <a:xfrm>
              <a:off x="215900" y="982915"/>
              <a:ext cx="2464614" cy="461665"/>
              <a:chOff x="215900" y="982915"/>
              <a:chExt cx="2464614" cy="461665"/>
            </a:xfrm>
          </p:grpSpPr>
          <p:sp>
            <p:nvSpPr>
              <p:cNvPr id="1048884"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85"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86"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4" name="组合 104"/>
          <p:cNvGrpSpPr/>
          <p:nvPr userDrawn="1"/>
        </p:nvGrpSpPr>
        <p:grpSpPr>
          <a:xfrm>
            <a:off x="107274" y="3229668"/>
            <a:ext cx="2459517" cy="461665"/>
            <a:chOff x="215900" y="982915"/>
            <a:chExt cx="2459517" cy="461665"/>
          </a:xfrm>
        </p:grpSpPr>
        <p:cxnSp>
          <p:nvCxnSpPr>
            <p:cNvPr id="314576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5" name="组合 106"/>
            <p:cNvGrpSpPr/>
            <p:nvPr/>
          </p:nvGrpSpPr>
          <p:grpSpPr>
            <a:xfrm>
              <a:off x="215900" y="982915"/>
              <a:ext cx="2459517" cy="461665"/>
              <a:chOff x="215900" y="982915"/>
              <a:chExt cx="2459517" cy="461665"/>
            </a:xfrm>
          </p:grpSpPr>
          <p:sp>
            <p:nvSpPr>
              <p:cNvPr id="1048887"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88"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89"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6" name="组合 110"/>
          <p:cNvGrpSpPr/>
          <p:nvPr userDrawn="1"/>
        </p:nvGrpSpPr>
        <p:grpSpPr>
          <a:xfrm>
            <a:off x="107274" y="3863876"/>
            <a:ext cx="2464614" cy="461665"/>
            <a:chOff x="215900" y="982915"/>
            <a:chExt cx="2464614" cy="461665"/>
          </a:xfrm>
        </p:grpSpPr>
        <p:cxnSp>
          <p:nvCxnSpPr>
            <p:cNvPr id="314576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7" name="组合 112"/>
            <p:cNvGrpSpPr/>
            <p:nvPr/>
          </p:nvGrpSpPr>
          <p:grpSpPr>
            <a:xfrm>
              <a:off x="215900" y="982915"/>
              <a:ext cx="2464614" cy="461665"/>
              <a:chOff x="215900" y="982915"/>
              <a:chExt cx="2464614" cy="461665"/>
            </a:xfrm>
          </p:grpSpPr>
          <p:sp>
            <p:nvSpPr>
              <p:cNvPr id="1048890"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91"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92"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93" name="矩形 116"/>
          <p:cNvSpPr/>
          <p:nvPr userDrawn="1"/>
        </p:nvSpPr>
        <p:spPr>
          <a:xfrm>
            <a:off x="418286" y="43023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94" name="箭头: 燕尾形 56"/>
          <p:cNvSpPr/>
          <p:nvPr userDrawn="1"/>
        </p:nvSpPr>
        <p:spPr>
          <a:xfrm rot="5400000">
            <a:off x="1212056" y="104070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895"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1048896"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1048897" name="日期占位符 3"/>
          <p:cNvSpPr>
            <a:spLocks noGrp="1"/>
          </p:cNvSpPr>
          <p:nvPr>
            <p:ph type="dt" sz="half" idx="10"/>
          </p:nvPr>
        </p:nvSpPr>
        <p:spPr>
          <a:xfrm>
            <a:off x="838200" y="6356350"/>
            <a:ext cx="2743200" cy="365125"/>
          </a:xfrm>
          <a:prstGeom prst="rect">
            <a:avLst/>
          </a:prstGeom>
        </p:spPr>
        <p:txBody>
          <a:bodyPr/>
          <a:lstStyle/>
          <a:p>
            <a:fld id="{9B82AFC9-7D9A-4FD9-B772-845CA8F4F0F5}" type="datetimeFigureOut">
              <a:rPr lang="zh-CN" altLang="en-US" smtClean="0"/>
              <a:t>2025/10/29</a:t>
            </a:fld>
            <a:endParaRPr lang="zh-CN" altLang="en-US"/>
          </a:p>
        </p:txBody>
      </p:sp>
      <p:sp>
        <p:nvSpPr>
          <p:cNvPr id="1048898"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99" name="灯片编号占位符 5"/>
          <p:cNvSpPr>
            <a:spLocks noGrp="1"/>
          </p:cNvSpPr>
          <p:nvPr>
            <p:ph type="sldNum" sz="quarter" idx="12"/>
          </p:nvPr>
        </p:nvSpPr>
        <p:spPr>
          <a:xfrm>
            <a:off x="8610600" y="6356350"/>
            <a:ext cx="2743200" cy="365125"/>
          </a:xfrm>
          <a:prstGeom prst="rect">
            <a:avLst/>
          </a:prstGeom>
        </p:spPr>
        <p:txBody>
          <a:bodyPr/>
          <a:lstStyle/>
          <a:p>
            <a:fld id="{F88BD4B3-A4CF-4B7B-A8C7-820FC5A3D5B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818" name="日期占位符 1"/>
          <p:cNvSpPr>
            <a:spLocks noGrp="1"/>
          </p:cNvSpPr>
          <p:nvPr>
            <p:ph type="dt" sz="half" idx="10"/>
          </p:nvPr>
        </p:nvSpPr>
        <p:spPr>
          <a:xfrm>
            <a:off x="838200" y="6356350"/>
            <a:ext cx="2743200" cy="365125"/>
          </a:xfrm>
          <a:prstGeom prst="rect">
            <a:avLst/>
          </a:prstGeom>
        </p:spPr>
        <p:txBody>
          <a:bodyPr/>
          <a:lstStyle/>
          <a:p>
            <a:fld id="{9B82AFC9-7D9A-4FD9-B772-845CA8F4F0F5}" type="datetimeFigureOut">
              <a:rPr lang="zh-CN" altLang="en-US" smtClean="0"/>
              <a:t>2025/10/29</a:t>
            </a:fld>
            <a:endParaRPr lang="zh-CN" altLang="en-US"/>
          </a:p>
        </p:txBody>
      </p:sp>
      <p:sp>
        <p:nvSpPr>
          <p:cNvPr id="1048819"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20" name="灯片编号占位符 3"/>
          <p:cNvSpPr>
            <a:spLocks noGrp="1"/>
          </p:cNvSpPr>
          <p:nvPr>
            <p:ph type="sldNum" sz="quarter" idx="12"/>
          </p:nvPr>
        </p:nvSpPr>
        <p:spPr>
          <a:xfrm>
            <a:off x="8610600" y="6356350"/>
            <a:ext cx="2743200" cy="365125"/>
          </a:xfrm>
          <a:prstGeom prst="rect">
            <a:avLst/>
          </a:prstGeom>
        </p:spPr>
        <p:txBody>
          <a:bodyPr/>
          <a:lstStyle/>
          <a:p>
            <a:fld id="{F88BD4B3-A4CF-4B7B-A8C7-820FC5A3D5B4}" type="slidenum">
              <a:rPr lang="zh-CN" altLang="en-US" smtClean="0"/>
              <a:t>‹#›</a:t>
            </a:fld>
            <a:endParaRPr lang="zh-CN" altLang="en-US"/>
          </a:p>
        </p:txBody>
      </p:sp>
      <p:sp>
        <p:nvSpPr>
          <p:cNvPr id="1048821" name="任意多边形: 形状 4"/>
          <p:cNvSpPr/>
          <p:nvPr userDrawn="1"/>
        </p:nvSpPr>
        <p:spPr>
          <a:xfrm>
            <a:off x="359366" y="6735098"/>
            <a:ext cx="11488295" cy="122903"/>
          </a:xfrm>
          <a:custGeom>
            <a:avLst/>
            <a:gdLst>
              <a:gd name="connsiteX0" fmla="*/ 247791 w 11488295"/>
              <a:gd name="connsiteY0" fmla="*/ 0 h 122903"/>
              <a:gd name="connsiteX1" fmla="*/ 11240504 w 11488295"/>
              <a:gd name="connsiteY1" fmla="*/ 0 h 122903"/>
              <a:gd name="connsiteX2" fmla="*/ 11462895 w 11488295"/>
              <a:gd name="connsiteY2" fmla="*/ 92117 h 122903"/>
              <a:gd name="connsiteX3" fmla="*/ 11488295 w 11488295"/>
              <a:gd name="connsiteY3" fmla="*/ 122903 h 122903"/>
              <a:gd name="connsiteX4" fmla="*/ 0 w 11488295"/>
              <a:gd name="connsiteY4" fmla="*/ 122903 h 122903"/>
              <a:gd name="connsiteX5" fmla="*/ 25400 w 11488295"/>
              <a:gd name="connsiteY5" fmla="*/ 92117 h 122903"/>
              <a:gd name="connsiteX6" fmla="*/ 247791 w 11488295"/>
              <a:gd name="connsiteY6" fmla="*/ 0 h 122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88295" h="122903">
                <a:moveTo>
                  <a:pt x="247791" y="0"/>
                </a:moveTo>
                <a:lnTo>
                  <a:pt x="11240504" y="0"/>
                </a:lnTo>
                <a:cubicBezTo>
                  <a:pt x="11327353" y="0"/>
                  <a:pt x="11405980" y="35203"/>
                  <a:pt x="11462895" y="92117"/>
                </a:cubicBezTo>
                <a:lnTo>
                  <a:pt x="11488295" y="122903"/>
                </a:lnTo>
                <a:lnTo>
                  <a:pt x="0" y="122903"/>
                </a:lnTo>
                <a:lnTo>
                  <a:pt x="25400" y="92117"/>
                </a:lnTo>
                <a:cubicBezTo>
                  <a:pt x="82315" y="35203"/>
                  <a:pt x="160942" y="0"/>
                  <a:pt x="247791" y="0"/>
                </a:cubicBez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48822" name="任意多边形: 形状 5"/>
          <p:cNvSpPr/>
          <p:nvPr userDrawn="1"/>
        </p:nvSpPr>
        <p:spPr>
          <a:xfrm flipV="1">
            <a:off x="359366" y="-4"/>
            <a:ext cx="11488295" cy="122903"/>
          </a:xfrm>
          <a:custGeom>
            <a:avLst/>
            <a:gdLst>
              <a:gd name="connsiteX0" fmla="*/ 247791 w 11488295"/>
              <a:gd name="connsiteY0" fmla="*/ 0 h 122903"/>
              <a:gd name="connsiteX1" fmla="*/ 11240504 w 11488295"/>
              <a:gd name="connsiteY1" fmla="*/ 0 h 122903"/>
              <a:gd name="connsiteX2" fmla="*/ 11462895 w 11488295"/>
              <a:gd name="connsiteY2" fmla="*/ 92117 h 122903"/>
              <a:gd name="connsiteX3" fmla="*/ 11488295 w 11488295"/>
              <a:gd name="connsiteY3" fmla="*/ 122903 h 122903"/>
              <a:gd name="connsiteX4" fmla="*/ 0 w 11488295"/>
              <a:gd name="connsiteY4" fmla="*/ 122903 h 122903"/>
              <a:gd name="connsiteX5" fmla="*/ 25400 w 11488295"/>
              <a:gd name="connsiteY5" fmla="*/ 92117 h 122903"/>
              <a:gd name="connsiteX6" fmla="*/ 247791 w 11488295"/>
              <a:gd name="connsiteY6" fmla="*/ 0 h 122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88295" h="122903">
                <a:moveTo>
                  <a:pt x="247791" y="0"/>
                </a:moveTo>
                <a:lnTo>
                  <a:pt x="11240504" y="0"/>
                </a:lnTo>
                <a:cubicBezTo>
                  <a:pt x="11327353" y="0"/>
                  <a:pt x="11405980" y="35203"/>
                  <a:pt x="11462895" y="92117"/>
                </a:cubicBezTo>
                <a:lnTo>
                  <a:pt x="11488295" y="122903"/>
                </a:lnTo>
                <a:lnTo>
                  <a:pt x="0" y="122903"/>
                </a:lnTo>
                <a:lnTo>
                  <a:pt x="25400" y="92117"/>
                </a:lnTo>
                <a:cubicBezTo>
                  <a:pt x="82315" y="35203"/>
                  <a:pt x="160942" y="0"/>
                  <a:pt x="247791" y="0"/>
                </a:cubicBez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634"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1048635"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1048800"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3" name="组合 86"/>
          <p:cNvGrpSpPr/>
          <p:nvPr userDrawn="1"/>
        </p:nvGrpSpPr>
        <p:grpSpPr>
          <a:xfrm>
            <a:off x="142834" y="2028719"/>
            <a:ext cx="2663220" cy="461665"/>
            <a:chOff x="215900" y="982915"/>
            <a:chExt cx="2663220" cy="461665"/>
          </a:xfrm>
        </p:grpSpPr>
        <p:cxnSp>
          <p:nvCxnSpPr>
            <p:cNvPr id="314573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4" name="组合 88"/>
            <p:cNvGrpSpPr/>
            <p:nvPr/>
          </p:nvGrpSpPr>
          <p:grpSpPr>
            <a:xfrm>
              <a:off x="215900" y="982915"/>
              <a:ext cx="2663220" cy="461665"/>
              <a:chOff x="215900" y="982915"/>
              <a:chExt cx="2663220" cy="461665"/>
            </a:xfrm>
          </p:grpSpPr>
          <p:sp>
            <p:nvSpPr>
              <p:cNvPr id="1048801" name="矩形 89"/>
              <p:cNvSpPr/>
              <p:nvPr/>
            </p:nvSpPr>
            <p:spPr>
              <a:xfrm>
                <a:off x="215900" y="982915"/>
                <a:ext cx="301686" cy="461665"/>
              </a:xfrm>
              <a:prstGeom prst="rect">
                <a:avLst/>
              </a:prstGeom>
            </p:spPr>
            <p:txBody>
              <a:bodyPr wrap="none">
                <a:spAutoFit/>
              </a:bodyPr>
              <a:lstStyle/>
              <a:p>
                <a:r>
                  <a:rPr lang="en-US" altLang="zh-CN" sz="2400" dirty="0">
                    <a:solidFill>
                      <a:schemeClr val="bg1"/>
                    </a:solidFill>
                    <a:latin typeface="Impact" panose="020B0806030902050204" pitchFamily="34" charset="0"/>
                    <a:cs typeface="+mn-ea"/>
                    <a:sym typeface="+mn-lt"/>
                  </a:rPr>
                  <a:t>1</a:t>
                </a:r>
                <a:endParaRPr lang="zh-CN" altLang="en-US" sz="2400" dirty="0">
                  <a:solidFill>
                    <a:schemeClr val="bg1"/>
                  </a:solidFill>
                  <a:latin typeface="Impact" panose="020B0806030902050204" pitchFamily="34" charset="0"/>
                </a:endParaRPr>
              </a:p>
            </p:txBody>
          </p:sp>
          <p:sp>
            <p:nvSpPr>
              <p:cNvPr id="1048802" name="矩形 90"/>
              <p:cNvSpPr/>
              <p:nvPr/>
            </p:nvSpPr>
            <p:spPr>
              <a:xfrm>
                <a:off x="668834" y="1044470"/>
                <a:ext cx="2210286" cy="337185"/>
              </a:xfrm>
              <a:prstGeom prst="rect">
                <a:avLst/>
              </a:prstGeom>
            </p:spPr>
            <p:txBody>
              <a:bodyPr wrap="none">
                <a:spAutoFit/>
              </a:bodyPr>
              <a:lstStyle/>
              <a:p>
                <a:r>
                  <a:rPr lang="zh-CN" altLang="en-US" sz="1600" b="1" dirty="0">
                    <a:solidFill>
                      <a:schemeClr val="bg1"/>
                    </a:solidFill>
                  </a:rPr>
                  <a:t>研究背景与立项依据</a:t>
                </a:r>
                <a:endParaRPr lang="en-US" altLang="zh-CN" sz="1600" b="1" dirty="0">
                  <a:solidFill>
                    <a:schemeClr val="bg1"/>
                  </a:solidFill>
                </a:endParaRPr>
              </a:p>
            </p:txBody>
          </p:sp>
          <p:sp>
            <p:nvSpPr>
              <p:cNvPr id="1048803"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65" name="组合 92"/>
          <p:cNvGrpSpPr/>
          <p:nvPr userDrawn="1"/>
        </p:nvGrpSpPr>
        <p:grpSpPr>
          <a:xfrm>
            <a:off x="142834" y="2662927"/>
            <a:ext cx="2663220" cy="461665"/>
            <a:chOff x="215900" y="982915"/>
            <a:chExt cx="2663220" cy="461665"/>
          </a:xfrm>
        </p:grpSpPr>
        <p:cxnSp>
          <p:nvCxnSpPr>
            <p:cNvPr id="314573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6" name="组合 94"/>
            <p:cNvGrpSpPr/>
            <p:nvPr/>
          </p:nvGrpSpPr>
          <p:grpSpPr>
            <a:xfrm>
              <a:off x="215900" y="982915"/>
              <a:ext cx="2663220" cy="461665"/>
              <a:chOff x="215900" y="982915"/>
              <a:chExt cx="2663220" cy="461665"/>
            </a:xfrm>
          </p:grpSpPr>
          <p:sp>
            <p:nvSpPr>
              <p:cNvPr id="1048804"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05"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06"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7" name="组合 98"/>
          <p:cNvGrpSpPr/>
          <p:nvPr userDrawn="1"/>
        </p:nvGrpSpPr>
        <p:grpSpPr>
          <a:xfrm>
            <a:off x="142834" y="3297135"/>
            <a:ext cx="2464614" cy="461665"/>
            <a:chOff x="215900" y="982915"/>
            <a:chExt cx="2464614" cy="461665"/>
          </a:xfrm>
        </p:grpSpPr>
        <p:cxnSp>
          <p:nvCxnSpPr>
            <p:cNvPr id="314573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8" name="组合 100"/>
            <p:cNvGrpSpPr/>
            <p:nvPr/>
          </p:nvGrpSpPr>
          <p:grpSpPr>
            <a:xfrm>
              <a:off x="215900" y="982915"/>
              <a:ext cx="2464614" cy="461665"/>
              <a:chOff x="215900" y="982915"/>
              <a:chExt cx="2464614" cy="461665"/>
            </a:xfrm>
          </p:grpSpPr>
          <p:sp>
            <p:nvSpPr>
              <p:cNvPr id="1048807"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08"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09"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9" name="组合 104"/>
          <p:cNvGrpSpPr/>
          <p:nvPr userDrawn="1"/>
        </p:nvGrpSpPr>
        <p:grpSpPr>
          <a:xfrm>
            <a:off x="142834" y="3931343"/>
            <a:ext cx="2459517" cy="461665"/>
            <a:chOff x="215900" y="982915"/>
            <a:chExt cx="2459517" cy="461665"/>
          </a:xfrm>
        </p:grpSpPr>
        <p:cxnSp>
          <p:nvCxnSpPr>
            <p:cNvPr id="314574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0" name="组合 106"/>
            <p:cNvGrpSpPr/>
            <p:nvPr/>
          </p:nvGrpSpPr>
          <p:grpSpPr>
            <a:xfrm>
              <a:off x="215900" y="982915"/>
              <a:ext cx="2459517" cy="461665"/>
              <a:chOff x="215900" y="982915"/>
              <a:chExt cx="2459517" cy="461665"/>
            </a:xfrm>
          </p:grpSpPr>
          <p:sp>
            <p:nvSpPr>
              <p:cNvPr id="1048810"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11"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12"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71" name="组合 110"/>
          <p:cNvGrpSpPr/>
          <p:nvPr userDrawn="1"/>
        </p:nvGrpSpPr>
        <p:grpSpPr>
          <a:xfrm>
            <a:off x="142834" y="4565551"/>
            <a:ext cx="2464614" cy="461665"/>
            <a:chOff x="215900" y="982915"/>
            <a:chExt cx="2464614" cy="461665"/>
          </a:xfrm>
        </p:grpSpPr>
        <p:cxnSp>
          <p:nvCxnSpPr>
            <p:cNvPr id="314574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2" name="组合 112"/>
            <p:cNvGrpSpPr/>
            <p:nvPr/>
          </p:nvGrpSpPr>
          <p:grpSpPr>
            <a:xfrm>
              <a:off x="215900" y="982915"/>
              <a:ext cx="2464614" cy="461665"/>
              <a:chOff x="215900" y="982915"/>
              <a:chExt cx="2464614" cy="461665"/>
            </a:xfrm>
          </p:grpSpPr>
          <p:sp>
            <p:nvSpPr>
              <p:cNvPr id="1048813"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14"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15"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16" name="矩形 116"/>
          <p:cNvSpPr/>
          <p:nvPr userDrawn="1"/>
        </p:nvSpPr>
        <p:spPr>
          <a:xfrm>
            <a:off x="385266" y="1004908"/>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17" name="箭头: 燕尾形 56"/>
          <p:cNvSpPr/>
          <p:nvPr userDrawn="1"/>
        </p:nvSpPr>
        <p:spPr>
          <a:xfrm rot="5400000">
            <a:off x="1179036" y="1615379"/>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048823" name="矩形 6"/>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 name="组合 7"/>
          <p:cNvGrpSpPr/>
          <p:nvPr userDrawn="1"/>
        </p:nvGrpSpPr>
        <p:grpSpPr>
          <a:xfrm>
            <a:off x="142834" y="1857269"/>
            <a:ext cx="2464614" cy="461665"/>
            <a:chOff x="215900" y="982915"/>
            <a:chExt cx="2464614" cy="461665"/>
          </a:xfrm>
        </p:grpSpPr>
        <p:cxnSp>
          <p:nvCxnSpPr>
            <p:cNvPr id="3145742" name="直接连接符 8"/>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6" name="组合 9"/>
            <p:cNvGrpSpPr/>
            <p:nvPr/>
          </p:nvGrpSpPr>
          <p:grpSpPr>
            <a:xfrm>
              <a:off x="215900" y="982915"/>
              <a:ext cx="2464614" cy="460375"/>
              <a:chOff x="215900" y="982915"/>
              <a:chExt cx="2464614" cy="460375"/>
            </a:xfrm>
          </p:grpSpPr>
          <p:sp>
            <p:nvSpPr>
              <p:cNvPr id="1048824" name="矩形 10"/>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25" name="矩形 11"/>
              <p:cNvSpPr/>
              <p:nvPr/>
            </p:nvSpPr>
            <p:spPr>
              <a:xfrm>
                <a:off x="668834" y="1044470"/>
                <a:ext cx="2011680" cy="337185"/>
              </a:xfrm>
              <a:prstGeom prst="rect">
                <a:avLst/>
              </a:prstGeom>
            </p:spPr>
            <p:txBody>
              <a:bodyPr wrap="none">
                <a:spAutoFit/>
              </a:bodyPr>
              <a:lstStyle/>
              <a:p>
                <a:pPr algn="l">
                  <a:buClrTx/>
                  <a:buSzTx/>
                  <a:buFontTx/>
                </a:pPr>
                <a:r>
                  <a:rPr lang="zh-CN" altLang="en-US" sz="1600" dirty="0">
                    <a:solidFill>
                      <a:schemeClr val="bg1">
                        <a:alpha val="35000"/>
                      </a:schemeClr>
                    </a:solidFill>
                  </a:rPr>
                  <a:t>研究背景与立项依据</a:t>
                </a:r>
              </a:p>
            </p:txBody>
          </p:sp>
          <p:sp>
            <p:nvSpPr>
              <p:cNvPr id="1048826"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77" name="组合 13"/>
          <p:cNvGrpSpPr/>
          <p:nvPr userDrawn="1"/>
        </p:nvGrpSpPr>
        <p:grpSpPr>
          <a:xfrm>
            <a:off x="142834" y="2491477"/>
            <a:ext cx="2464614" cy="461665"/>
            <a:chOff x="215900" y="982915"/>
            <a:chExt cx="2464614" cy="461665"/>
          </a:xfrm>
        </p:grpSpPr>
        <p:cxnSp>
          <p:nvCxnSpPr>
            <p:cNvPr id="3145743" name="直接连接符 14"/>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8" name="组合 15"/>
            <p:cNvGrpSpPr/>
            <p:nvPr/>
          </p:nvGrpSpPr>
          <p:grpSpPr>
            <a:xfrm>
              <a:off x="215900" y="982915"/>
              <a:ext cx="2464614" cy="460375"/>
              <a:chOff x="215900" y="982915"/>
              <a:chExt cx="2464614" cy="460375"/>
            </a:xfrm>
          </p:grpSpPr>
          <p:sp>
            <p:nvSpPr>
              <p:cNvPr id="1048827" name="矩形 16"/>
              <p:cNvSpPr/>
              <p:nvPr/>
            </p:nvSpPr>
            <p:spPr>
              <a:xfrm>
                <a:off x="215900" y="982915"/>
                <a:ext cx="335915"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2</a:t>
                </a:r>
                <a:endParaRPr lang="en-US" altLang="zh-CN" sz="2400" dirty="0">
                  <a:solidFill>
                    <a:schemeClr val="bg1"/>
                  </a:solidFill>
                  <a:latin typeface="Impact" panose="020B0806030902050204" pitchFamily="34" charset="0"/>
                  <a:cs typeface="+mn-ea"/>
                </a:endParaRPr>
              </a:p>
            </p:txBody>
          </p:sp>
          <p:sp>
            <p:nvSpPr>
              <p:cNvPr id="1048828" name="矩形 17"/>
              <p:cNvSpPr/>
              <p:nvPr/>
            </p:nvSpPr>
            <p:spPr>
              <a:xfrm>
                <a:off x="668834" y="1044470"/>
                <a:ext cx="2011680" cy="337185"/>
              </a:xfrm>
              <a:prstGeom prst="rect">
                <a:avLst/>
              </a:prstGeom>
            </p:spPr>
            <p:txBody>
              <a:bodyPr wrap="none">
                <a:spAutoFit/>
              </a:bodyPr>
              <a:lstStyle/>
              <a:p>
                <a:r>
                  <a:rPr lang="zh-CN" altLang="en-US" sz="1600" b="1" dirty="0">
                    <a:solidFill>
                      <a:schemeClr val="bg1"/>
                    </a:solidFill>
                  </a:rPr>
                  <a:t>研究对象与研究内容</a:t>
                </a:r>
                <a:endParaRPr lang="zh-CN" altLang="en-US" sz="1600" dirty="0">
                  <a:solidFill>
                    <a:schemeClr val="bg1">
                      <a:alpha val="35000"/>
                    </a:schemeClr>
                  </a:solidFill>
                </a:endParaRPr>
              </a:p>
            </p:txBody>
          </p:sp>
          <p:sp>
            <p:nvSpPr>
              <p:cNvPr id="1048829"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79" name="组合 19"/>
          <p:cNvGrpSpPr/>
          <p:nvPr userDrawn="1"/>
        </p:nvGrpSpPr>
        <p:grpSpPr>
          <a:xfrm>
            <a:off x="142834" y="3125685"/>
            <a:ext cx="2464614" cy="461665"/>
            <a:chOff x="215900" y="982915"/>
            <a:chExt cx="2464614" cy="461665"/>
          </a:xfrm>
        </p:grpSpPr>
        <p:cxnSp>
          <p:nvCxnSpPr>
            <p:cNvPr id="3145744" name="直接连接符 20"/>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0" name="组合 21"/>
            <p:cNvGrpSpPr/>
            <p:nvPr/>
          </p:nvGrpSpPr>
          <p:grpSpPr>
            <a:xfrm>
              <a:off x="215900" y="982915"/>
              <a:ext cx="2464614" cy="461665"/>
              <a:chOff x="215900" y="982915"/>
              <a:chExt cx="2464614" cy="461665"/>
            </a:xfrm>
          </p:grpSpPr>
          <p:sp>
            <p:nvSpPr>
              <p:cNvPr id="1048830" name="矩形 22"/>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31" name="矩形 23"/>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32"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81" name="组合 25"/>
          <p:cNvGrpSpPr/>
          <p:nvPr userDrawn="1"/>
        </p:nvGrpSpPr>
        <p:grpSpPr>
          <a:xfrm>
            <a:off x="142834" y="3759893"/>
            <a:ext cx="2459517" cy="461665"/>
            <a:chOff x="215900" y="982915"/>
            <a:chExt cx="2459517" cy="461665"/>
          </a:xfrm>
        </p:grpSpPr>
        <p:cxnSp>
          <p:nvCxnSpPr>
            <p:cNvPr id="3145745" name="直接连接符 26"/>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2" name="组合 27"/>
            <p:cNvGrpSpPr/>
            <p:nvPr/>
          </p:nvGrpSpPr>
          <p:grpSpPr>
            <a:xfrm>
              <a:off x="215900" y="982915"/>
              <a:ext cx="2459517" cy="461665"/>
              <a:chOff x="215900" y="982915"/>
              <a:chExt cx="2459517" cy="461665"/>
            </a:xfrm>
          </p:grpSpPr>
          <p:sp>
            <p:nvSpPr>
              <p:cNvPr id="1048833" name="矩形 28"/>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34" name="矩形 29"/>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35"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83" name="组合 31"/>
          <p:cNvGrpSpPr/>
          <p:nvPr userDrawn="1"/>
        </p:nvGrpSpPr>
        <p:grpSpPr>
          <a:xfrm>
            <a:off x="142834" y="4394101"/>
            <a:ext cx="2464614" cy="461665"/>
            <a:chOff x="215900" y="982915"/>
            <a:chExt cx="2464614" cy="461665"/>
          </a:xfrm>
        </p:grpSpPr>
        <p:cxnSp>
          <p:nvCxnSpPr>
            <p:cNvPr id="3145746" name="直接连接符 32"/>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4" name="组合 33"/>
            <p:cNvGrpSpPr/>
            <p:nvPr/>
          </p:nvGrpSpPr>
          <p:grpSpPr>
            <a:xfrm>
              <a:off x="215900" y="982915"/>
              <a:ext cx="2464614" cy="461665"/>
              <a:chOff x="215900" y="982915"/>
              <a:chExt cx="2464614" cy="461665"/>
            </a:xfrm>
          </p:grpSpPr>
          <p:sp>
            <p:nvSpPr>
              <p:cNvPr id="1048836" name="矩形 34"/>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37" name="矩形 35"/>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38"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39" name="矩形 55"/>
          <p:cNvSpPr/>
          <p:nvPr userDrawn="1"/>
        </p:nvSpPr>
        <p:spPr>
          <a:xfrm>
            <a:off x="441781" y="93061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40" name="箭头: 燕尾形 56"/>
          <p:cNvSpPr/>
          <p:nvPr userDrawn="1"/>
        </p:nvSpPr>
        <p:spPr>
          <a:xfrm rot="5400000">
            <a:off x="1235551" y="154108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1048841" name="矩形 85"/>
          <p:cNvSpPr/>
          <p:nvPr userDrawn="1"/>
        </p:nvSpPr>
        <p:spPr>
          <a:xfrm>
            <a:off x="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6" name="组合 86"/>
          <p:cNvGrpSpPr/>
          <p:nvPr userDrawn="1"/>
        </p:nvGrpSpPr>
        <p:grpSpPr>
          <a:xfrm>
            <a:off x="118069" y="2199534"/>
            <a:ext cx="2464614" cy="461665"/>
            <a:chOff x="215900" y="982915"/>
            <a:chExt cx="2464614" cy="461665"/>
          </a:xfrm>
        </p:grpSpPr>
        <p:cxnSp>
          <p:nvCxnSpPr>
            <p:cNvPr id="314574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7" name="组合 88"/>
            <p:cNvGrpSpPr/>
            <p:nvPr/>
          </p:nvGrpSpPr>
          <p:grpSpPr>
            <a:xfrm>
              <a:off x="215900" y="982915"/>
              <a:ext cx="2464614" cy="460375"/>
              <a:chOff x="215900" y="982915"/>
              <a:chExt cx="2464614" cy="460375"/>
            </a:xfrm>
          </p:grpSpPr>
          <p:sp>
            <p:nvSpPr>
              <p:cNvPr id="1048842" name="矩形 89"/>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43" name="矩形 90"/>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研究背景与立项依据</a:t>
                </a:r>
              </a:p>
            </p:txBody>
          </p:sp>
          <p:sp>
            <p:nvSpPr>
              <p:cNvPr id="1048844"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88" name="组合 92"/>
          <p:cNvGrpSpPr/>
          <p:nvPr userDrawn="1"/>
        </p:nvGrpSpPr>
        <p:grpSpPr>
          <a:xfrm>
            <a:off x="118069" y="2833742"/>
            <a:ext cx="2663220" cy="461665"/>
            <a:chOff x="215900" y="982915"/>
            <a:chExt cx="2663220" cy="461665"/>
          </a:xfrm>
        </p:grpSpPr>
        <p:cxnSp>
          <p:nvCxnSpPr>
            <p:cNvPr id="314574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9" name="组合 94"/>
            <p:cNvGrpSpPr/>
            <p:nvPr/>
          </p:nvGrpSpPr>
          <p:grpSpPr>
            <a:xfrm>
              <a:off x="215900" y="982915"/>
              <a:ext cx="2663220" cy="461665"/>
              <a:chOff x="215900" y="982915"/>
              <a:chExt cx="2663220" cy="461665"/>
            </a:xfrm>
          </p:grpSpPr>
          <p:sp>
            <p:nvSpPr>
              <p:cNvPr id="1048845"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46"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47"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0" name="组合 98"/>
          <p:cNvGrpSpPr/>
          <p:nvPr userDrawn="1"/>
        </p:nvGrpSpPr>
        <p:grpSpPr>
          <a:xfrm>
            <a:off x="118069" y="3467950"/>
            <a:ext cx="2464614" cy="461665"/>
            <a:chOff x="215900" y="982915"/>
            <a:chExt cx="2464614" cy="461665"/>
          </a:xfrm>
        </p:grpSpPr>
        <p:cxnSp>
          <p:nvCxnSpPr>
            <p:cNvPr id="314574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1" name="组合 100"/>
            <p:cNvGrpSpPr/>
            <p:nvPr/>
          </p:nvGrpSpPr>
          <p:grpSpPr>
            <a:xfrm>
              <a:off x="215900" y="982915"/>
              <a:ext cx="2464614" cy="461665"/>
              <a:chOff x="215900" y="982915"/>
              <a:chExt cx="2464614" cy="461665"/>
            </a:xfrm>
          </p:grpSpPr>
          <p:sp>
            <p:nvSpPr>
              <p:cNvPr id="1048848"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49"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50"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2" name="组合 104"/>
          <p:cNvGrpSpPr/>
          <p:nvPr userDrawn="1"/>
        </p:nvGrpSpPr>
        <p:grpSpPr>
          <a:xfrm>
            <a:off x="118069" y="4102158"/>
            <a:ext cx="2311400" cy="461665"/>
            <a:chOff x="215900" y="982915"/>
            <a:chExt cx="2311400" cy="461665"/>
          </a:xfrm>
        </p:grpSpPr>
        <p:cxnSp>
          <p:nvCxnSpPr>
            <p:cNvPr id="314575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3" name="组合 106"/>
            <p:cNvGrpSpPr/>
            <p:nvPr/>
          </p:nvGrpSpPr>
          <p:grpSpPr>
            <a:xfrm>
              <a:off x="215900" y="982915"/>
              <a:ext cx="2261414" cy="460375"/>
              <a:chOff x="215900" y="982915"/>
              <a:chExt cx="2261414" cy="460375"/>
            </a:xfrm>
          </p:grpSpPr>
          <p:sp>
            <p:nvSpPr>
              <p:cNvPr id="1048851" name="矩形 107"/>
              <p:cNvSpPr/>
              <p:nvPr/>
            </p:nvSpPr>
            <p:spPr>
              <a:xfrm>
                <a:off x="215900" y="982915"/>
                <a:ext cx="335280"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4</a:t>
                </a:r>
                <a:endParaRPr lang="en-US" altLang="zh-CN" sz="2400" dirty="0">
                  <a:solidFill>
                    <a:schemeClr val="bg1"/>
                  </a:solidFill>
                  <a:latin typeface="Impact" panose="020B0806030902050204" pitchFamily="34" charset="0"/>
                  <a:cs typeface="+mn-ea"/>
                </a:endParaRPr>
              </a:p>
            </p:txBody>
          </p:sp>
          <p:sp>
            <p:nvSpPr>
              <p:cNvPr id="1048852" name="矩形 108"/>
              <p:cNvSpPr/>
              <p:nvPr/>
            </p:nvSpPr>
            <p:spPr>
              <a:xfrm>
                <a:off x="668834" y="1044470"/>
                <a:ext cx="1808480" cy="337185"/>
              </a:xfrm>
              <a:prstGeom prst="rect">
                <a:avLst/>
              </a:prstGeom>
            </p:spPr>
            <p:txBody>
              <a:bodyPr wrap="none">
                <a:spAutoFit/>
              </a:bodyPr>
              <a:lstStyle/>
              <a:p>
                <a:pPr algn="l">
                  <a:buClrTx/>
                  <a:buSzTx/>
                  <a:buFontTx/>
                </a:pPr>
                <a:r>
                  <a:rPr lang="zh-CN" altLang="en-US" sz="1600" b="1" dirty="0">
                    <a:solidFill>
                      <a:schemeClr val="bg1"/>
                    </a:solidFill>
                  </a:rPr>
                  <a:t>重难点与创新之处</a:t>
                </a:r>
              </a:p>
            </p:txBody>
          </p:sp>
          <p:sp>
            <p:nvSpPr>
              <p:cNvPr id="1048853"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4" name="组合 110"/>
          <p:cNvGrpSpPr/>
          <p:nvPr userDrawn="1"/>
        </p:nvGrpSpPr>
        <p:grpSpPr>
          <a:xfrm>
            <a:off x="118069" y="4736366"/>
            <a:ext cx="2464614" cy="461665"/>
            <a:chOff x="215900" y="982915"/>
            <a:chExt cx="2464614" cy="461665"/>
          </a:xfrm>
        </p:grpSpPr>
        <p:cxnSp>
          <p:nvCxnSpPr>
            <p:cNvPr id="314575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5" name="组合 112"/>
            <p:cNvGrpSpPr/>
            <p:nvPr/>
          </p:nvGrpSpPr>
          <p:grpSpPr>
            <a:xfrm>
              <a:off x="215900" y="982915"/>
              <a:ext cx="2464614" cy="461665"/>
              <a:chOff x="215900" y="982915"/>
              <a:chExt cx="2464614" cy="461665"/>
            </a:xfrm>
          </p:grpSpPr>
          <p:sp>
            <p:nvSpPr>
              <p:cNvPr id="1048854"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55"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56"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57" name="矩形 116"/>
          <p:cNvSpPr/>
          <p:nvPr userDrawn="1"/>
        </p:nvSpPr>
        <p:spPr>
          <a:xfrm>
            <a:off x="429081" y="130272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58" name="箭头: 燕尾形 56"/>
          <p:cNvSpPr/>
          <p:nvPr userDrawn="1"/>
        </p:nvSpPr>
        <p:spPr>
          <a:xfrm rot="5400000">
            <a:off x="1222851" y="191319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048859" name="矩形 103"/>
          <p:cNvSpPr/>
          <p:nvPr userDrawn="1"/>
        </p:nvSpPr>
        <p:spPr>
          <a:xfrm>
            <a:off x="-19685"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7" name="组合 104"/>
          <p:cNvGrpSpPr/>
          <p:nvPr userDrawn="1"/>
        </p:nvGrpSpPr>
        <p:grpSpPr>
          <a:xfrm>
            <a:off x="143469" y="2113809"/>
            <a:ext cx="2464614" cy="461665"/>
            <a:chOff x="215900" y="982915"/>
            <a:chExt cx="2464614" cy="461665"/>
          </a:xfrm>
        </p:grpSpPr>
        <p:cxnSp>
          <p:nvCxnSpPr>
            <p:cNvPr id="3145752"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8" name="组合 106"/>
            <p:cNvGrpSpPr/>
            <p:nvPr/>
          </p:nvGrpSpPr>
          <p:grpSpPr>
            <a:xfrm>
              <a:off x="215900" y="982915"/>
              <a:ext cx="2464614" cy="460375"/>
              <a:chOff x="215900" y="982915"/>
              <a:chExt cx="2464614" cy="460375"/>
            </a:xfrm>
          </p:grpSpPr>
          <p:sp>
            <p:nvSpPr>
              <p:cNvPr id="1048860" name="矩形 107"/>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61" name="矩形 108"/>
              <p:cNvSpPr/>
              <p:nvPr/>
            </p:nvSpPr>
            <p:spPr>
              <a:xfrm>
                <a:off x="668834" y="1044470"/>
                <a:ext cx="2011680" cy="337185"/>
              </a:xfrm>
              <a:prstGeom prst="rect">
                <a:avLst/>
              </a:prstGeom>
            </p:spPr>
            <p:txBody>
              <a:bodyPr wrap="none">
                <a:spAutoFit/>
              </a:bodyPr>
              <a:lstStyle/>
              <a:p>
                <a:pPr algn="l">
                  <a:buClrTx/>
                  <a:buSzTx/>
                  <a:buFontTx/>
                </a:pPr>
                <a:r>
                  <a:rPr lang="zh-CN" altLang="en-US" sz="1600" dirty="0">
                    <a:solidFill>
                      <a:schemeClr val="bg1">
                        <a:alpha val="35000"/>
                      </a:schemeClr>
                    </a:solidFill>
                  </a:rPr>
                  <a:t>研究背景与立项依据</a:t>
                </a:r>
              </a:p>
            </p:txBody>
          </p:sp>
          <p:sp>
            <p:nvSpPr>
              <p:cNvPr id="1048862"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99" name="组合 110"/>
          <p:cNvGrpSpPr/>
          <p:nvPr userDrawn="1"/>
        </p:nvGrpSpPr>
        <p:grpSpPr>
          <a:xfrm>
            <a:off x="143469" y="2748017"/>
            <a:ext cx="2663220" cy="461665"/>
            <a:chOff x="215900" y="982915"/>
            <a:chExt cx="2663220" cy="461665"/>
          </a:xfrm>
        </p:grpSpPr>
        <p:cxnSp>
          <p:nvCxnSpPr>
            <p:cNvPr id="3145753"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0" name="组合 112"/>
            <p:cNvGrpSpPr/>
            <p:nvPr/>
          </p:nvGrpSpPr>
          <p:grpSpPr>
            <a:xfrm>
              <a:off x="215900" y="982915"/>
              <a:ext cx="2663220" cy="461665"/>
              <a:chOff x="215900" y="982915"/>
              <a:chExt cx="2663220" cy="461665"/>
            </a:xfrm>
          </p:grpSpPr>
          <p:sp>
            <p:nvSpPr>
              <p:cNvPr id="1048863" name="矩形 113"/>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64" name="矩形 114"/>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65"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1" name="组合 116"/>
          <p:cNvGrpSpPr/>
          <p:nvPr userDrawn="1"/>
        </p:nvGrpSpPr>
        <p:grpSpPr>
          <a:xfrm>
            <a:off x="143469" y="3382225"/>
            <a:ext cx="2464614" cy="461665"/>
            <a:chOff x="215900" y="982915"/>
            <a:chExt cx="2464614" cy="461665"/>
          </a:xfrm>
        </p:grpSpPr>
        <p:cxnSp>
          <p:nvCxnSpPr>
            <p:cNvPr id="3145754" name="直接连接符 11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2" name="组合 118"/>
            <p:cNvGrpSpPr/>
            <p:nvPr/>
          </p:nvGrpSpPr>
          <p:grpSpPr>
            <a:xfrm>
              <a:off x="215900" y="982915"/>
              <a:ext cx="2464614" cy="460375"/>
              <a:chOff x="215900" y="982915"/>
              <a:chExt cx="2464614" cy="460375"/>
            </a:xfrm>
          </p:grpSpPr>
          <p:sp>
            <p:nvSpPr>
              <p:cNvPr id="1048866" name="矩形 119"/>
              <p:cNvSpPr/>
              <p:nvPr/>
            </p:nvSpPr>
            <p:spPr>
              <a:xfrm>
                <a:off x="215900" y="982915"/>
                <a:ext cx="344805"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3</a:t>
                </a:r>
                <a:endParaRPr lang="en-US" altLang="zh-CN" sz="2400" dirty="0">
                  <a:solidFill>
                    <a:schemeClr val="bg1"/>
                  </a:solidFill>
                  <a:latin typeface="Impact" panose="020B0806030902050204" pitchFamily="34" charset="0"/>
                  <a:cs typeface="+mn-ea"/>
                </a:endParaRPr>
              </a:p>
            </p:txBody>
          </p:sp>
          <p:sp>
            <p:nvSpPr>
              <p:cNvPr id="1048867" name="矩形 120"/>
              <p:cNvSpPr/>
              <p:nvPr/>
            </p:nvSpPr>
            <p:spPr>
              <a:xfrm>
                <a:off x="668834" y="1044470"/>
                <a:ext cx="2011680" cy="337185"/>
              </a:xfrm>
              <a:prstGeom prst="rect">
                <a:avLst/>
              </a:prstGeom>
            </p:spPr>
            <p:txBody>
              <a:bodyPr wrap="none">
                <a:spAutoFit/>
              </a:bodyPr>
              <a:lstStyle/>
              <a:p>
                <a:r>
                  <a:rPr lang="zh-CN" altLang="en-US" sz="1600" b="1" dirty="0">
                    <a:solidFill>
                      <a:schemeClr val="bg1"/>
                    </a:solidFill>
                  </a:rPr>
                  <a:t>核心方法与技术路线</a:t>
                </a:r>
              </a:p>
            </p:txBody>
          </p:sp>
          <p:sp>
            <p:nvSpPr>
              <p:cNvPr id="1048868"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3" name="组合 122"/>
          <p:cNvGrpSpPr/>
          <p:nvPr userDrawn="1"/>
        </p:nvGrpSpPr>
        <p:grpSpPr>
          <a:xfrm>
            <a:off x="143469" y="4016433"/>
            <a:ext cx="2459517" cy="461665"/>
            <a:chOff x="215900" y="982915"/>
            <a:chExt cx="2459517" cy="461665"/>
          </a:xfrm>
        </p:grpSpPr>
        <p:cxnSp>
          <p:nvCxnSpPr>
            <p:cNvPr id="3145755" name="直接连接符 12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4" name="组合 124"/>
            <p:cNvGrpSpPr/>
            <p:nvPr/>
          </p:nvGrpSpPr>
          <p:grpSpPr>
            <a:xfrm>
              <a:off x="215900" y="982915"/>
              <a:ext cx="2459517" cy="461665"/>
              <a:chOff x="215900" y="982915"/>
              <a:chExt cx="2459517" cy="461665"/>
            </a:xfrm>
          </p:grpSpPr>
          <p:sp>
            <p:nvSpPr>
              <p:cNvPr id="1048869" name="矩形 12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70" name="矩形 126"/>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71"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5" name="组合 128"/>
          <p:cNvGrpSpPr/>
          <p:nvPr userDrawn="1"/>
        </p:nvGrpSpPr>
        <p:grpSpPr>
          <a:xfrm>
            <a:off x="143469" y="4650641"/>
            <a:ext cx="2464614" cy="461665"/>
            <a:chOff x="215900" y="982915"/>
            <a:chExt cx="2464614" cy="461665"/>
          </a:xfrm>
        </p:grpSpPr>
        <p:cxnSp>
          <p:nvCxnSpPr>
            <p:cNvPr id="3145756" name="直接连接符 12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6" name="组合 130"/>
            <p:cNvGrpSpPr/>
            <p:nvPr/>
          </p:nvGrpSpPr>
          <p:grpSpPr>
            <a:xfrm>
              <a:off x="215900" y="982915"/>
              <a:ext cx="2464614" cy="461665"/>
              <a:chOff x="215900" y="982915"/>
              <a:chExt cx="2464614" cy="461665"/>
            </a:xfrm>
          </p:grpSpPr>
          <p:sp>
            <p:nvSpPr>
              <p:cNvPr id="1048872" name="矩形 131"/>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73" name="矩形 13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74"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75" name="矩形 134"/>
          <p:cNvSpPr/>
          <p:nvPr userDrawn="1"/>
        </p:nvSpPr>
        <p:spPr>
          <a:xfrm>
            <a:off x="454481" y="1216998"/>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76" name="箭头: 燕尾形 56"/>
          <p:cNvSpPr/>
          <p:nvPr userDrawn="1"/>
        </p:nvSpPr>
        <p:spPr>
          <a:xfrm rot="5400000">
            <a:off x="1248251" y="1827469"/>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1048782"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2" name="组合 86"/>
          <p:cNvGrpSpPr/>
          <p:nvPr userDrawn="1"/>
        </p:nvGrpSpPr>
        <p:grpSpPr>
          <a:xfrm>
            <a:off x="96479" y="2082694"/>
            <a:ext cx="2464614" cy="461665"/>
            <a:chOff x="215900" y="982915"/>
            <a:chExt cx="2464614" cy="461665"/>
          </a:xfrm>
        </p:grpSpPr>
        <p:cxnSp>
          <p:nvCxnSpPr>
            <p:cNvPr id="3145732"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3" name="组合 88"/>
            <p:cNvGrpSpPr/>
            <p:nvPr/>
          </p:nvGrpSpPr>
          <p:grpSpPr>
            <a:xfrm>
              <a:off x="215900" y="982915"/>
              <a:ext cx="2464614" cy="460375"/>
              <a:chOff x="215900" y="982915"/>
              <a:chExt cx="2464614" cy="460375"/>
            </a:xfrm>
          </p:grpSpPr>
          <p:sp>
            <p:nvSpPr>
              <p:cNvPr id="1048783" name="矩形 89"/>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784" name="矩形 90"/>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研究背景与立项依据</a:t>
                </a:r>
              </a:p>
            </p:txBody>
          </p:sp>
          <p:sp>
            <p:nvSpPr>
              <p:cNvPr id="1048785"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54" name="组合 92"/>
          <p:cNvGrpSpPr/>
          <p:nvPr userDrawn="1"/>
        </p:nvGrpSpPr>
        <p:grpSpPr>
          <a:xfrm>
            <a:off x="96479" y="2716902"/>
            <a:ext cx="2663220" cy="461665"/>
            <a:chOff x="215900" y="982915"/>
            <a:chExt cx="2663220" cy="461665"/>
          </a:xfrm>
        </p:grpSpPr>
        <p:cxnSp>
          <p:nvCxnSpPr>
            <p:cNvPr id="3145733"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5" name="组合 94"/>
            <p:cNvGrpSpPr/>
            <p:nvPr/>
          </p:nvGrpSpPr>
          <p:grpSpPr>
            <a:xfrm>
              <a:off x="215900" y="982915"/>
              <a:ext cx="2663220" cy="461665"/>
              <a:chOff x="215900" y="982915"/>
              <a:chExt cx="2663220" cy="461665"/>
            </a:xfrm>
          </p:grpSpPr>
          <p:sp>
            <p:nvSpPr>
              <p:cNvPr id="1048786"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787"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788"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56" name="组合 98"/>
          <p:cNvGrpSpPr/>
          <p:nvPr userDrawn="1"/>
        </p:nvGrpSpPr>
        <p:grpSpPr>
          <a:xfrm>
            <a:off x="96479" y="3351110"/>
            <a:ext cx="2464614" cy="461665"/>
            <a:chOff x="215900" y="982915"/>
            <a:chExt cx="2464614" cy="461665"/>
          </a:xfrm>
        </p:grpSpPr>
        <p:cxnSp>
          <p:nvCxnSpPr>
            <p:cNvPr id="3145734"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7" name="组合 100"/>
            <p:cNvGrpSpPr/>
            <p:nvPr/>
          </p:nvGrpSpPr>
          <p:grpSpPr>
            <a:xfrm>
              <a:off x="215900" y="982915"/>
              <a:ext cx="2464614" cy="461665"/>
              <a:chOff x="215900" y="982915"/>
              <a:chExt cx="2464614" cy="461665"/>
            </a:xfrm>
          </p:grpSpPr>
          <p:sp>
            <p:nvSpPr>
              <p:cNvPr id="1048789"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790"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791"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58" name="组合 104"/>
          <p:cNvGrpSpPr/>
          <p:nvPr userDrawn="1"/>
        </p:nvGrpSpPr>
        <p:grpSpPr>
          <a:xfrm>
            <a:off x="96479" y="3985318"/>
            <a:ext cx="2459517" cy="461665"/>
            <a:chOff x="215900" y="982915"/>
            <a:chExt cx="2459517" cy="461665"/>
          </a:xfrm>
        </p:grpSpPr>
        <p:cxnSp>
          <p:nvCxnSpPr>
            <p:cNvPr id="3145735"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9" name="组合 106"/>
            <p:cNvGrpSpPr/>
            <p:nvPr/>
          </p:nvGrpSpPr>
          <p:grpSpPr>
            <a:xfrm>
              <a:off x="215900" y="982915"/>
              <a:ext cx="2459517" cy="461665"/>
              <a:chOff x="215900" y="982915"/>
              <a:chExt cx="2459517" cy="461665"/>
            </a:xfrm>
          </p:grpSpPr>
          <p:sp>
            <p:nvSpPr>
              <p:cNvPr id="1048792"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793"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794"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0" name="组合 110"/>
          <p:cNvGrpSpPr/>
          <p:nvPr userDrawn="1"/>
        </p:nvGrpSpPr>
        <p:grpSpPr>
          <a:xfrm>
            <a:off x="96479" y="4619526"/>
            <a:ext cx="2464614" cy="461665"/>
            <a:chOff x="215900" y="982915"/>
            <a:chExt cx="2464614" cy="461665"/>
          </a:xfrm>
        </p:grpSpPr>
        <p:cxnSp>
          <p:nvCxnSpPr>
            <p:cNvPr id="3145736"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1" name="组合 112"/>
            <p:cNvGrpSpPr/>
            <p:nvPr/>
          </p:nvGrpSpPr>
          <p:grpSpPr>
            <a:xfrm>
              <a:off x="215900" y="982915"/>
              <a:ext cx="2464614" cy="460375"/>
              <a:chOff x="215900" y="982915"/>
              <a:chExt cx="2464614" cy="460375"/>
            </a:xfrm>
          </p:grpSpPr>
          <p:sp>
            <p:nvSpPr>
              <p:cNvPr id="1048795" name="矩形 113"/>
              <p:cNvSpPr/>
              <p:nvPr/>
            </p:nvSpPr>
            <p:spPr>
              <a:xfrm>
                <a:off x="215900" y="982915"/>
                <a:ext cx="346710"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5</a:t>
                </a:r>
                <a:endParaRPr lang="en-US" altLang="zh-CN" sz="2400" dirty="0">
                  <a:solidFill>
                    <a:schemeClr val="bg1"/>
                  </a:solidFill>
                  <a:latin typeface="Impact" panose="020B0806030902050204" pitchFamily="34" charset="0"/>
                  <a:cs typeface="+mn-ea"/>
                </a:endParaRPr>
              </a:p>
            </p:txBody>
          </p:sp>
          <p:sp>
            <p:nvSpPr>
              <p:cNvPr id="1048796" name="矩形 114"/>
              <p:cNvSpPr/>
              <p:nvPr/>
            </p:nvSpPr>
            <p:spPr>
              <a:xfrm>
                <a:off x="668834" y="1044470"/>
                <a:ext cx="2011680" cy="337185"/>
              </a:xfrm>
              <a:prstGeom prst="rect">
                <a:avLst/>
              </a:prstGeom>
            </p:spPr>
            <p:txBody>
              <a:bodyPr wrap="none">
                <a:spAutoFit/>
              </a:bodyPr>
              <a:lstStyle/>
              <a:p>
                <a:pPr algn="l">
                  <a:buClrTx/>
                  <a:buSzTx/>
                  <a:buFontTx/>
                </a:pPr>
                <a:r>
                  <a:rPr lang="zh-CN" altLang="en-US" sz="1600" b="1" dirty="0">
                    <a:solidFill>
                      <a:schemeClr val="bg1"/>
                    </a:solidFill>
                  </a:rPr>
                  <a:t>进度安排与预期成果</a:t>
                </a:r>
              </a:p>
            </p:txBody>
          </p:sp>
          <p:sp>
            <p:nvSpPr>
              <p:cNvPr id="1048797"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798" name="矩形 116"/>
          <p:cNvSpPr/>
          <p:nvPr userDrawn="1"/>
        </p:nvSpPr>
        <p:spPr>
          <a:xfrm>
            <a:off x="407491" y="118588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799" name="箭头: 燕尾形 56"/>
          <p:cNvSpPr/>
          <p:nvPr userDrawn="1"/>
        </p:nvSpPr>
        <p:spPr>
          <a:xfrm rot="5400000">
            <a:off x="1201261" y="179635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
        <p:nvSpPr>
          <p:cNvPr id="1048877"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8" name="组合 86"/>
          <p:cNvGrpSpPr/>
          <p:nvPr userDrawn="1"/>
        </p:nvGrpSpPr>
        <p:grpSpPr>
          <a:xfrm>
            <a:off x="107274" y="1327044"/>
            <a:ext cx="2663220" cy="461665"/>
            <a:chOff x="215900" y="982915"/>
            <a:chExt cx="2663220" cy="461665"/>
          </a:xfrm>
        </p:grpSpPr>
        <p:cxnSp>
          <p:nvCxnSpPr>
            <p:cNvPr id="314575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9" name="组合 88"/>
            <p:cNvGrpSpPr/>
            <p:nvPr/>
          </p:nvGrpSpPr>
          <p:grpSpPr>
            <a:xfrm>
              <a:off x="215900" y="982915"/>
              <a:ext cx="2663220" cy="461665"/>
              <a:chOff x="215900" y="982915"/>
              <a:chExt cx="2663220" cy="461665"/>
            </a:xfrm>
          </p:grpSpPr>
          <p:sp>
            <p:nvSpPr>
              <p:cNvPr id="1048878" name="矩形 89"/>
              <p:cNvSpPr/>
              <p:nvPr/>
            </p:nvSpPr>
            <p:spPr>
              <a:xfrm>
                <a:off x="215900" y="982915"/>
                <a:ext cx="301686" cy="461665"/>
              </a:xfrm>
              <a:prstGeom prst="rect">
                <a:avLst/>
              </a:prstGeom>
            </p:spPr>
            <p:txBody>
              <a:bodyPr wrap="none">
                <a:spAutoFit/>
              </a:bodyPr>
              <a:lstStyle/>
              <a:p>
                <a:r>
                  <a:rPr lang="en-US" altLang="zh-CN" sz="2400" dirty="0">
                    <a:solidFill>
                      <a:schemeClr val="bg1"/>
                    </a:solidFill>
                    <a:latin typeface="Impact" panose="020B0806030902050204" pitchFamily="34" charset="0"/>
                    <a:cs typeface="+mn-ea"/>
                    <a:sym typeface="+mn-lt"/>
                  </a:rPr>
                  <a:t>1</a:t>
                </a:r>
                <a:endParaRPr lang="zh-CN" altLang="en-US" sz="2400" dirty="0">
                  <a:solidFill>
                    <a:schemeClr val="bg1"/>
                  </a:solidFill>
                  <a:latin typeface="Impact" panose="020B0806030902050204" pitchFamily="34" charset="0"/>
                </a:endParaRPr>
              </a:p>
            </p:txBody>
          </p:sp>
          <p:sp>
            <p:nvSpPr>
              <p:cNvPr id="1048879" name="矩形 90"/>
              <p:cNvSpPr/>
              <p:nvPr/>
            </p:nvSpPr>
            <p:spPr>
              <a:xfrm>
                <a:off x="668834" y="1044470"/>
                <a:ext cx="2210286" cy="337185"/>
              </a:xfrm>
              <a:prstGeom prst="rect">
                <a:avLst/>
              </a:prstGeom>
            </p:spPr>
            <p:txBody>
              <a:bodyPr wrap="none">
                <a:spAutoFit/>
              </a:bodyPr>
              <a:lstStyle/>
              <a:p>
                <a:r>
                  <a:rPr lang="zh-CN" altLang="en-US" sz="1600" b="1" dirty="0">
                    <a:solidFill>
                      <a:schemeClr val="bg1"/>
                    </a:solidFill>
                  </a:rPr>
                  <a:t>研究背景与立项依据</a:t>
                </a:r>
                <a:endParaRPr lang="en-US" altLang="zh-CN" sz="1600" b="1" dirty="0">
                  <a:solidFill>
                    <a:schemeClr val="bg1"/>
                  </a:solidFill>
                </a:endParaRPr>
              </a:p>
            </p:txBody>
          </p:sp>
          <p:sp>
            <p:nvSpPr>
              <p:cNvPr id="1048880"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110" name="组合 92"/>
          <p:cNvGrpSpPr/>
          <p:nvPr userDrawn="1"/>
        </p:nvGrpSpPr>
        <p:grpSpPr>
          <a:xfrm>
            <a:off x="107274" y="1961252"/>
            <a:ext cx="2663220" cy="461665"/>
            <a:chOff x="215900" y="982915"/>
            <a:chExt cx="2663220" cy="461665"/>
          </a:xfrm>
        </p:grpSpPr>
        <p:cxnSp>
          <p:nvCxnSpPr>
            <p:cNvPr id="314575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1" name="组合 94"/>
            <p:cNvGrpSpPr/>
            <p:nvPr/>
          </p:nvGrpSpPr>
          <p:grpSpPr>
            <a:xfrm>
              <a:off x="215900" y="982915"/>
              <a:ext cx="2663220" cy="461665"/>
              <a:chOff x="215900" y="982915"/>
              <a:chExt cx="2663220" cy="461665"/>
            </a:xfrm>
          </p:grpSpPr>
          <p:sp>
            <p:nvSpPr>
              <p:cNvPr id="1048881"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82"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83"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2" name="组合 98"/>
          <p:cNvGrpSpPr/>
          <p:nvPr userDrawn="1"/>
        </p:nvGrpSpPr>
        <p:grpSpPr>
          <a:xfrm>
            <a:off x="107274" y="2595460"/>
            <a:ext cx="2464614" cy="461665"/>
            <a:chOff x="215900" y="982915"/>
            <a:chExt cx="2464614" cy="461665"/>
          </a:xfrm>
        </p:grpSpPr>
        <p:cxnSp>
          <p:nvCxnSpPr>
            <p:cNvPr id="314575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3" name="组合 100"/>
            <p:cNvGrpSpPr/>
            <p:nvPr/>
          </p:nvGrpSpPr>
          <p:grpSpPr>
            <a:xfrm>
              <a:off x="215900" y="982915"/>
              <a:ext cx="2464614" cy="461665"/>
              <a:chOff x="215900" y="982915"/>
              <a:chExt cx="2464614" cy="461665"/>
            </a:xfrm>
          </p:grpSpPr>
          <p:sp>
            <p:nvSpPr>
              <p:cNvPr id="1048884"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85"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86"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4" name="组合 104"/>
          <p:cNvGrpSpPr/>
          <p:nvPr userDrawn="1"/>
        </p:nvGrpSpPr>
        <p:grpSpPr>
          <a:xfrm>
            <a:off x="107274" y="3229668"/>
            <a:ext cx="2459517" cy="461665"/>
            <a:chOff x="215900" y="982915"/>
            <a:chExt cx="2459517" cy="461665"/>
          </a:xfrm>
        </p:grpSpPr>
        <p:cxnSp>
          <p:nvCxnSpPr>
            <p:cNvPr id="314576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5" name="组合 106"/>
            <p:cNvGrpSpPr/>
            <p:nvPr/>
          </p:nvGrpSpPr>
          <p:grpSpPr>
            <a:xfrm>
              <a:off x="215900" y="982915"/>
              <a:ext cx="2459517" cy="461665"/>
              <a:chOff x="215900" y="982915"/>
              <a:chExt cx="2459517" cy="461665"/>
            </a:xfrm>
          </p:grpSpPr>
          <p:sp>
            <p:nvSpPr>
              <p:cNvPr id="1048887"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88"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89"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6" name="组合 110"/>
          <p:cNvGrpSpPr/>
          <p:nvPr userDrawn="1"/>
        </p:nvGrpSpPr>
        <p:grpSpPr>
          <a:xfrm>
            <a:off x="107274" y="3863876"/>
            <a:ext cx="2464614" cy="461665"/>
            <a:chOff x="215900" y="982915"/>
            <a:chExt cx="2464614" cy="461665"/>
          </a:xfrm>
        </p:grpSpPr>
        <p:cxnSp>
          <p:nvCxnSpPr>
            <p:cNvPr id="314576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7" name="组合 112"/>
            <p:cNvGrpSpPr/>
            <p:nvPr/>
          </p:nvGrpSpPr>
          <p:grpSpPr>
            <a:xfrm>
              <a:off x="215900" y="982915"/>
              <a:ext cx="2464614" cy="461665"/>
              <a:chOff x="215900" y="982915"/>
              <a:chExt cx="2464614" cy="461665"/>
            </a:xfrm>
          </p:grpSpPr>
          <p:sp>
            <p:nvSpPr>
              <p:cNvPr id="1048890"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91"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92"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93" name="矩形 116"/>
          <p:cNvSpPr/>
          <p:nvPr userDrawn="1"/>
        </p:nvSpPr>
        <p:spPr>
          <a:xfrm>
            <a:off x="418286" y="43023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94" name="箭头: 燕尾形 56"/>
          <p:cNvSpPr/>
          <p:nvPr userDrawn="1"/>
        </p:nvSpPr>
        <p:spPr>
          <a:xfrm rot="5400000">
            <a:off x="1212056" y="104070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895"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1048896"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1048897" name="日期占位符 3"/>
          <p:cNvSpPr>
            <a:spLocks noGrp="1"/>
          </p:cNvSpPr>
          <p:nvPr>
            <p:ph type="dt" sz="half" idx="10"/>
          </p:nvPr>
        </p:nvSpPr>
        <p:spPr>
          <a:xfrm>
            <a:off x="838200" y="6356350"/>
            <a:ext cx="2743200" cy="365125"/>
          </a:xfrm>
          <a:prstGeom prst="rect">
            <a:avLst/>
          </a:prstGeom>
        </p:spPr>
        <p:txBody>
          <a:bodyPr/>
          <a:lstStyle/>
          <a:p>
            <a:fld id="{9B82AFC9-7D9A-4FD9-B772-845CA8F4F0F5}" type="datetimeFigureOut">
              <a:rPr lang="zh-CN" altLang="en-US" smtClean="0"/>
              <a:t>2025/10/29</a:t>
            </a:fld>
            <a:endParaRPr lang="zh-CN" altLang="en-US"/>
          </a:p>
        </p:txBody>
      </p:sp>
      <p:sp>
        <p:nvSpPr>
          <p:cNvPr id="1048898"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99" name="灯片编号占位符 5"/>
          <p:cNvSpPr>
            <a:spLocks noGrp="1"/>
          </p:cNvSpPr>
          <p:nvPr>
            <p:ph type="sldNum" sz="quarter" idx="12"/>
          </p:nvPr>
        </p:nvSpPr>
        <p:spPr>
          <a:xfrm>
            <a:off x="8610600" y="6356350"/>
            <a:ext cx="2743200" cy="365125"/>
          </a:xfrm>
          <a:prstGeom prst="rect">
            <a:avLst/>
          </a:prstGeom>
        </p:spPr>
        <p:txBody>
          <a:bodyPr/>
          <a:lstStyle/>
          <a:p>
            <a:fld id="{F88BD4B3-A4CF-4B7B-A8C7-820FC5A3D5B4}"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818" name="日期占位符 1"/>
          <p:cNvSpPr>
            <a:spLocks noGrp="1"/>
          </p:cNvSpPr>
          <p:nvPr>
            <p:ph type="dt" sz="half" idx="10"/>
          </p:nvPr>
        </p:nvSpPr>
        <p:spPr>
          <a:xfrm>
            <a:off x="838200" y="6356350"/>
            <a:ext cx="2743200" cy="365125"/>
          </a:xfrm>
          <a:prstGeom prst="rect">
            <a:avLst/>
          </a:prstGeom>
        </p:spPr>
        <p:txBody>
          <a:bodyPr/>
          <a:lstStyle/>
          <a:p>
            <a:fld id="{9B82AFC9-7D9A-4FD9-B772-845CA8F4F0F5}" type="datetimeFigureOut">
              <a:rPr lang="zh-CN" altLang="en-US" smtClean="0"/>
              <a:t>2025/10/29</a:t>
            </a:fld>
            <a:endParaRPr lang="zh-CN" altLang="en-US"/>
          </a:p>
        </p:txBody>
      </p:sp>
      <p:sp>
        <p:nvSpPr>
          <p:cNvPr id="1048819"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20" name="灯片编号占位符 3"/>
          <p:cNvSpPr>
            <a:spLocks noGrp="1"/>
          </p:cNvSpPr>
          <p:nvPr>
            <p:ph type="sldNum" sz="quarter" idx="12"/>
          </p:nvPr>
        </p:nvSpPr>
        <p:spPr>
          <a:xfrm>
            <a:off x="8610600" y="6356350"/>
            <a:ext cx="2743200" cy="365125"/>
          </a:xfrm>
          <a:prstGeom prst="rect">
            <a:avLst/>
          </a:prstGeom>
        </p:spPr>
        <p:txBody>
          <a:bodyPr/>
          <a:lstStyle/>
          <a:p>
            <a:fld id="{F88BD4B3-A4CF-4B7B-A8C7-820FC5A3D5B4}" type="slidenum">
              <a:rPr lang="zh-CN" altLang="en-US" smtClean="0"/>
              <a:t>‹#›</a:t>
            </a:fld>
            <a:endParaRPr lang="zh-CN" altLang="en-US"/>
          </a:p>
        </p:txBody>
      </p:sp>
      <p:sp>
        <p:nvSpPr>
          <p:cNvPr id="1048821" name="任意多边形: 形状 4"/>
          <p:cNvSpPr/>
          <p:nvPr userDrawn="1"/>
        </p:nvSpPr>
        <p:spPr>
          <a:xfrm>
            <a:off x="359366" y="6735098"/>
            <a:ext cx="11488295" cy="122903"/>
          </a:xfrm>
          <a:custGeom>
            <a:avLst/>
            <a:gdLst>
              <a:gd name="connsiteX0" fmla="*/ 247791 w 11488295"/>
              <a:gd name="connsiteY0" fmla="*/ 0 h 122903"/>
              <a:gd name="connsiteX1" fmla="*/ 11240504 w 11488295"/>
              <a:gd name="connsiteY1" fmla="*/ 0 h 122903"/>
              <a:gd name="connsiteX2" fmla="*/ 11462895 w 11488295"/>
              <a:gd name="connsiteY2" fmla="*/ 92117 h 122903"/>
              <a:gd name="connsiteX3" fmla="*/ 11488295 w 11488295"/>
              <a:gd name="connsiteY3" fmla="*/ 122903 h 122903"/>
              <a:gd name="connsiteX4" fmla="*/ 0 w 11488295"/>
              <a:gd name="connsiteY4" fmla="*/ 122903 h 122903"/>
              <a:gd name="connsiteX5" fmla="*/ 25400 w 11488295"/>
              <a:gd name="connsiteY5" fmla="*/ 92117 h 122903"/>
              <a:gd name="connsiteX6" fmla="*/ 247791 w 11488295"/>
              <a:gd name="connsiteY6" fmla="*/ 0 h 122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88295" h="122903">
                <a:moveTo>
                  <a:pt x="247791" y="0"/>
                </a:moveTo>
                <a:lnTo>
                  <a:pt x="11240504" y="0"/>
                </a:lnTo>
                <a:cubicBezTo>
                  <a:pt x="11327353" y="0"/>
                  <a:pt x="11405980" y="35203"/>
                  <a:pt x="11462895" y="92117"/>
                </a:cubicBezTo>
                <a:lnTo>
                  <a:pt x="11488295" y="122903"/>
                </a:lnTo>
                <a:lnTo>
                  <a:pt x="0" y="122903"/>
                </a:lnTo>
                <a:lnTo>
                  <a:pt x="25400" y="92117"/>
                </a:lnTo>
                <a:cubicBezTo>
                  <a:pt x="82315" y="35203"/>
                  <a:pt x="160942" y="0"/>
                  <a:pt x="247791" y="0"/>
                </a:cubicBez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48822" name="任意多边形: 形状 5"/>
          <p:cNvSpPr/>
          <p:nvPr userDrawn="1"/>
        </p:nvSpPr>
        <p:spPr>
          <a:xfrm flipV="1">
            <a:off x="359366" y="-4"/>
            <a:ext cx="11488295" cy="122903"/>
          </a:xfrm>
          <a:custGeom>
            <a:avLst/>
            <a:gdLst>
              <a:gd name="connsiteX0" fmla="*/ 247791 w 11488295"/>
              <a:gd name="connsiteY0" fmla="*/ 0 h 122903"/>
              <a:gd name="connsiteX1" fmla="*/ 11240504 w 11488295"/>
              <a:gd name="connsiteY1" fmla="*/ 0 h 122903"/>
              <a:gd name="connsiteX2" fmla="*/ 11462895 w 11488295"/>
              <a:gd name="connsiteY2" fmla="*/ 92117 h 122903"/>
              <a:gd name="connsiteX3" fmla="*/ 11488295 w 11488295"/>
              <a:gd name="connsiteY3" fmla="*/ 122903 h 122903"/>
              <a:gd name="connsiteX4" fmla="*/ 0 w 11488295"/>
              <a:gd name="connsiteY4" fmla="*/ 122903 h 122903"/>
              <a:gd name="connsiteX5" fmla="*/ 25400 w 11488295"/>
              <a:gd name="connsiteY5" fmla="*/ 92117 h 122903"/>
              <a:gd name="connsiteX6" fmla="*/ 247791 w 11488295"/>
              <a:gd name="connsiteY6" fmla="*/ 0 h 122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88295" h="122903">
                <a:moveTo>
                  <a:pt x="247791" y="0"/>
                </a:moveTo>
                <a:lnTo>
                  <a:pt x="11240504" y="0"/>
                </a:lnTo>
                <a:cubicBezTo>
                  <a:pt x="11327353" y="0"/>
                  <a:pt x="11405980" y="35203"/>
                  <a:pt x="11462895" y="92117"/>
                </a:cubicBezTo>
                <a:lnTo>
                  <a:pt x="11488295" y="122903"/>
                </a:lnTo>
                <a:lnTo>
                  <a:pt x="0" y="122903"/>
                </a:lnTo>
                <a:lnTo>
                  <a:pt x="25400" y="92117"/>
                </a:lnTo>
                <a:cubicBezTo>
                  <a:pt x="82315" y="35203"/>
                  <a:pt x="160942" y="0"/>
                  <a:pt x="247791" y="0"/>
                </a:cubicBez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634"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1048635"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1048800"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3" name="组合 86"/>
          <p:cNvGrpSpPr/>
          <p:nvPr userDrawn="1"/>
        </p:nvGrpSpPr>
        <p:grpSpPr>
          <a:xfrm>
            <a:off x="142834" y="2028719"/>
            <a:ext cx="2663220" cy="461665"/>
            <a:chOff x="215900" y="982915"/>
            <a:chExt cx="2663220" cy="461665"/>
          </a:xfrm>
        </p:grpSpPr>
        <p:cxnSp>
          <p:nvCxnSpPr>
            <p:cNvPr id="314573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4" name="组合 88"/>
            <p:cNvGrpSpPr/>
            <p:nvPr/>
          </p:nvGrpSpPr>
          <p:grpSpPr>
            <a:xfrm>
              <a:off x="215900" y="982915"/>
              <a:ext cx="2663220" cy="461665"/>
              <a:chOff x="215900" y="982915"/>
              <a:chExt cx="2663220" cy="461665"/>
            </a:xfrm>
          </p:grpSpPr>
          <p:sp>
            <p:nvSpPr>
              <p:cNvPr id="1048801" name="矩形 89"/>
              <p:cNvSpPr/>
              <p:nvPr/>
            </p:nvSpPr>
            <p:spPr>
              <a:xfrm>
                <a:off x="215900" y="982915"/>
                <a:ext cx="301686" cy="461665"/>
              </a:xfrm>
              <a:prstGeom prst="rect">
                <a:avLst/>
              </a:prstGeom>
            </p:spPr>
            <p:txBody>
              <a:bodyPr wrap="none">
                <a:spAutoFit/>
              </a:bodyPr>
              <a:lstStyle/>
              <a:p>
                <a:r>
                  <a:rPr lang="en-US" altLang="zh-CN" sz="2400" dirty="0">
                    <a:solidFill>
                      <a:schemeClr val="bg1"/>
                    </a:solidFill>
                    <a:latin typeface="Impact" panose="020B0806030902050204" pitchFamily="34" charset="0"/>
                    <a:cs typeface="+mn-ea"/>
                    <a:sym typeface="+mn-lt"/>
                  </a:rPr>
                  <a:t>1</a:t>
                </a:r>
                <a:endParaRPr lang="zh-CN" altLang="en-US" sz="2400" dirty="0">
                  <a:solidFill>
                    <a:schemeClr val="bg1"/>
                  </a:solidFill>
                  <a:latin typeface="Impact" panose="020B0806030902050204" pitchFamily="34" charset="0"/>
                </a:endParaRPr>
              </a:p>
            </p:txBody>
          </p:sp>
          <p:sp>
            <p:nvSpPr>
              <p:cNvPr id="1048802" name="矩形 90"/>
              <p:cNvSpPr/>
              <p:nvPr/>
            </p:nvSpPr>
            <p:spPr>
              <a:xfrm>
                <a:off x="668834" y="1044470"/>
                <a:ext cx="2210286" cy="337185"/>
              </a:xfrm>
              <a:prstGeom prst="rect">
                <a:avLst/>
              </a:prstGeom>
            </p:spPr>
            <p:txBody>
              <a:bodyPr wrap="none">
                <a:spAutoFit/>
              </a:bodyPr>
              <a:lstStyle/>
              <a:p>
                <a:r>
                  <a:rPr lang="zh-CN" altLang="en-US" sz="1600" b="1" dirty="0">
                    <a:solidFill>
                      <a:schemeClr val="bg1"/>
                    </a:solidFill>
                  </a:rPr>
                  <a:t>研究背景与立项依据</a:t>
                </a:r>
                <a:endParaRPr lang="en-US" altLang="zh-CN" sz="1600" b="1" dirty="0">
                  <a:solidFill>
                    <a:schemeClr val="bg1"/>
                  </a:solidFill>
                </a:endParaRPr>
              </a:p>
            </p:txBody>
          </p:sp>
          <p:sp>
            <p:nvSpPr>
              <p:cNvPr id="1048803"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65" name="组合 92"/>
          <p:cNvGrpSpPr/>
          <p:nvPr userDrawn="1"/>
        </p:nvGrpSpPr>
        <p:grpSpPr>
          <a:xfrm>
            <a:off x="142834" y="2662927"/>
            <a:ext cx="2663220" cy="461665"/>
            <a:chOff x="215900" y="982915"/>
            <a:chExt cx="2663220" cy="461665"/>
          </a:xfrm>
        </p:grpSpPr>
        <p:cxnSp>
          <p:nvCxnSpPr>
            <p:cNvPr id="314573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6" name="组合 94"/>
            <p:cNvGrpSpPr/>
            <p:nvPr/>
          </p:nvGrpSpPr>
          <p:grpSpPr>
            <a:xfrm>
              <a:off x="215900" y="982915"/>
              <a:ext cx="2663220" cy="461665"/>
              <a:chOff x="215900" y="982915"/>
              <a:chExt cx="2663220" cy="461665"/>
            </a:xfrm>
          </p:grpSpPr>
          <p:sp>
            <p:nvSpPr>
              <p:cNvPr id="1048804"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05"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06"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7" name="组合 98"/>
          <p:cNvGrpSpPr/>
          <p:nvPr userDrawn="1"/>
        </p:nvGrpSpPr>
        <p:grpSpPr>
          <a:xfrm>
            <a:off x="142834" y="3297135"/>
            <a:ext cx="2464614" cy="461665"/>
            <a:chOff x="215900" y="982915"/>
            <a:chExt cx="2464614" cy="461665"/>
          </a:xfrm>
        </p:grpSpPr>
        <p:cxnSp>
          <p:nvCxnSpPr>
            <p:cNvPr id="314573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8" name="组合 100"/>
            <p:cNvGrpSpPr/>
            <p:nvPr/>
          </p:nvGrpSpPr>
          <p:grpSpPr>
            <a:xfrm>
              <a:off x="215900" y="982915"/>
              <a:ext cx="2464614" cy="461665"/>
              <a:chOff x="215900" y="982915"/>
              <a:chExt cx="2464614" cy="461665"/>
            </a:xfrm>
          </p:grpSpPr>
          <p:sp>
            <p:nvSpPr>
              <p:cNvPr id="1048807"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08"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09"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9" name="组合 104"/>
          <p:cNvGrpSpPr/>
          <p:nvPr userDrawn="1"/>
        </p:nvGrpSpPr>
        <p:grpSpPr>
          <a:xfrm>
            <a:off x="142834" y="3931343"/>
            <a:ext cx="2459517" cy="461665"/>
            <a:chOff x="215900" y="982915"/>
            <a:chExt cx="2459517" cy="461665"/>
          </a:xfrm>
        </p:grpSpPr>
        <p:cxnSp>
          <p:nvCxnSpPr>
            <p:cNvPr id="314574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0" name="组合 106"/>
            <p:cNvGrpSpPr/>
            <p:nvPr/>
          </p:nvGrpSpPr>
          <p:grpSpPr>
            <a:xfrm>
              <a:off x="215900" y="982915"/>
              <a:ext cx="2459517" cy="461665"/>
              <a:chOff x="215900" y="982915"/>
              <a:chExt cx="2459517" cy="461665"/>
            </a:xfrm>
          </p:grpSpPr>
          <p:sp>
            <p:nvSpPr>
              <p:cNvPr id="1048810"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11"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12"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71" name="组合 110"/>
          <p:cNvGrpSpPr/>
          <p:nvPr userDrawn="1"/>
        </p:nvGrpSpPr>
        <p:grpSpPr>
          <a:xfrm>
            <a:off x="142834" y="4565551"/>
            <a:ext cx="2464614" cy="461665"/>
            <a:chOff x="215900" y="982915"/>
            <a:chExt cx="2464614" cy="461665"/>
          </a:xfrm>
        </p:grpSpPr>
        <p:cxnSp>
          <p:nvCxnSpPr>
            <p:cNvPr id="314574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2" name="组合 112"/>
            <p:cNvGrpSpPr/>
            <p:nvPr/>
          </p:nvGrpSpPr>
          <p:grpSpPr>
            <a:xfrm>
              <a:off x="215900" y="982915"/>
              <a:ext cx="2464614" cy="461665"/>
              <a:chOff x="215900" y="982915"/>
              <a:chExt cx="2464614" cy="461665"/>
            </a:xfrm>
          </p:grpSpPr>
          <p:sp>
            <p:nvSpPr>
              <p:cNvPr id="1048813"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14"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15"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16" name="矩形 116"/>
          <p:cNvSpPr/>
          <p:nvPr userDrawn="1"/>
        </p:nvSpPr>
        <p:spPr>
          <a:xfrm>
            <a:off x="385266" y="1004908"/>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17" name="箭头: 燕尾形 56"/>
          <p:cNvSpPr/>
          <p:nvPr userDrawn="1"/>
        </p:nvSpPr>
        <p:spPr>
          <a:xfrm rot="5400000">
            <a:off x="1179036" y="1615379"/>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048823" name="矩形 6"/>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 name="组合 7"/>
          <p:cNvGrpSpPr/>
          <p:nvPr userDrawn="1"/>
        </p:nvGrpSpPr>
        <p:grpSpPr>
          <a:xfrm>
            <a:off x="142834" y="1857269"/>
            <a:ext cx="2464614" cy="461665"/>
            <a:chOff x="215900" y="982915"/>
            <a:chExt cx="2464614" cy="461665"/>
          </a:xfrm>
        </p:grpSpPr>
        <p:cxnSp>
          <p:nvCxnSpPr>
            <p:cNvPr id="3145742" name="直接连接符 8"/>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6" name="组合 9"/>
            <p:cNvGrpSpPr/>
            <p:nvPr/>
          </p:nvGrpSpPr>
          <p:grpSpPr>
            <a:xfrm>
              <a:off x="215900" y="982915"/>
              <a:ext cx="2464614" cy="460375"/>
              <a:chOff x="215900" y="982915"/>
              <a:chExt cx="2464614" cy="460375"/>
            </a:xfrm>
          </p:grpSpPr>
          <p:sp>
            <p:nvSpPr>
              <p:cNvPr id="1048824" name="矩形 10"/>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25" name="矩形 11"/>
              <p:cNvSpPr/>
              <p:nvPr/>
            </p:nvSpPr>
            <p:spPr>
              <a:xfrm>
                <a:off x="668834" y="1044470"/>
                <a:ext cx="2011680" cy="337185"/>
              </a:xfrm>
              <a:prstGeom prst="rect">
                <a:avLst/>
              </a:prstGeom>
            </p:spPr>
            <p:txBody>
              <a:bodyPr wrap="none">
                <a:spAutoFit/>
              </a:bodyPr>
              <a:lstStyle/>
              <a:p>
                <a:pPr algn="l">
                  <a:buClrTx/>
                  <a:buSzTx/>
                  <a:buFontTx/>
                </a:pPr>
                <a:r>
                  <a:rPr lang="zh-CN" altLang="en-US" sz="1600" dirty="0">
                    <a:solidFill>
                      <a:schemeClr val="bg1">
                        <a:alpha val="35000"/>
                      </a:schemeClr>
                    </a:solidFill>
                  </a:rPr>
                  <a:t>研究背景与立项依据</a:t>
                </a:r>
              </a:p>
            </p:txBody>
          </p:sp>
          <p:sp>
            <p:nvSpPr>
              <p:cNvPr id="1048826"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77" name="组合 13"/>
          <p:cNvGrpSpPr/>
          <p:nvPr userDrawn="1"/>
        </p:nvGrpSpPr>
        <p:grpSpPr>
          <a:xfrm>
            <a:off x="142834" y="2491477"/>
            <a:ext cx="2464614" cy="461665"/>
            <a:chOff x="215900" y="982915"/>
            <a:chExt cx="2464614" cy="461665"/>
          </a:xfrm>
        </p:grpSpPr>
        <p:cxnSp>
          <p:nvCxnSpPr>
            <p:cNvPr id="3145743" name="直接连接符 14"/>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8" name="组合 15"/>
            <p:cNvGrpSpPr/>
            <p:nvPr/>
          </p:nvGrpSpPr>
          <p:grpSpPr>
            <a:xfrm>
              <a:off x="215900" y="982915"/>
              <a:ext cx="2464614" cy="460375"/>
              <a:chOff x="215900" y="982915"/>
              <a:chExt cx="2464614" cy="460375"/>
            </a:xfrm>
          </p:grpSpPr>
          <p:sp>
            <p:nvSpPr>
              <p:cNvPr id="1048827" name="矩形 16"/>
              <p:cNvSpPr/>
              <p:nvPr/>
            </p:nvSpPr>
            <p:spPr>
              <a:xfrm>
                <a:off x="215900" y="982915"/>
                <a:ext cx="335915"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2</a:t>
                </a:r>
                <a:endParaRPr lang="en-US" altLang="zh-CN" sz="2400" dirty="0">
                  <a:solidFill>
                    <a:schemeClr val="bg1"/>
                  </a:solidFill>
                  <a:latin typeface="Impact" panose="020B0806030902050204" pitchFamily="34" charset="0"/>
                  <a:cs typeface="+mn-ea"/>
                </a:endParaRPr>
              </a:p>
            </p:txBody>
          </p:sp>
          <p:sp>
            <p:nvSpPr>
              <p:cNvPr id="1048828" name="矩形 17"/>
              <p:cNvSpPr/>
              <p:nvPr/>
            </p:nvSpPr>
            <p:spPr>
              <a:xfrm>
                <a:off x="668834" y="1044470"/>
                <a:ext cx="2011680" cy="337185"/>
              </a:xfrm>
              <a:prstGeom prst="rect">
                <a:avLst/>
              </a:prstGeom>
            </p:spPr>
            <p:txBody>
              <a:bodyPr wrap="none">
                <a:spAutoFit/>
              </a:bodyPr>
              <a:lstStyle/>
              <a:p>
                <a:r>
                  <a:rPr lang="zh-CN" altLang="en-US" sz="1600" b="1" dirty="0">
                    <a:solidFill>
                      <a:schemeClr val="bg1"/>
                    </a:solidFill>
                  </a:rPr>
                  <a:t>研究对象与研究内容</a:t>
                </a:r>
                <a:endParaRPr lang="zh-CN" altLang="en-US" sz="1600" dirty="0">
                  <a:solidFill>
                    <a:schemeClr val="bg1">
                      <a:alpha val="35000"/>
                    </a:schemeClr>
                  </a:solidFill>
                </a:endParaRPr>
              </a:p>
            </p:txBody>
          </p:sp>
          <p:sp>
            <p:nvSpPr>
              <p:cNvPr id="1048829"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79" name="组合 19"/>
          <p:cNvGrpSpPr/>
          <p:nvPr userDrawn="1"/>
        </p:nvGrpSpPr>
        <p:grpSpPr>
          <a:xfrm>
            <a:off x="142834" y="3125685"/>
            <a:ext cx="2464614" cy="461665"/>
            <a:chOff x="215900" y="982915"/>
            <a:chExt cx="2464614" cy="461665"/>
          </a:xfrm>
        </p:grpSpPr>
        <p:cxnSp>
          <p:nvCxnSpPr>
            <p:cNvPr id="3145744" name="直接连接符 20"/>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0" name="组合 21"/>
            <p:cNvGrpSpPr/>
            <p:nvPr/>
          </p:nvGrpSpPr>
          <p:grpSpPr>
            <a:xfrm>
              <a:off x="215900" y="982915"/>
              <a:ext cx="2464614" cy="461665"/>
              <a:chOff x="215900" y="982915"/>
              <a:chExt cx="2464614" cy="461665"/>
            </a:xfrm>
          </p:grpSpPr>
          <p:sp>
            <p:nvSpPr>
              <p:cNvPr id="1048830" name="矩形 22"/>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31" name="矩形 23"/>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32"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81" name="组合 25"/>
          <p:cNvGrpSpPr/>
          <p:nvPr userDrawn="1"/>
        </p:nvGrpSpPr>
        <p:grpSpPr>
          <a:xfrm>
            <a:off x="142834" y="3759893"/>
            <a:ext cx="2459517" cy="461665"/>
            <a:chOff x="215900" y="982915"/>
            <a:chExt cx="2459517" cy="461665"/>
          </a:xfrm>
        </p:grpSpPr>
        <p:cxnSp>
          <p:nvCxnSpPr>
            <p:cNvPr id="3145745" name="直接连接符 26"/>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2" name="组合 27"/>
            <p:cNvGrpSpPr/>
            <p:nvPr/>
          </p:nvGrpSpPr>
          <p:grpSpPr>
            <a:xfrm>
              <a:off x="215900" y="982915"/>
              <a:ext cx="2459517" cy="461665"/>
              <a:chOff x="215900" y="982915"/>
              <a:chExt cx="2459517" cy="461665"/>
            </a:xfrm>
          </p:grpSpPr>
          <p:sp>
            <p:nvSpPr>
              <p:cNvPr id="1048833" name="矩形 28"/>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34" name="矩形 29"/>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35"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83" name="组合 31"/>
          <p:cNvGrpSpPr/>
          <p:nvPr userDrawn="1"/>
        </p:nvGrpSpPr>
        <p:grpSpPr>
          <a:xfrm>
            <a:off x="142834" y="4394101"/>
            <a:ext cx="2464614" cy="461665"/>
            <a:chOff x="215900" y="982915"/>
            <a:chExt cx="2464614" cy="461665"/>
          </a:xfrm>
        </p:grpSpPr>
        <p:cxnSp>
          <p:nvCxnSpPr>
            <p:cNvPr id="3145746" name="直接连接符 32"/>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4" name="组合 33"/>
            <p:cNvGrpSpPr/>
            <p:nvPr/>
          </p:nvGrpSpPr>
          <p:grpSpPr>
            <a:xfrm>
              <a:off x="215900" y="982915"/>
              <a:ext cx="2464614" cy="461665"/>
              <a:chOff x="215900" y="982915"/>
              <a:chExt cx="2464614" cy="461665"/>
            </a:xfrm>
          </p:grpSpPr>
          <p:sp>
            <p:nvSpPr>
              <p:cNvPr id="1048836" name="矩形 34"/>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37" name="矩形 35"/>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38"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39" name="矩形 55"/>
          <p:cNvSpPr/>
          <p:nvPr userDrawn="1"/>
        </p:nvSpPr>
        <p:spPr>
          <a:xfrm>
            <a:off x="441781" y="93061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40" name="箭头: 燕尾形 56"/>
          <p:cNvSpPr/>
          <p:nvPr userDrawn="1"/>
        </p:nvSpPr>
        <p:spPr>
          <a:xfrm rot="5400000">
            <a:off x="1235551" y="154108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1048841" name="矩形 85"/>
          <p:cNvSpPr/>
          <p:nvPr userDrawn="1"/>
        </p:nvSpPr>
        <p:spPr>
          <a:xfrm>
            <a:off x="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6" name="组合 86"/>
          <p:cNvGrpSpPr/>
          <p:nvPr userDrawn="1"/>
        </p:nvGrpSpPr>
        <p:grpSpPr>
          <a:xfrm>
            <a:off x="118069" y="2199534"/>
            <a:ext cx="2464614" cy="461665"/>
            <a:chOff x="215900" y="982915"/>
            <a:chExt cx="2464614" cy="461665"/>
          </a:xfrm>
        </p:grpSpPr>
        <p:cxnSp>
          <p:nvCxnSpPr>
            <p:cNvPr id="314574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7" name="组合 88"/>
            <p:cNvGrpSpPr/>
            <p:nvPr/>
          </p:nvGrpSpPr>
          <p:grpSpPr>
            <a:xfrm>
              <a:off x="215900" y="982915"/>
              <a:ext cx="2464614" cy="460375"/>
              <a:chOff x="215900" y="982915"/>
              <a:chExt cx="2464614" cy="460375"/>
            </a:xfrm>
          </p:grpSpPr>
          <p:sp>
            <p:nvSpPr>
              <p:cNvPr id="1048842" name="矩形 89"/>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43" name="矩形 90"/>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研究背景与立项依据</a:t>
                </a:r>
              </a:p>
            </p:txBody>
          </p:sp>
          <p:sp>
            <p:nvSpPr>
              <p:cNvPr id="1048844"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88" name="组合 92"/>
          <p:cNvGrpSpPr/>
          <p:nvPr userDrawn="1"/>
        </p:nvGrpSpPr>
        <p:grpSpPr>
          <a:xfrm>
            <a:off x="118069" y="2833742"/>
            <a:ext cx="2663220" cy="461665"/>
            <a:chOff x="215900" y="982915"/>
            <a:chExt cx="2663220" cy="461665"/>
          </a:xfrm>
        </p:grpSpPr>
        <p:cxnSp>
          <p:nvCxnSpPr>
            <p:cNvPr id="314574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9" name="组合 94"/>
            <p:cNvGrpSpPr/>
            <p:nvPr/>
          </p:nvGrpSpPr>
          <p:grpSpPr>
            <a:xfrm>
              <a:off x="215900" y="982915"/>
              <a:ext cx="2663220" cy="461665"/>
              <a:chOff x="215900" y="982915"/>
              <a:chExt cx="2663220" cy="461665"/>
            </a:xfrm>
          </p:grpSpPr>
          <p:sp>
            <p:nvSpPr>
              <p:cNvPr id="1048845"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46"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47"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0" name="组合 98"/>
          <p:cNvGrpSpPr/>
          <p:nvPr userDrawn="1"/>
        </p:nvGrpSpPr>
        <p:grpSpPr>
          <a:xfrm>
            <a:off x="118069" y="3467950"/>
            <a:ext cx="2464614" cy="461665"/>
            <a:chOff x="215900" y="982915"/>
            <a:chExt cx="2464614" cy="461665"/>
          </a:xfrm>
        </p:grpSpPr>
        <p:cxnSp>
          <p:nvCxnSpPr>
            <p:cNvPr id="314574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1" name="组合 100"/>
            <p:cNvGrpSpPr/>
            <p:nvPr/>
          </p:nvGrpSpPr>
          <p:grpSpPr>
            <a:xfrm>
              <a:off x="215900" y="982915"/>
              <a:ext cx="2464614" cy="461665"/>
              <a:chOff x="215900" y="982915"/>
              <a:chExt cx="2464614" cy="461665"/>
            </a:xfrm>
          </p:grpSpPr>
          <p:sp>
            <p:nvSpPr>
              <p:cNvPr id="1048848"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49"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50"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2" name="组合 104"/>
          <p:cNvGrpSpPr/>
          <p:nvPr userDrawn="1"/>
        </p:nvGrpSpPr>
        <p:grpSpPr>
          <a:xfrm>
            <a:off x="118069" y="4102158"/>
            <a:ext cx="2311400" cy="461665"/>
            <a:chOff x="215900" y="982915"/>
            <a:chExt cx="2311400" cy="461665"/>
          </a:xfrm>
        </p:grpSpPr>
        <p:cxnSp>
          <p:nvCxnSpPr>
            <p:cNvPr id="314575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3" name="组合 106"/>
            <p:cNvGrpSpPr/>
            <p:nvPr/>
          </p:nvGrpSpPr>
          <p:grpSpPr>
            <a:xfrm>
              <a:off x="215900" y="982915"/>
              <a:ext cx="2261414" cy="460375"/>
              <a:chOff x="215900" y="982915"/>
              <a:chExt cx="2261414" cy="460375"/>
            </a:xfrm>
          </p:grpSpPr>
          <p:sp>
            <p:nvSpPr>
              <p:cNvPr id="1048851" name="矩形 107"/>
              <p:cNvSpPr/>
              <p:nvPr/>
            </p:nvSpPr>
            <p:spPr>
              <a:xfrm>
                <a:off x="215900" y="982915"/>
                <a:ext cx="335280"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4</a:t>
                </a:r>
                <a:endParaRPr lang="en-US" altLang="zh-CN" sz="2400" dirty="0">
                  <a:solidFill>
                    <a:schemeClr val="bg1"/>
                  </a:solidFill>
                  <a:latin typeface="Impact" panose="020B0806030902050204" pitchFamily="34" charset="0"/>
                  <a:cs typeface="+mn-ea"/>
                </a:endParaRPr>
              </a:p>
            </p:txBody>
          </p:sp>
          <p:sp>
            <p:nvSpPr>
              <p:cNvPr id="1048852" name="矩形 108"/>
              <p:cNvSpPr/>
              <p:nvPr/>
            </p:nvSpPr>
            <p:spPr>
              <a:xfrm>
                <a:off x="668834" y="1044470"/>
                <a:ext cx="1808480" cy="337185"/>
              </a:xfrm>
              <a:prstGeom prst="rect">
                <a:avLst/>
              </a:prstGeom>
            </p:spPr>
            <p:txBody>
              <a:bodyPr wrap="none">
                <a:spAutoFit/>
              </a:bodyPr>
              <a:lstStyle/>
              <a:p>
                <a:pPr algn="l">
                  <a:buClrTx/>
                  <a:buSzTx/>
                  <a:buFontTx/>
                </a:pPr>
                <a:r>
                  <a:rPr lang="zh-CN" altLang="en-US" sz="1600" b="1" dirty="0">
                    <a:solidFill>
                      <a:schemeClr val="bg1"/>
                    </a:solidFill>
                  </a:rPr>
                  <a:t>重难点与创新之处</a:t>
                </a:r>
              </a:p>
            </p:txBody>
          </p:sp>
          <p:sp>
            <p:nvSpPr>
              <p:cNvPr id="1048853"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4" name="组合 110"/>
          <p:cNvGrpSpPr/>
          <p:nvPr userDrawn="1"/>
        </p:nvGrpSpPr>
        <p:grpSpPr>
          <a:xfrm>
            <a:off x="118069" y="4736366"/>
            <a:ext cx="2464614" cy="461665"/>
            <a:chOff x="215900" y="982915"/>
            <a:chExt cx="2464614" cy="461665"/>
          </a:xfrm>
        </p:grpSpPr>
        <p:cxnSp>
          <p:nvCxnSpPr>
            <p:cNvPr id="314575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5" name="组合 112"/>
            <p:cNvGrpSpPr/>
            <p:nvPr/>
          </p:nvGrpSpPr>
          <p:grpSpPr>
            <a:xfrm>
              <a:off x="215900" y="982915"/>
              <a:ext cx="2464614" cy="461665"/>
              <a:chOff x="215900" y="982915"/>
              <a:chExt cx="2464614" cy="461665"/>
            </a:xfrm>
          </p:grpSpPr>
          <p:sp>
            <p:nvSpPr>
              <p:cNvPr id="1048854"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55"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56"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57" name="矩形 116"/>
          <p:cNvSpPr/>
          <p:nvPr userDrawn="1"/>
        </p:nvSpPr>
        <p:spPr>
          <a:xfrm>
            <a:off x="429081" y="130272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58" name="箭头: 燕尾形 56"/>
          <p:cNvSpPr/>
          <p:nvPr userDrawn="1"/>
        </p:nvSpPr>
        <p:spPr>
          <a:xfrm rot="5400000">
            <a:off x="1222851" y="191319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048859" name="矩形 103"/>
          <p:cNvSpPr/>
          <p:nvPr userDrawn="1"/>
        </p:nvSpPr>
        <p:spPr>
          <a:xfrm>
            <a:off x="-19685"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7" name="组合 104"/>
          <p:cNvGrpSpPr/>
          <p:nvPr userDrawn="1"/>
        </p:nvGrpSpPr>
        <p:grpSpPr>
          <a:xfrm>
            <a:off x="143469" y="2113809"/>
            <a:ext cx="2464614" cy="461665"/>
            <a:chOff x="215900" y="982915"/>
            <a:chExt cx="2464614" cy="461665"/>
          </a:xfrm>
        </p:grpSpPr>
        <p:cxnSp>
          <p:nvCxnSpPr>
            <p:cNvPr id="3145752"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8" name="组合 106"/>
            <p:cNvGrpSpPr/>
            <p:nvPr/>
          </p:nvGrpSpPr>
          <p:grpSpPr>
            <a:xfrm>
              <a:off x="215900" y="982915"/>
              <a:ext cx="2464614" cy="460375"/>
              <a:chOff x="215900" y="982915"/>
              <a:chExt cx="2464614" cy="460375"/>
            </a:xfrm>
          </p:grpSpPr>
          <p:sp>
            <p:nvSpPr>
              <p:cNvPr id="1048860" name="矩形 107"/>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61" name="矩形 108"/>
              <p:cNvSpPr/>
              <p:nvPr/>
            </p:nvSpPr>
            <p:spPr>
              <a:xfrm>
                <a:off x="668834" y="1044470"/>
                <a:ext cx="2011680" cy="337185"/>
              </a:xfrm>
              <a:prstGeom prst="rect">
                <a:avLst/>
              </a:prstGeom>
            </p:spPr>
            <p:txBody>
              <a:bodyPr wrap="none">
                <a:spAutoFit/>
              </a:bodyPr>
              <a:lstStyle/>
              <a:p>
                <a:pPr algn="l">
                  <a:buClrTx/>
                  <a:buSzTx/>
                  <a:buFontTx/>
                </a:pPr>
                <a:r>
                  <a:rPr lang="zh-CN" altLang="en-US" sz="1600" dirty="0">
                    <a:solidFill>
                      <a:schemeClr val="bg1">
                        <a:alpha val="35000"/>
                      </a:schemeClr>
                    </a:solidFill>
                  </a:rPr>
                  <a:t>研究背景与立项依据</a:t>
                </a:r>
              </a:p>
            </p:txBody>
          </p:sp>
          <p:sp>
            <p:nvSpPr>
              <p:cNvPr id="1048862"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99" name="组合 110"/>
          <p:cNvGrpSpPr/>
          <p:nvPr userDrawn="1"/>
        </p:nvGrpSpPr>
        <p:grpSpPr>
          <a:xfrm>
            <a:off x="143469" y="2748017"/>
            <a:ext cx="2663220" cy="461665"/>
            <a:chOff x="215900" y="982915"/>
            <a:chExt cx="2663220" cy="461665"/>
          </a:xfrm>
        </p:grpSpPr>
        <p:cxnSp>
          <p:nvCxnSpPr>
            <p:cNvPr id="3145753"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0" name="组合 112"/>
            <p:cNvGrpSpPr/>
            <p:nvPr/>
          </p:nvGrpSpPr>
          <p:grpSpPr>
            <a:xfrm>
              <a:off x="215900" y="982915"/>
              <a:ext cx="2663220" cy="461665"/>
              <a:chOff x="215900" y="982915"/>
              <a:chExt cx="2663220" cy="461665"/>
            </a:xfrm>
          </p:grpSpPr>
          <p:sp>
            <p:nvSpPr>
              <p:cNvPr id="1048863" name="矩形 113"/>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64" name="矩形 114"/>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65"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1" name="组合 116"/>
          <p:cNvGrpSpPr/>
          <p:nvPr userDrawn="1"/>
        </p:nvGrpSpPr>
        <p:grpSpPr>
          <a:xfrm>
            <a:off x="143469" y="3382225"/>
            <a:ext cx="2464614" cy="461665"/>
            <a:chOff x="215900" y="982915"/>
            <a:chExt cx="2464614" cy="461665"/>
          </a:xfrm>
        </p:grpSpPr>
        <p:cxnSp>
          <p:nvCxnSpPr>
            <p:cNvPr id="3145754" name="直接连接符 11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2" name="组合 118"/>
            <p:cNvGrpSpPr/>
            <p:nvPr/>
          </p:nvGrpSpPr>
          <p:grpSpPr>
            <a:xfrm>
              <a:off x="215900" y="982915"/>
              <a:ext cx="2464614" cy="460375"/>
              <a:chOff x="215900" y="982915"/>
              <a:chExt cx="2464614" cy="460375"/>
            </a:xfrm>
          </p:grpSpPr>
          <p:sp>
            <p:nvSpPr>
              <p:cNvPr id="1048866" name="矩形 119"/>
              <p:cNvSpPr/>
              <p:nvPr/>
            </p:nvSpPr>
            <p:spPr>
              <a:xfrm>
                <a:off x="215900" y="982915"/>
                <a:ext cx="344805"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3</a:t>
                </a:r>
                <a:endParaRPr lang="en-US" altLang="zh-CN" sz="2400" dirty="0">
                  <a:solidFill>
                    <a:schemeClr val="bg1"/>
                  </a:solidFill>
                  <a:latin typeface="Impact" panose="020B0806030902050204" pitchFamily="34" charset="0"/>
                  <a:cs typeface="+mn-ea"/>
                </a:endParaRPr>
              </a:p>
            </p:txBody>
          </p:sp>
          <p:sp>
            <p:nvSpPr>
              <p:cNvPr id="1048867" name="矩形 120"/>
              <p:cNvSpPr/>
              <p:nvPr/>
            </p:nvSpPr>
            <p:spPr>
              <a:xfrm>
                <a:off x="668834" y="1044470"/>
                <a:ext cx="2011680" cy="337185"/>
              </a:xfrm>
              <a:prstGeom prst="rect">
                <a:avLst/>
              </a:prstGeom>
            </p:spPr>
            <p:txBody>
              <a:bodyPr wrap="none">
                <a:spAutoFit/>
              </a:bodyPr>
              <a:lstStyle/>
              <a:p>
                <a:r>
                  <a:rPr lang="zh-CN" altLang="en-US" sz="1600" b="1" dirty="0">
                    <a:solidFill>
                      <a:schemeClr val="bg1"/>
                    </a:solidFill>
                  </a:rPr>
                  <a:t>核心方法与技术路线</a:t>
                </a:r>
              </a:p>
            </p:txBody>
          </p:sp>
          <p:sp>
            <p:nvSpPr>
              <p:cNvPr id="1048868"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3" name="组合 122"/>
          <p:cNvGrpSpPr/>
          <p:nvPr userDrawn="1"/>
        </p:nvGrpSpPr>
        <p:grpSpPr>
          <a:xfrm>
            <a:off x="143469" y="4016433"/>
            <a:ext cx="2459517" cy="461665"/>
            <a:chOff x="215900" y="982915"/>
            <a:chExt cx="2459517" cy="461665"/>
          </a:xfrm>
        </p:grpSpPr>
        <p:cxnSp>
          <p:nvCxnSpPr>
            <p:cNvPr id="3145755" name="直接连接符 12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4" name="组合 124"/>
            <p:cNvGrpSpPr/>
            <p:nvPr/>
          </p:nvGrpSpPr>
          <p:grpSpPr>
            <a:xfrm>
              <a:off x="215900" y="982915"/>
              <a:ext cx="2459517" cy="461665"/>
              <a:chOff x="215900" y="982915"/>
              <a:chExt cx="2459517" cy="461665"/>
            </a:xfrm>
          </p:grpSpPr>
          <p:sp>
            <p:nvSpPr>
              <p:cNvPr id="1048869" name="矩形 12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70" name="矩形 126"/>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71"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5" name="组合 128"/>
          <p:cNvGrpSpPr/>
          <p:nvPr userDrawn="1"/>
        </p:nvGrpSpPr>
        <p:grpSpPr>
          <a:xfrm>
            <a:off x="143469" y="4650641"/>
            <a:ext cx="2464614" cy="461665"/>
            <a:chOff x="215900" y="982915"/>
            <a:chExt cx="2464614" cy="461665"/>
          </a:xfrm>
        </p:grpSpPr>
        <p:cxnSp>
          <p:nvCxnSpPr>
            <p:cNvPr id="3145756" name="直接连接符 12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6" name="组合 130"/>
            <p:cNvGrpSpPr/>
            <p:nvPr/>
          </p:nvGrpSpPr>
          <p:grpSpPr>
            <a:xfrm>
              <a:off x="215900" y="982915"/>
              <a:ext cx="2464614" cy="461665"/>
              <a:chOff x="215900" y="982915"/>
              <a:chExt cx="2464614" cy="461665"/>
            </a:xfrm>
          </p:grpSpPr>
          <p:sp>
            <p:nvSpPr>
              <p:cNvPr id="1048872" name="矩形 131"/>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73" name="矩形 13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74"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75" name="矩形 134"/>
          <p:cNvSpPr/>
          <p:nvPr userDrawn="1"/>
        </p:nvSpPr>
        <p:spPr>
          <a:xfrm>
            <a:off x="454481" y="1216998"/>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76" name="箭头: 燕尾形 56"/>
          <p:cNvSpPr/>
          <p:nvPr userDrawn="1"/>
        </p:nvSpPr>
        <p:spPr>
          <a:xfrm rot="5400000">
            <a:off x="1248251" y="1827469"/>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1048782"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2" name="组合 86"/>
          <p:cNvGrpSpPr/>
          <p:nvPr userDrawn="1"/>
        </p:nvGrpSpPr>
        <p:grpSpPr>
          <a:xfrm>
            <a:off x="96479" y="2082694"/>
            <a:ext cx="2464614" cy="461665"/>
            <a:chOff x="215900" y="982915"/>
            <a:chExt cx="2464614" cy="461665"/>
          </a:xfrm>
        </p:grpSpPr>
        <p:cxnSp>
          <p:nvCxnSpPr>
            <p:cNvPr id="3145732"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3" name="组合 88"/>
            <p:cNvGrpSpPr/>
            <p:nvPr/>
          </p:nvGrpSpPr>
          <p:grpSpPr>
            <a:xfrm>
              <a:off x="215900" y="982915"/>
              <a:ext cx="2464614" cy="460375"/>
              <a:chOff x="215900" y="982915"/>
              <a:chExt cx="2464614" cy="460375"/>
            </a:xfrm>
          </p:grpSpPr>
          <p:sp>
            <p:nvSpPr>
              <p:cNvPr id="1048783" name="矩形 89"/>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784" name="矩形 90"/>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研究背景与立项依据</a:t>
                </a:r>
              </a:p>
            </p:txBody>
          </p:sp>
          <p:sp>
            <p:nvSpPr>
              <p:cNvPr id="1048785"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54" name="组合 92"/>
          <p:cNvGrpSpPr/>
          <p:nvPr userDrawn="1"/>
        </p:nvGrpSpPr>
        <p:grpSpPr>
          <a:xfrm>
            <a:off x="96479" y="2716902"/>
            <a:ext cx="2663220" cy="461665"/>
            <a:chOff x="215900" y="982915"/>
            <a:chExt cx="2663220" cy="461665"/>
          </a:xfrm>
        </p:grpSpPr>
        <p:cxnSp>
          <p:nvCxnSpPr>
            <p:cNvPr id="3145733"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5" name="组合 94"/>
            <p:cNvGrpSpPr/>
            <p:nvPr/>
          </p:nvGrpSpPr>
          <p:grpSpPr>
            <a:xfrm>
              <a:off x="215900" y="982915"/>
              <a:ext cx="2663220" cy="461665"/>
              <a:chOff x="215900" y="982915"/>
              <a:chExt cx="2663220" cy="461665"/>
            </a:xfrm>
          </p:grpSpPr>
          <p:sp>
            <p:nvSpPr>
              <p:cNvPr id="1048786"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787"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788"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56" name="组合 98"/>
          <p:cNvGrpSpPr/>
          <p:nvPr userDrawn="1"/>
        </p:nvGrpSpPr>
        <p:grpSpPr>
          <a:xfrm>
            <a:off x="96479" y="3351110"/>
            <a:ext cx="2464614" cy="461665"/>
            <a:chOff x="215900" y="982915"/>
            <a:chExt cx="2464614" cy="461665"/>
          </a:xfrm>
        </p:grpSpPr>
        <p:cxnSp>
          <p:nvCxnSpPr>
            <p:cNvPr id="3145734"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7" name="组合 100"/>
            <p:cNvGrpSpPr/>
            <p:nvPr/>
          </p:nvGrpSpPr>
          <p:grpSpPr>
            <a:xfrm>
              <a:off x="215900" y="982915"/>
              <a:ext cx="2464614" cy="461665"/>
              <a:chOff x="215900" y="982915"/>
              <a:chExt cx="2464614" cy="461665"/>
            </a:xfrm>
          </p:grpSpPr>
          <p:sp>
            <p:nvSpPr>
              <p:cNvPr id="1048789"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790"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791"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58" name="组合 104"/>
          <p:cNvGrpSpPr/>
          <p:nvPr userDrawn="1"/>
        </p:nvGrpSpPr>
        <p:grpSpPr>
          <a:xfrm>
            <a:off x="96479" y="3985318"/>
            <a:ext cx="2459517" cy="461665"/>
            <a:chOff x="215900" y="982915"/>
            <a:chExt cx="2459517" cy="461665"/>
          </a:xfrm>
        </p:grpSpPr>
        <p:cxnSp>
          <p:nvCxnSpPr>
            <p:cNvPr id="3145735"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9" name="组合 106"/>
            <p:cNvGrpSpPr/>
            <p:nvPr/>
          </p:nvGrpSpPr>
          <p:grpSpPr>
            <a:xfrm>
              <a:off x="215900" y="982915"/>
              <a:ext cx="2459517" cy="461665"/>
              <a:chOff x="215900" y="982915"/>
              <a:chExt cx="2459517" cy="461665"/>
            </a:xfrm>
          </p:grpSpPr>
          <p:sp>
            <p:nvSpPr>
              <p:cNvPr id="1048792"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793"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794"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0" name="组合 110"/>
          <p:cNvGrpSpPr/>
          <p:nvPr userDrawn="1"/>
        </p:nvGrpSpPr>
        <p:grpSpPr>
          <a:xfrm>
            <a:off x="96479" y="4619526"/>
            <a:ext cx="2464614" cy="461665"/>
            <a:chOff x="215900" y="982915"/>
            <a:chExt cx="2464614" cy="461665"/>
          </a:xfrm>
        </p:grpSpPr>
        <p:cxnSp>
          <p:nvCxnSpPr>
            <p:cNvPr id="3145736"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1" name="组合 112"/>
            <p:cNvGrpSpPr/>
            <p:nvPr/>
          </p:nvGrpSpPr>
          <p:grpSpPr>
            <a:xfrm>
              <a:off x="215900" y="982915"/>
              <a:ext cx="2464614" cy="460375"/>
              <a:chOff x="215900" y="982915"/>
              <a:chExt cx="2464614" cy="460375"/>
            </a:xfrm>
          </p:grpSpPr>
          <p:sp>
            <p:nvSpPr>
              <p:cNvPr id="1048795" name="矩形 113"/>
              <p:cNvSpPr/>
              <p:nvPr/>
            </p:nvSpPr>
            <p:spPr>
              <a:xfrm>
                <a:off x="215900" y="982915"/>
                <a:ext cx="346710"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5</a:t>
                </a:r>
                <a:endParaRPr lang="en-US" altLang="zh-CN" sz="2400" dirty="0">
                  <a:solidFill>
                    <a:schemeClr val="bg1"/>
                  </a:solidFill>
                  <a:latin typeface="Impact" panose="020B0806030902050204" pitchFamily="34" charset="0"/>
                  <a:cs typeface="+mn-ea"/>
                </a:endParaRPr>
              </a:p>
            </p:txBody>
          </p:sp>
          <p:sp>
            <p:nvSpPr>
              <p:cNvPr id="1048796" name="矩形 114"/>
              <p:cNvSpPr/>
              <p:nvPr/>
            </p:nvSpPr>
            <p:spPr>
              <a:xfrm>
                <a:off x="668834" y="1044470"/>
                <a:ext cx="2011680" cy="337185"/>
              </a:xfrm>
              <a:prstGeom prst="rect">
                <a:avLst/>
              </a:prstGeom>
            </p:spPr>
            <p:txBody>
              <a:bodyPr wrap="none">
                <a:spAutoFit/>
              </a:bodyPr>
              <a:lstStyle/>
              <a:p>
                <a:pPr algn="l">
                  <a:buClrTx/>
                  <a:buSzTx/>
                  <a:buFontTx/>
                </a:pPr>
                <a:r>
                  <a:rPr lang="zh-CN" altLang="en-US" sz="1600" b="1" dirty="0">
                    <a:solidFill>
                      <a:schemeClr val="bg1"/>
                    </a:solidFill>
                  </a:rPr>
                  <a:t>进度安排与预期成果</a:t>
                </a:r>
              </a:p>
            </p:txBody>
          </p:sp>
          <p:sp>
            <p:nvSpPr>
              <p:cNvPr id="1048797"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798" name="矩形 116"/>
          <p:cNvSpPr/>
          <p:nvPr userDrawn="1"/>
        </p:nvSpPr>
        <p:spPr>
          <a:xfrm>
            <a:off x="407491" y="118588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799" name="箭头: 燕尾形 56"/>
          <p:cNvSpPr/>
          <p:nvPr userDrawn="1"/>
        </p:nvSpPr>
        <p:spPr>
          <a:xfrm rot="5400000">
            <a:off x="1201261" y="179635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
        <p:nvSpPr>
          <p:cNvPr id="1048877"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8" name="组合 86"/>
          <p:cNvGrpSpPr/>
          <p:nvPr userDrawn="1"/>
        </p:nvGrpSpPr>
        <p:grpSpPr>
          <a:xfrm>
            <a:off x="107274" y="1327044"/>
            <a:ext cx="2663220" cy="461665"/>
            <a:chOff x="215900" y="982915"/>
            <a:chExt cx="2663220" cy="461665"/>
          </a:xfrm>
        </p:grpSpPr>
        <p:cxnSp>
          <p:nvCxnSpPr>
            <p:cNvPr id="314575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9" name="组合 88"/>
            <p:cNvGrpSpPr/>
            <p:nvPr/>
          </p:nvGrpSpPr>
          <p:grpSpPr>
            <a:xfrm>
              <a:off x="215900" y="982915"/>
              <a:ext cx="2663220" cy="461665"/>
              <a:chOff x="215900" y="982915"/>
              <a:chExt cx="2663220" cy="461665"/>
            </a:xfrm>
          </p:grpSpPr>
          <p:sp>
            <p:nvSpPr>
              <p:cNvPr id="1048878" name="矩形 89"/>
              <p:cNvSpPr/>
              <p:nvPr/>
            </p:nvSpPr>
            <p:spPr>
              <a:xfrm>
                <a:off x="215900" y="982915"/>
                <a:ext cx="301686" cy="461665"/>
              </a:xfrm>
              <a:prstGeom prst="rect">
                <a:avLst/>
              </a:prstGeom>
            </p:spPr>
            <p:txBody>
              <a:bodyPr wrap="none">
                <a:spAutoFit/>
              </a:bodyPr>
              <a:lstStyle/>
              <a:p>
                <a:r>
                  <a:rPr lang="en-US" altLang="zh-CN" sz="2400" dirty="0">
                    <a:solidFill>
                      <a:schemeClr val="bg1"/>
                    </a:solidFill>
                    <a:latin typeface="Impact" panose="020B0806030902050204" pitchFamily="34" charset="0"/>
                    <a:cs typeface="+mn-ea"/>
                    <a:sym typeface="+mn-lt"/>
                  </a:rPr>
                  <a:t>1</a:t>
                </a:r>
                <a:endParaRPr lang="zh-CN" altLang="en-US" sz="2400" dirty="0">
                  <a:solidFill>
                    <a:schemeClr val="bg1"/>
                  </a:solidFill>
                  <a:latin typeface="Impact" panose="020B0806030902050204" pitchFamily="34" charset="0"/>
                </a:endParaRPr>
              </a:p>
            </p:txBody>
          </p:sp>
          <p:sp>
            <p:nvSpPr>
              <p:cNvPr id="1048879" name="矩形 90"/>
              <p:cNvSpPr/>
              <p:nvPr/>
            </p:nvSpPr>
            <p:spPr>
              <a:xfrm>
                <a:off x="668834" y="1044470"/>
                <a:ext cx="2210286" cy="337185"/>
              </a:xfrm>
              <a:prstGeom prst="rect">
                <a:avLst/>
              </a:prstGeom>
            </p:spPr>
            <p:txBody>
              <a:bodyPr wrap="none">
                <a:spAutoFit/>
              </a:bodyPr>
              <a:lstStyle/>
              <a:p>
                <a:r>
                  <a:rPr lang="zh-CN" altLang="en-US" sz="1600" b="1" dirty="0">
                    <a:solidFill>
                      <a:schemeClr val="bg1"/>
                    </a:solidFill>
                  </a:rPr>
                  <a:t>研究背景与立项依据</a:t>
                </a:r>
                <a:endParaRPr lang="en-US" altLang="zh-CN" sz="1600" b="1" dirty="0">
                  <a:solidFill>
                    <a:schemeClr val="bg1"/>
                  </a:solidFill>
                </a:endParaRPr>
              </a:p>
            </p:txBody>
          </p:sp>
          <p:sp>
            <p:nvSpPr>
              <p:cNvPr id="1048880"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110" name="组合 92"/>
          <p:cNvGrpSpPr/>
          <p:nvPr userDrawn="1"/>
        </p:nvGrpSpPr>
        <p:grpSpPr>
          <a:xfrm>
            <a:off x="107274" y="1961252"/>
            <a:ext cx="2663220" cy="461665"/>
            <a:chOff x="215900" y="982915"/>
            <a:chExt cx="2663220" cy="461665"/>
          </a:xfrm>
        </p:grpSpPr>
        <p:cxnSp>
          <p:nvCxnSpPr>
            <p:cNvPr id="314575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1" name="组合 94"/>
            <p:cNvGrpSpPr/>
            <p:nvPr/>
          </p:nvGrpSpPr>
          <p:grpSpPr>
            <a:xfrm>
              <a:off x="215900" y="982915"/>
              <a:ext cx="2663220" cy="461665"/>
              <a:chOff x="215900" y="982915"/>
              <a:chExt cx="2663220" cy="461665"/>
            </a:xfrm>
          </p:grpSpPr>
          <p:sp>
            <p:nvSpPr>
              <p:cNvPr id="1048881"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82"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83"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2" name="组合 98"/>
          <p:cNvGrpSpPr/>
          <p:nvPr userDrawn="1"/>
        </p:nvGrpSpPr>
        <p:grpSpPr>
          <a:xfrm>
            <a:off x="107274" y="2595460"/>
            <a:ext cx="2464614" cy="461665"/>
            <a:chOff x="215900" y="982915"/>
            <a:chExt cx="2464614" cy="461665"/>
          </a:xfrm>
        </p:grpSpPr>
        <p:cxnSp>
          <p:nvCxnSpPr>
            <p:cNvPr id="314575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3" name="组合 100"/>
            <p:cNvGrpSpPr/>
            <p:nvPr/>
          </p:nvGrpSpPr>
          <p:grpSpPr>
            <a:xfrm>
              <a:off x="215900" y="982915"/>
              <a:ext cx="2464614" cy="461665"/>
              <a:chOff x="215900" y="982915"/>
              <a:chExt cx="2464614" cy="461665"/>
            </a:xfrm>
          </p:grpSpPr>
          <p:sp>
            <p:nvSpPr>
              <p:cNvPr id="1048884"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85"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86"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4" name="组合 104"/>
          <p:cNvGrpSpPr/>
          <p:nvPr userDrawn="1"/>
        </p:nvGrpSpPr>
        <p:grpSpPr>
          <a:xfrm>
            <a:off x="107274" y="3229668"/>
            <a:ext cx="2459517" cy="461665"/>
            <a:chOff x="215900" y="982915"/>
            <a:chExt cx="2459517" cy="461665"/>
          </a:xfrm>
        </p:grpSpPr>
        <p:cxnSp>
          <p:nvCxnSpPr>
            <p:cNvPr id="314576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5" name="组合 106"/>
            <p:cNvGrpSpPr/>
            <p:nvPr/>
          </p:nvGrpSpPr>
          <p:grpSpPr>
            <a:xfrm>
              <a:off x="215900" y="982915"/>
              <a:ext cx="2459517" cy="461665"/>
              <a:chOff x="215900" y="982915"/>
              <a:chExt cx="2459517" cy="461665"/>
            </a:xfrm>
          </p:grpSpPr>
          <p:sp>
            <p:nvSpPr>
              <p:cNvPr id="1048887"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88"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89"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6" name="组合 110"/>
          <p:cNvGrpSpPr/>
          <p:nvPr userDrawn="1"/>
        </p:nvGrpSpPr>
        <p:grpSpPr>
          <a:xfrm>
            <a:off x="107274" y="3863876"/>
            <a:ext cx="2464614" cy="461665"/>
            <a:chOff x="215900" y="982915"/>
            <a:chExt cx="2464614" cy="461665"/>
          </a:xfrm>
        </p:grpSpPr>
        <p:cxnSp>
          <p:nvCxnSpPr>
            <p:cNvPr id="314576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7" name="组合 112"/>
            <p:cNvGrpSpPr/>
            <p:nvPr/>
          </p:nvGrpSpPr>
          <p:grpSpPr>
            <a:xfrm>
              <a:off x="215900" y="982915"/>
              <a:ext cx="2464614" cy="461665"/>
              <a:chOff x="215900" y="982915"/>
              <a:chExt cx="2464614" cy="461665"/>
            </a:xfrm>
          </p:grpSpPr>
          <p:sp>
            <p:nvSpPr>
              <p:cNvPr id="1048890"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91"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92"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93" name="矩形 116"/>
          <p:cNvSpPr/>
          <p:nvPr userDrawn="1"/>
        </p:nvSpPr>
        <p:spPr>
          <a:xfrm>
            <a:off x="418286" y="43023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94" name="箭头: 燕尾形 56"/>
          <p:cNvSpPr/>
          <p:nvPr userDrawn="1"/>
        </p:nvSpPr>
        <p:spPr>
          <a:xfrm rot="5400000">
            <a:off x="1212056" y="104070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895"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1048896"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1048897" name="日期占位符 3"/>
          <p:cNvSpPr>
            <a:spLocks noGrp="1"/>
          </p:cNvSpPr>
          <p:nvPr>
            <p:ph type="dt" sz="half" idx="10"/>
          </p:nvPr>
        </p:nvSpPr>
        <p:spPr>
          <a:xfrm>
            <a:off x="838200" y="6356350"/>
            <a:ext cx="2743200" cy="365125"/>
          </a:xfrm>
          <a:prstGeom prst="rect">
            <a:avLst/>
          </a:prstGeom>
        </p:spPr>
        <p:txBody>
          <a:bodyPr/>
          <a:lstStyle/>
          <a:p>
            <a:fld id="{9B82AFC9-7D9A-4FD9-B772-845CA8F4F0F5}" type="datetimeFigureOut">
              <a:rPr lang="zh-CN" altLang="en-US" smtClean="0"/>
              <a:t>2025/10/29</a:t>
            </a:fld>
            <a:endParaRPr lang="zh-CN" altLang="en-US"/>
          </a:p>
        </p:txBody>
      </p:sp>
      <p:sp>
        <p:nvSpPr>
          <p:cNvPr id="1048898"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99" name="灯片编号占位符 5"/>
          <p:cNvSpPr>
            <a:spLocks noGrp="1"/>
          </p:cNvSpPr>
          <p:nvPr>
            <p:ph type="sldNum" sz="quarter" idx="12"/>
          </p:nvPr>
        </p:nvSpPr>
        <p:spPr>
          <a:xfrm>
            <a:off x="8610600" y="6356350"/>
            <a:ext cx="2743200" cy="365125"/>
          </a:xfrm>
          <a:prstGeom prst="rect">
            <a:avLst/>
          </a:prstGeom>
        </p:spPr>
        <p:txBody>
          <a:bodyPr/>
          <a:lstStyle/>
          <a:p>
            <a:fld id="{F88BD4B3-A4CF-4B7B-A8C7-820FC5A3D5B4}" type="slidenum">
              <a:rPr lang="zh-CN" altLang="en-US" smtClean="0"/>
              <a:t>‹#›</a:t>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818" name="日期占位符 1"/>
          <p:cNvSpPr>
            <a:spLocks noGrp="1"/>
          </p:cNvSpPr>
          <p:nvPr>
            <p:ph type="dt" sz="half" idx="10"/>
          </p:nvPr>
        </p:nvSpPr>
        <p:spPr>
          <a:xfrm>
            <a:off x="838200" y="6356350"/>
            <a:ext cx="2743200" cy="365125"/>
          </a:xfrm>
          <a:prstGeom prst="rect">
            <a:avLst/>
          </a:prstGeom>
        </p:spPr>
        <p:txBody>
          <a:bodyPr/>
          <a:lstStyle/>
          <a:p>
            <a:fld id="{9B82AFC9-7D9A-4FD9-B772-845CA8F4F0F5}" type="datetimeFigureOut">
              <a:rPr lang="zh-CN" altLang="en-US" smtClean="0"/>
              <a:t>2025/10/29</a:t>
            </a:fld>
            <a:endParaRPr lang="zh-CN" altLang="en-US"/>
          </a:p>
        </p:txBody>
      </p:sp>
      <p:sp>
        <p:nvSpPr>
          <p:cNvPr id="1048819"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20" name="灯片编号占位符 3"/>
          <p:cNvSpPr>
            <a:spLocks noGrp="1"/>
          </p:cNvSpPr>
          <p:nvPr>
            <p:ph type="sldNum" sz="quarter" idx="12"/>
          </p:nvPr>
        </p:nvSpPr>
        <p:spPr>
          <a:xfrm>
            <a:off x="8610600" y="6356350"/>
            <a:ext cx="2743200" cy="365125"/>
          </a:xfrm>
          <a:prstGeom prst="rect">
            <a:avLst/>
          </a:prstGeom>
        </p:spPr>
        <p:txBody>
          <a:bodyPr/>
          <a:lstStyle/>
          <a:p>
            <a:fld id="{F88BD4B3-A4CF-4B7B-A8C7-820FC5A3D5B4}" type="slidenum">
              <a:rPr lang="zh-CN" altLang="en-US" smtClean="0"/>
              <a:t>‹#›</a:t>
            </a:fld>
            <a:endParaRPr lang="zh-CN" altLang="en-US"/>
          </a:p>
        </p:txBody>
      </p:sp>
      <p:sp>
        <p:nvSpPr>
          <p:cNvPr id="1048821" name="任意多边形: 形状 4"/>
          <p:cNvSpPr/>
          <p:nvPr userDrawn="1"/>
        </p:nvSpPr>
        <p:spPr>
          <a:xfrm>
            <a:off x="359366" y="6735098"/>
            <a:ext cx="11488295" cy="122903"/>
          </a:xfrm>
          <a:custGeom>
            <a:avLst/>
            <a:gdLst>
              <a:gd name="connsiteX0" fmla="*/ 247791 w 11488295"/>
              <a:gd name="connsiteY0" fmla="*/ 0 h 122903"/>
              <a:gd name="connsiteX1" fmla="*/ 11240504 w 11488295"/>
              <a:gd name="connsiteY1" fmla="*/ 0 h 122903"/>
              <a:gd name="connsiteX2" fmla="*/ 11462895 w 11488295"/>
              <a:gd name="connsiteY2" fmla="*/ 92117 h 122903"/>
              <a:gd name="connsiteX3" fmla="*/ 11488295 w 11488295"/>
              <a:gd name="connsiteY3" fmla="*/ 122903 h 122903"/>
              <a:gd name="connsiteX4" fmla="*/ 0 w 11488295"/>
              <a:gd name="connsiteY4" fmla="*/ 122903 h 122903"/>
              <a:gd name="connsiteX5" fmla="*/ 25400 w 11488295"/>
              <a:gd name="connsiteY5" fmla="*/ 92117 h 122903"/>
              <a:gd name="connsiteX6" fmla="*/ 247791 w 11488295"/>
              <a:gd name="connsiteY6" fmla="*/ 0 h 122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88295" h="122903">
                <a:moveTo>
                  <a:pt x="247791" y="0"/>
                </a:moveTo>
                <a:lnTo>
                  <a:pt x="11240504" y="0"/>
                </a:lnTo>
                <a:cubicBezTo>
                  <a:pt x="11327353" y="0"/>
                  <a:pt x="11405980" y="35203"/>
                  <a:pt x="11462895" y="92117"/>
                </a:cubicBezTo>
                <a:lnTo>
                  <a:pt x="11488295" y="122903"/>
                </a:lnTo>
                <a:lnTo>
                  <a:pt x="0" y="122903"/>
                </a:lnTo>
                <a:lnTo>
                  <a:pt x="25400" y="92117"/>
                </a:lnTo>
                <a:cubicBezTo>
                  <a:pt x="82315" y="35203"/>
                  <a:pt x="160942" y="0"/>
                  <a:pt x="247791" y="0"/>
                </a:cubicBez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48822" name="任意多边形: 形状 5"/>
          <p:cNvSpPr/>
          <p:nvPr userDrawn="1"/>
        </p:nvSpPr>
        <p:spPr>
          <a:xfrm flipV="1">
            <a:off x="359366" y="-4"/>
            <a:ext cx="11488295" cy="122903"/>
          </a:xfrm>
          <a:custGeom>
            <a:avLst/>
            <a:gdLst>
              <a:gd name="connsiteX0" fmla="*/ 247791 w 11488295"/>
              <a:gd name="connsiteY0" fmla="*/ 0 h 122903"/>
              <a:gd name="connsiteX1" fmla="*/ 11240504 w 11488295"/>
              <a:gd name="connsiteY1" fmla="*/ 0 h 122903"/>
              <a:gd name="connsiteX2" fmla="*/ 11462895 w 11488295"/>
              <a:gd name="connsiteY2" fmla="*/ 92117 h 122903"/>
              <a:gd name="connsiteX3" fmla="*/ 11488295 w 11488295"/>
              <a:gd name="connsiteY3" fmla="*/ 122903 h 122903"/>
              <a:gd name="connsiteX4" fmla="*/ 0 w 11488295"/>
              <a:gd name="connsiteY4" fmla="*/ 122903 h 122903"/>
              <a:gd name="connsiteX5" fmla="*/ 25400 w 11488295"/>
              <a:gd name="connsiteY5" fmla="*/ 92117 h 122903"/>
              <a:gd name="connsiteX6" fmla="*/ 247791 w 11488295"/>
              <a:gd name="connsiteY6" fmla="*/ 0 h 122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88295" h="122903">
                <a:moveTo>
                  <a:pt x="247791" y="0"/>
                </a:moveTo>
                <a:lnTo>
                  <a:pt x="11240504" y="0"/>
                </a:lnTo>
                <a:cubicBezTo>
                  <a:pt x="11327353" y="0"/>
                  <a:pt x="11405980" y="35203"/>
                  <a:pt x="11462895" y="92117"/>
                </a:cubicBezTo>
                <a:lnTo>
                  <a:pt x="11488295" y="122903"/>
                </a:lnTo>
                <a:lnTo>
                  <a:pt x="0" y="122903"/>
                </a:lnTo>
                <a:lnTo>
                  <a:pt x="25400" y="92117"/>
                </a:lnTo>
                <a:cubicBezTo>
                  <a:pt x="82315" y="35203"/>
                  <a:pt x="160942" y="0"/>
                  <a:pt x="247791" y="0"/>
                </a:cubicBez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634"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1048635"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1048800"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3" name="组合 86"/>
          <p:cNvGrpSpPr/>
          <p:nvPr userDrawn="1"/>
        </p:nvGrpSpPr>
        <p:grpSpPr>
          <a:xfrm>
            <a:off x="142834" y="2028719"/>
            <a:ext cx="2663220" cy="461665"/>
            <a:chOff x="215900" y="982915"/>
            <a:chExt cx="2663220" cy="461665"/>
          </a:xfrm>
        </p:grpSpPr>
        <p:cxnSp>
          <p:nvCxnSpPr>
            <p:cNvPr id="314573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4" name="组合 88"/>
            <p:cNvGrpSpPr/>
            <p:nvPr/>
          </p:nvGrpSpPr>
          <p:grpSpPr>
            <a:xfrm>
              <a:off x="215900" y="982915"/>
              <a:ext cx="2663220" cy="461665"/>
              <a:chOff x="215900" y="982915"/>
              <a:chExt cx="2663220" cy="461665"/>
            </a:xfrm>
          </p:grpSpPr>
          <p:sp>
            <p:nvSpPr>
              <p:cNvPr id="1048801" name="矩形 89"/>
              <p:cNvSpPr/>
              <p:nvPr/>
            </p:nvSpPr>
            <p:spPr>
              <a:xfrm>
                <a:off x="215900" y="982915"/>
                <a:ext cx="301686" cy="461665"/>
              </a:xfrm>
              <a:prstGeom prst="rect">
                <a:avLst/>
              </a:prstGeom>
            </p:spPr>
            <p:txBody>
              <a:bodyPr wrap="none">
                <a:spAutoFit/>
              </a:bodyPr>
              <a:lstStyle/>
              <a:p>
                <a:r>
                  <a:rPr lang="en-US" altLang="zh-CN" sz="2400" dirty="0">
                    <a:solidFill>
                      <a:schemeClr val="bg1"/>
                    </a:solidFill>
                    <a:latin typeface="Impact" panose="020B0806030902050204" pitchFamily="34" charset="0"/>
                    <a:cs typeface="+mn-ea"/>
                    <a:sym typeface="+mn-lt"/>
                  </a:rPr>
                  <a:t>1</a:t>
                </a:r>
                <a:endParaRPr lang="zh-CN" altLang="en-US" sz="2400" dirty="0">
                  <a:solidFill>
                    <a:schemeClr val="bg1"/>
                  </a:solidFill>
                  <a:latin typeface="Impact" panose="020B0806030902050204" pitchFamily="34" charset="0"/>
                </a:endParaRPr>
              </a:p>
            </p:txBody>
          </p:sp>
          <p:sp>
            <p:nvSpPr>
              <p:cNvPr id="1048802" name="矩形 90"/>
              <p:cNvSpPr/>
              <p:nvPr/>
            </p:nvSpPr>
            <p:spPr>
              <a:xfrm>
                <a:off x="668834" y="1044470"/>
                <a:ext cx="2210286" cy="337185"/>
              </a:xfrm>
              <a:prstGeom prst="rect">
                <a:avLst/>
              </a:prstGeom>
            </p:spPr>
            <p:txBody>
              <a:bodyPr wrap="none">
                <a:spAutoFit/>
              </a:bodyPr>
              <a:lstStyle/>
              <a:p>
                <a:r>
                  <a:rPr lang="zh-CN" altLang="en-US" sz="1600" b="1" dirty="0">
                    <a:solidFill>
                      <a:schemeClr val="bg1"/>
                    </a:solidFill>
                  </a:rPr>
                  <a:t>研究背景与立项依据</a:t>
                </a:r>
                <a:endParaRPr lang="en-US" altLang="zh-CN" sz="1600" b="1" dirty="0">
                  <a:solidFill>
                    <a:schemeClr val="bg1"/>
                  </a:solidFill>
                </a:endParaRPr>
              </a:p>
            </p:txBody>
          </p:sp>
          <p:sp>
            <p:nvSpPr>
              <p:cNvPr id="1048803"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65" name="组合 92"/>
          <p:cNvGrpSpPr/>
          <p:nvPr userDrawn="1"/>
        </p:nvGrpSpPr>
        <p:grpSpPr>
          <a:xfrm>
            <a:off x="142834" y="2662927"/>
            <a:ext cx="2663220" cy="461665"/>
            <a:chOff x="215900" y="982915"/>
            <a:chExt cx="2663220" cy="461665"/>
          </a:xfrm>
        </p:grpSpPr>
        <p:cxnSp>
          <p:nvCxnSpPr>
            <p:cNvPr id="314573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6" name="组合 94"/>
            <p:cNvGrpSpPr/>
            <p:nvPr/>
          </p:nvGrpSpPr>
          <p:grpSpPr>
            <a:xfrm>
              <a:off x="215900" y="982915"/>
              <a:ext cx="2663220" cy="461665"/>
              <a:chOff x="215900" y="982915"/>
              <a:chExt cx="2663220" cy="461665"/>
            </a:xfrm>
          </p:grpSpPr>
          <p:sp>
            <p:nvSpPr>
              <p:cNvPr id="1048804"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05"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06"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7" name="组合 98"/>
          <p:cNvGrpSpPr/>
          <p:nvPr userDrawn="1"/>
        </p:nvGrpSpPr>
        <p:grpSpPr>
          <a:xfrm>
            <a:off x="142834" y="3297135"/>
            <a:ext cx="2464614" cy="461665"/>
            <a:chOff x="215900" y="982915"/>
            <a:chExt cx="2464614" cy="461665"/>
          </a:xfrm>
        </p:grpSpPr>
        <p:cxnSp>
          <p:nvCxnSpPr>
            <p:cNvPr id="314573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8" name="组合 100"/>
            <p:cNvGrpSpPr/>
            <p:nvPr/>
          </p:nvGrpSpPr>
          <p:grpSpPr>
            <a:xfrm>
              <a:off x="215900" y="982915"/>
              <a:ext cx="2464614" cy="461665"/>
              <a:chOff x="215900" y="982915"/>
              <a:chExt cx="2464614" cy="461665"/>
            </a:xfrm>
          </p:grpSpPr>
          <p:sp>
            <p:nvSpPr>
              <p:cNvPr id="1048807"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08"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09"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9" name="组合 104"/>
          <p:cNvGrpSpPr/>
          <p:nvPr userDrawn="1"/>
        </p:nvGrpSpPr>
        <p:grpSpPr>
          <a:xfrm>
            <a:off x="142834" y="3931343"/>
            <a:ext cx="2459517" cy="461665"/>
            <a:chOff x="215900" y="982915"/>
            <a:chExt cx="2459517" cy="461665"/>
          </a:xfrm>
        </p:grpSpPr>
        <p:cxnSp>
          <p:nvCxnSpPr>
            <p:cNvPr id="314574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0" name="组合 106"/>
            <p:cNvGrpSpPr/>
            <p:nvPr/>
          </p:nvGrpSpPr>
          <p:grpSpPr>
            <a:xfrm>
              <a:off x="215900" y="982915"/>
              <a:ext cx="2459517" cy="461665"/>
              <a:chOff x="215900" y="982915"/>
              <a:chExt cx="2459517" cy="461665"/>
            </a:xfrm>
          </p:grpSpPr>
          <p:sp>
            <p:nvSpPr>
              <p:cNvPr id="1048810"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11"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12"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71" name="组合 110"/>
          <p:cNvGrpSpPr/>
          <p:nvPr userDrawn="1"/>
        </p:nvGrpSpPr>
        <p:grpSpPr>
          <a:xfrm>
            <a:off x="142834" y="4565551"/>
            <a:ext cx="2464614" cy="461665"/>
            <a:chOff x="215900" y="982915"/>
            <a:chExt cx="2464614" cy="461665"/>
          </a:xfrm>
        </p:grpSpPr>
        <p:cxnSp>
          <p:nvCxnSpPr>
            <p:cNvPr id="314574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2" name="组合 112"/>
            <p:cNvGrpSpPr/>
            <p:nvPr/>
          </p:nvGrpSpPr>
          <p:grpSpPr>
            <a:xfrm>
              <a:off x="215900" y="982915"/>
              <a:ext cx="2464614" cy="461665"/>
              <a:chOff x="215900" y="982915"/>
              <a:chExt cx="2464614" cy="461665"/>
            </a:xfrm>
          </p:grpSpPr>
          <p:sp>
            <p:nvSpPr>
              <p:cNvPr id="1048813"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14"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15"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16" name="矩形 116"/>
          <p:cNvSpPr/>
          <p:nvPr userDrawn="1"/>
        </p:nvSpPr>
        <p:spPr>
          <a:xfrm>
            <a:off x="385266" y="1004908"/>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17" name="箭头: 燕尾形 56"/>
          <p:cNvSpPr/>
          <p:nvPr userDrawn="1"/>
        </p:nvSpPr>
        <p:spPr>
          <a:xfrm rot="5400000">
            <a:off x="1179036" y="1615379"/>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048823" name="矩形 6"/>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 name="组合 7"/>
          <p:cNvGrpSpPr/>
          <p:nvPr userDrawn="1"/>
        </p:nvGrpSpPr>
        <p:grpSpPr>
          <a:xfrm>
            <a:off x="142834" y="1857269"/>
            <a:ext cx="2464614" cy="461665"/>
            <a:chOff x="215900" y="982915"/>
            <a:chExt cx="2464614" cy="461665"/>
          </a:xfrm>
        </p:grpSpPr>
        <p:cxnSp>
          <p:nvCxnSpPr>
            <p:cNvPr id="3145742" name="直接连接符 8"/>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6" name="组合 9"/>
            <p:cNvGrpSpPr/>
            <p:nvPr/>
          </p:nvGrpSpPr>
          <p:grpSpPr>
            <a:xfrm>
              <a:off x="215900" y="982915"/>
              <a:ext cx="2464614" cy="460375"/>
              <a:chOff x="215900" y="982915"/>
              <a:chExt cx="2464614" cy="460375"/>
            </a:xfrm>
          </p:grpSpPr>
          <p:sp>
            <p:nvSpPr>
              <p:cNvPr id="1048824" name="矩形 10"/>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25" name="矩形 11"/>
              <p:cNvSpPr/>
              <p:nvPr/>
            </p:nvSpPr>
            <p:spPr>
              <a:xfrm>
                <a:off x="668834" y="1044470"/>
                <a:ext cx="2011680" cy="337185"/>
              </a:xfrm>
              <a:prstGeom prst="rect">
                <a:avLst/>
              </a:prstGeom>
            </p:spPr>
            <p:txBody>
              <a:bodyPr wrap="none">
                <a:spAutoFit/>
              </a:bodyPr>
              <a:lstStyle/>
              <a:p>
                <a:pPr algn="l">
                  <a:buClrTx/>
                  <a:buSzTx/>
                  <a:buFontTx/>
                </a:pPr>
                <a:r>
                  <a:rPr lang="zh-CN" altLang="en-US" sz="1600" dirty="0">
                    <a:solidFill>
                      <a:schemeClr val="bg1">
                        <a:alpha val="35000"/>
                      </a:schemeClr>
                    </a:solidFill>
                  </a:rPr>
                  <a:t>研究背景与立项依据</a:t>
                </a:r>
              </a:p>
            </p:txBody>
          </p:sp>
          <p:sp>
            <p:nvSpPr>
              <p:cNvPr id="1048826"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77" name="组合 13"/>
          <p:cNvGrpSpPr/>
          <p:nvPr userDrawn="1"/>
        </p:nvGrpSpPr>
        <p:grpSpPr>
          <a:xfrm>
            <a:off x="142834" y="2491477"/>
            <a:ext cx="2464614" cy="461665"/>
            <a:chOff x="215900" y="982915"/>
            <a:chExt cx="2464614" cy="461665"/>
          </a:xfrm>
        </p:grpSpPr>
        <p:cxnSp>
          <p:nvCxnSpPr>
            <p:cNvPr id="3145743" name="直接连接符 14"/>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8" name="组合 15"/>
            <p:cNvGrpSpPr/>
            <p:nvPr/>
          </p:nvGrpSpPr>
          <p:grpSpPr>
            <a:xfrm>
              <a:off x="215900" y="982915"/>
              <a:ext cx="2464614" cy="460375"/>
              <a:chOff x="215900" y="982915"/>
              <a:chExt cx="2464614" cy="460375"/>
            </a:xfrm>
          </p:grpSpPr>
          <p:sp>
            <p:nvSpPr>
              <p:cNvPr id="1048827" name="矩形 16"/>
              <p:cNvSpPr/>
              <p:nvPr/>
            </p:nvSpPr>
            <p:spPr>
              <a:xfrm>
                <a:off x="215900" y="982915"/>
                <a:ext cx="335915"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2</a:t>
                </a:r>
                <a:endParaRPr lang="en-US" altLang="zh-CN" sz="2400" dirty="0">
                  <a:solidFill>
                    <a:schemeClr val="bg1"/>
                  </a:solidFill>
                  <a:latin typeface="Impact" panose="020B0806030902050204" pitchFamily="34" charset="0"/>
                  <a:cs typeface="+mn-ea"/>
                </a:endParaRPr>
              </a:p>
            </p:txBody>
          </p:sp>
          <p:sp>
            <p:nvSpPr>
              <p:cNvPr id="1048828" name="矩形 17"/>
              <p:cNvSpPr/>
              <p:nvPr/>
            </p:nvSpPr>
            <p:spPr>
              <a:xfrm>
                <a:off x="668834" y="1044470"/>
                <a:ext cx="2011680" cy="337185"/>
              </a:xfrm>
              <a:prstGeom prst="rect">
                <a:avLst/>
              </a:prstGeom>
            </p:spPr>
            <p:txBody>
              <a:bodyPr wrap="none">
                <a:spAutoFit/>
              </a:bodyPr>
              <a:lstStyle/>
              <a:p>
                <a:r>
                  <a:rPr lang="zh-CN" altLang="en-US" sz="1600" b="1" dirty="0">
                    <a:solidFill>
                      <a:schemeClr val="bg1"/>
                    </a:solidFill>
                  </a:rPr>
                  <a:t>研究对象与研究内容</a:t>
                </a:r>
                <a:endParaRPr lang="zh-CN" altLang="en-US" sz="1600" dirty="0">
                  <a:solidFill>
                    <a:schemeClr val="bg1">
                      <a:alpha val="35000"/>
                    </a:schemeClr>
                  </a:solidFill>
                </a:endParaRPr>
              </a:p>
            </p:txBody>
          </p:sp>
          <p:sp>
            <p:nvSpPr>
              <p:cNvPr id="1048829"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79" name="组合 19"/>
          <p:cNvGrpSpPr/>
          <p:nvPr userDrawn="1"/>
        </p:nvGrpSpPr>
        <p:grpSpPr>
          <a:xfrm>
            <a:off x="142834" y="3125685"/>
            <a:ext cx="2464614" cy="461665"/>
            <a:chOff x="215900" y="982915"/>
            <a:chExt cx="2464614" cy="461665"/>
          </a:xfrm>
        </p:grpSpPr>
        <p:cxnSp>
          <p:nvCxnSpPr>
            <p:cNvPr id="3145744" name="直接连接符 20"/>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0" name="组合 21"/>
            <p:cNvGrpSpPr/>
            <p:nvPr/>
          </p:nvGrpSpPr>
          <p:grpSpPr>
            <a:xfrm>
              <a:off x="215900" y="982915"/>
              <a:ext cx="2464614" cy="461665"/>
              <a:chOff x="215900" y="982915"/>
              <a:chExt cx="2464614" cy="461665"/>
            </a:xfrm>
          </p:grpSpPr>
          <p:sp>
            <p:nvSpPr>
              <p:cNvPr id="1048830" name="矩形 22"/>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31" name="矩形 23"/>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32"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81" name="组合 25"/>
          <p:cNvGrpSpPr/>
          <p:nvPr userDrawn="1"/>
        </p:nvGrpSpPr>
        <p:grpSpPr>
          <a:xfrm>
            <a:off x="142834" y="3759893"/>
            <a:ext cx="2459517" cy="461665"/>
            <a:chOff x="215900" y="982915"/>
            <a:chExt cx="2459517" cy="461665"/>
          </a:xfrm>
        </p:grpSpPr>
        <p:cxnSp>
          <p:nvCxnSpPr>
            <p:cNvPr id="3145745" name="直接连接符 26"/>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2" name="组合 27"/>
            <p:cNvGrpSpPr/>
            <p:nvPr/>
          </p:nvGrpSpPr>
          <p:grpSpPr>
            <a:xfrm>
              <a:off x="215900" y="982915"/>
              <a:ext cx="2459517" cy="461665"/>
              <a:chOff x="215900" y="982915"/>
              <a:chExt cx="2459517" cy="461665"/>
            </a:xfrm>
          </p:grpSpPr>
          <p:sp>
            <p:nvSpPr>
              <p:cNvPr id="1048833" name="矩形 28"/>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34" name="矩形 29"/>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35"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83" name="组合 31"/>
          <p:cNvGrpSpPr/>
          <p:nvPr userDrawn="1"/>
        </p:nvGrpSpPr>
        <p:grpSpPr>
          <a:xfrm>
            <a:off x="142834" y="4394101"/>
            <a:ext cx="2464614" cy="461665"/>
            <a:chOff x="215900" y="982915"/>
            <a:chExt cx="2464614" cy="461665"/>
          </a:xfrm>
        </p:grpSpPr>
        <p:cxnSp>
          <p:nvCxnSpPr>
            <p:cNvPr id="3145746" name="直接连接符 32"/>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4" name="组合 33"/>
            <p:cNvGrpSpPr/>
            <p:nvPr/>
          </p:nvGrpSpPr>
          <p:grpSpPr>
            <a:xfrm>
              <a:off x="215900" y="982915"/>
              <a:ext cx="2464614" cy="461665"/>
              <a:chOff x="215900" y="982915"/>
              <a:chExt cx="2464614" cy="461665"/>
            </a:xfrm>
          </p:grpSpPr>
          <p:sp>
            <p:nvSpPr>
              <p:cNvPr id="1048836" name="矩形 34"/>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37" name="矩形 35"/>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38"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39" name="矩形 55"/>
          <p:cNvSpPr/>
          <p:nvPr userDrawn="1"/>
        </p:nvSpPr>
        <p:spPr>
          <a:xfrm>
            <a:off x="441781" y="93061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40" name="箭头: 燕尾形 56"/>
          <p:cNvSpPr/>
          <p:nvPr userDrawn="1"/>
        </p:nvSpPr>
        <p:spPr>
          <a:xfrm rot="5400000">
            <a:off x="1235551" y="154108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1048841" name="矩形 85"/>
          <p:cNvSpPr/>
          <p:nvPr userDrawn="1"/>
        </p:nvSpPr>
        <p:spPr>
          <a:xfrm>
            <a:off x="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6" name="组合 86"/>
          <p:cNvGrpSpPr/>
          <p:nvPr userDrawn="1"/>
        </p:nvGrpSpPr>
        <p:grpSpPr>
          <a:xfrm>
            <a:off x="118069" y="2199534"/>
            <a:ext cx="2464614" cy="461665"/>
            <a:chOff x="215900" y="982915"/>
            <a:chExt cx="2464614" cy="461665"/>
          </a:xfrm>
        </p:grpSpPr>
        <p:cxnSp>
          <p:nvCxnSpPr>
            <p:cNvPr id="314574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7" name="组合 88"/>
            <p:cNvGrpSpPr/>
            <p:nvPr/>
          </p:nvGrpSpPr>
          <p:grpSpPr>
            <a:xfrm>
              <a:off x="215900" y="982915"/>
              <a:ext cx="2464614" cy="460375"/>
              <a:chOff x="215900" y="982915"/>
              <a:chExt cx="2464614" cy="460375"/>
            </a:xfrm>
          </p:grpSpPr>
          <p:sp>
            <p:nvSpPr>
              <p:cNvPr id="1048842" name="矩形 89"/>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43" name="矩形 90"/>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研究背景与立项依据</a:t>
                </a:r>
              </a:p>
            </p:txBody>
          </p:sp>
          <p:sp>
            <p:nvSpPr>
              <p:cNvPr id="1048844"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88" name="组合 92"/>
          <p:cNvGrpSpPr/>
          <p:nvPr userDrawn="1"/>
        </p:nvGrpSpPr>
        <p:grpSpPr>
          <a:xfrm>
            <a:off x="118069" y="2833742"/>
            <a:ext cx="2663220" cy="461665"/>
            <a:chOff x="215900" y="982915"/>
            <a:chExt cx="2663220" cy="461665"/>
          </a:xfrm>
        </p:grpSpPr>
        <p:cxnSp>
          <p:nvCxnSpPr>
            <p:cNvPr id="314574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9" name="组合 94"/>
            <p:cNvGrpSpPr/>
            <p:nvPr/>
          </p:nvGrpSpPr>
          <p:grpSpPr>
            <a:xfrm>
              <a:off x="215900" y="982915"/>
              <a:ext cx="2663220" cy="461665"/>
              <a:chOff x="215900" y="982915"/>
              <a:chExt cx="2663220" cy="461665"/>
            </a:xfrm>
          </p:grpSpPr>
          <p:sp>
            <p:nvSpPr>
              <p:cNvPr id="1048845"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46"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47"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0" name="组合 98"/>
          <p:cNvGrpSpPr/>
          <p:nvPr userDrawn="1"/>
        </p:nvGrpSpPr>
        <p:grpSpPr>
          <a:xfrm>
            <a:off x="118069" y="3467950"/>
            <a:ext cx="2464614" cy="461665"/>
            <a:chOff x="215900" y="982915"/>
            <a:chExt cx="2464614" cy="461665"/>
          </a:xfrm>
        </p:grpSpPr>
        <p:cxnSp>
          <p:nvCxnSpPr>
            <p:cNvPr id="314574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1" name="组合 100"/>
            <p:cNvGrpSpPr/>
            <p:nvPr/>
          </p:nvGrpSpPr>
          <p:grpSpPr>
            <a:xfrm>
              <a:off x="215900" y="982915"/>
              <a:ext cx="2464614" cy="461665"/>
              <a:chOff x="215900" y="982915"/>
              <a:chExt cx="2464614" cy="461665"/>
            </a:xfrm>
          </p:grpSpPr>
          <p:sp>
            <p:nvSpPr>
              <p:cNvPr id="1048848"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49"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50"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2" name="组合 104"/>
          <p:cNvGrpSpPr/>
          <p:nvPr userDrawn="1"/>
        </p:nvGrpSpPr>
        <p:grpSpPr>
          <a:xfrm>
            <a:off x="118069" y="4102158"/>
            <a:ext cx="2311400" cy="461665"/>
            <a:chOff x="215900" y="982915"/>
            <a:chExt cx="2311400" cy="461665"/>
          </a:xfrm>
        </p:grpSpPr>
        <p:cxnSp>
          <p:nvCxnSpPr>
            <p:cNvPr id="314575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3" name="组合 106"/>
            <p:cNvGrpSpPr/>
            <p:nvPr/>
          </p:nvGrpSpPr>
          <p:grpSpPr>
            <a:xfrm>
              <a:off x="215900" y="982915"/>
              <a:ext cx="2261414" cy="460375"/>
              <a:chOff x="215900" y="982915"/>
              <a:chExt cx="2261414" cy="460375"/>
            </a:xfrm>
          </p:grpSpPr>
          <p:sp>
            <p:nvSpPr>
              <p:cNvPr id="1048851" name="矩形 107"/>
              <p:cNvSpPr/>
              <p:nvPr/>
            </p:nvSpPr>
            <p:spPr>
              <a:xfrm>
                <a:off x="215900" y="982915"/>
                <a:ext cx="335280"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4</a:t>
                </a:r>
                <a:endParaRPr lang="en-US" altLang="zh-CN" sz="2400" dirty="0">
                  <a:solidFill>
                    <a:schemeClr val="bg1"/>
                  </a:solidFill>
                  <a:latin typeface="Impact" panose="020B0806030902050204" pitchFamily="34" charset="0"/>
                  <a:cs typeface="+mn-ea"/>
                </a:endParaRPr>
              </a:p>
            </p:txBody>
          </p:sp>
          <p:sp>
            <p:nvSpPr>
              <p:cNvPr id="1048852" name="矩形 108"/>
              <p:cNvSpPr/>
              <p:nvPr/>
            </p:nvSpPr>
            <p:spPr>
              <a:xfrm>
                <a:off x="668834" y="1044470"/>
                <a:ext cx="1808480" cy="337185"/>
              </a:xfrm>
              <a:prstGeom prst="rect">
                <a:avLst/>
              </a:prstGeom>
            </p:spPr>
            <p:txBody>
              <a:bodyPr wrap="none">
                <a:spAutoFit/>
              </a:bodyPr>
              <a:lstStyle/>
              <a:p>
                <a:pPr algn="l">
                  <a:buClrTx/>
                  <a:buSzTx/>
                  <a:buFontTx/>
                </a:pPr>
                <a:r>
                  <a:rPr lang="zh-CN" altLang="en-US" sz="1600" b="1" dirty="0">
                    <a:solidFill>
                      <a:schemeClr val="bg1"/>
                    </a:solidFill>
                  </a:rPr>
                  <a:t>重难点与创新之处</a:t>
                </a:r>
              </a:p>
            </p:txBody>
          </p:sp>
          <p:sp>
            <p:nvSpPr>
              <p:cNvPr id="1048853"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4" name="组合 110"/>
          <p:cNvGrpSpPr/>
          <p:nvPr userDrawn="1"/>
        </p:nvGrpSpPr>
        <p:grpSpPr>
          <a:xfrm>
            <a:off x="118069" y="4736366"/>
            <a:ext cx="2464614" cy="461665"/>
            <a:chOff x="215900" y="982915"/>
            <a:chExt cx="2464614" cy="461665"/>
          </a:xfrm>
        </p:grpSpPr>
        <p:cxnSp>
          <p:nvCxnSpPr>
            <p:cNvPr id="314575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5" name="组合 112"/>
            <p:cNvGrpSpPr/>
            <p:nvPr/>
          </p:nvGrpSpPr>
          <p:grpSpPr>
            <a:xfrm>
              <a:off x="215900" y="982915"/>
              <a:ext cx="2464614" cy="461665"/>
              <a:chOff x="215900" y="982915"/>
              <a:chExt cx="2464614" cy="461665"/>
            </a:xfrm>
          </p:grpSpPr>
          <p:sp>
            <p:nvSpPr>
              <p:cNvPr id="1048854"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55"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56"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57" name="矩形 116"/>
          <p:cNvSpPr/>
          <p:nvPr userDrawn="1"/>
        </p:nvSpPr>
        <p:spPr>
          <a:xfrm>
            <a:off x="429081" y="130272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58" name="箭头: 燕尾形 56"/>
          <p:cNvSpPr/>
          <p:nvPr userDrawn="1"/>
        </p:nvSpPr>
        <p:spPr>
          <a:xfrm rot="5400000">
            <a:off x="1222851" y="191319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048859" name="矩形 103"/>
          <p:cNvSpPr/>
          <p:nvPr userDrawn="1"/>
        </p:nvSpPr>
        <p:spPr>
          <a:xfrm>
            <a:off x="-19685"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7" name="组合 104"/>
          <p:cNvGrpSpPr/>
          <p:nvPr userDrawn="1"/>
        </p:nvGrpSpPr>
        <p:grpSpPr>
          <a:xfrm>
            <a:off x="143469" y="2113809"/>
            <a:ext cx="2464614" cy="461665"/>
            <a:chOff x="215900" y="982915"/>
            <a:chExt cx="2464614" cy="461665"/>
          </a:xfrm>
        </p:grpSpPr>
        <p:cxnSp>
          <p:nvCxnSpPr>
            <p:cNvPr id="3145752"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8" name="组合 106"/>
            <p:cNvGrpSpPr/>
            <p:nvPr/>
          </p:nvGrpSpPr>
          <p:grpSpPr>
            <a:xfrm>
              <a:off x="215900" y="982915"/>
              <a:ext cx="2464614" cy="460375"/>
              <a:chOff x="215900" y="982915"/>
              <a:chExt cx="2464614" cy="460375"/>
            </a:xfrm>
          </p:grpSpPr>
          <p:sp>
            <p:nvSpPr>
              <p:cNvPr id="1048860" name="矩形 107"/>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61" name="矩形 108"/>
              <p:cNvSpPr/>
              <p:nvPr/>
            </p:nvSpPr>
            <p:spPr>
              <a:xfrm>
                <a:off x="668834" y="1044470"/>
                <a:ext cx="2011680" cy="337185"/>
              </a:xfrm>
              <a:prstGeom prst="rect">
                <a:avLst/>
              </a:prstGeom>
            </p:spPr>
            <p:txBody>
              <a:bodyPr wrap="none">
                <a:spAutoFit/>
              </a:bodyPr>
              <a:lstStyle/>
              <a:p>
                <a:pPr algn="l">
                  <a:buClrTx/>
                  <a:buSzTx/>
                  <a:buFontTx/>
                </a:pPr>
                <a:r>
                  <a:rPr lang="zh-CN" altLang="en-US" sz="1600" dirty="0">
                    <a:solidFill>
                      <a:schemeClr val="bg1">
                        <a:alpha val="35000"/>
                      </a:schemeClr>
                    </a:solidFill>
                  </a:rPr>
                  <a:t>研究背景与立项依据</a:t>
                </a:r>
              </a:p>
            </p:txBody>
          </p:sp>
          <p:sp>
            <p:nvSpPr>
              <p:cNvPr id="1048862"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99" name="组合 110"/>
          <p:cNvGrpSpPr/>
          <p:nvPr userDrawn="1"/>
        </p:nvGrpSpPr>
        <p:grpSpPr>
          <a:xfrm>
            <a:off x="143469" y="2748017"/>
            <a:ext cx="2663220" cy="461665"/>
            <a:chOff x="215900" y="982915"/>
            <a:chExt cx="2663220" cy="461665"/>
          </a:xfrm>
        </p:grpSpPr>
        <p:cxnSp>
          <p:nvCxnSpPr>
            <p:cNvPr id="3145753"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0" name="组合 112"/>
            <p:cNvGrpSpPr/>
            <p:nvPr/>
          </p:nvGrpSpPr>
          <p:grpSpPr>
            <a:xfrm>
              <a:off x="215900" y="982915"/>
              <a:ext cx="2663220" cy="461665"/>
              <a:chOff x="215900" y="982915"/>
              <a:chExt cx="2663220" cy="461665"/>
            </a:xfrm>
          </p:grpSpPr>
          <p:sp>
            <p:nvSpPr>
              <p:cNvPr id="1048863" name="矩形 113"/>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64" name="矩形 114"/>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65"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1" name="组合 116"/>
          <p:cNvGrpSpPr/>
          <p:nvPr userDrawn="1"/>
        </p:nvGrpSpPr>
        <p:grpSpPr>
          <a:xfrm>
            <a:off x="143469" y="3382225"/>
            <a:ext cx="2464614" cy="461665"/>
            <a:chOff x="215900" y="982915"/>
            <a:chExt cx="2464614" cy="461665"/>
          </a:xfrm>
        </p:grpSpPr>
        <p:cxnSp>
          <p:nvCxnSpPr>
            <p:cNvPr id="3145754" name="直接连接符 11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2" name="组合 118"/>
            <p:cNvGrpSpPr/>
            <p:nvPr/>
          </p:nvGrpSpPr>
          <p:grpSpPr>
            <a:xfrm>
              <a:off x="215900" y="982915"/>
              <a:ext cx="2464614" cy="460375"/>
              <a:chOff x="215900" y="982915"/>
              <a:chExt cx="2464614" cy="460375"/>
            </a:xfrm>
          </p:grpSpPr>
          <p:sp>
            <p:nvSpPr>
              <p:cNvPr id="1048866" name="矩形 119"/>
              <p:cNvSpPr/>
              <p:nvPr/>
            </p:nvSpPr>
            <p:spPr>
              <a:xfrm>
                <a:off x="215900" y="982915"/>
                <a:ext cx="344805"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3</a:t>
                </a:r>
                <a:endParaRPr lang="en-US" altLang="zh-CN" sz="2400" dirty="0">
                  <a:solidFill>
                    <a:schemeClr val="bg1"/>
                  </a:solidFill>
                  <a:latin typeface="Impact" panose="020B0806030902050204" pitchFamily="34" charset="0"/>
                  <a:cs typeface="+mn-ea"/>
                </a:endParaRPr>
              </a:p>
            </p:txBody>
          </p:sp>
          <p:sp>
            <p:nvSpPr>
              <p:cNvPr id="1048867" name="矩形 120"/>
              <p:cNvSpPr/>
              <p:nvPr/>
            </p:nvSpPr>
            <p:spPr>
              <a:xfrm>
                <a:off x="668834" y="1044470"/>
                <a:ext cx="2011680" cy="337185"/>
              </a:xfrm>
              <a:prstGeom prst="rect">
                <a:avLst/>
              </a:prstGeom>
            </p:spPr>
            <p:txBody>
              <a:bodyPr wrap="none">
                <a:spAutoFit/>
              </a:bodyPr>
              <a:lstStyle/>
              <a:p>
                <a:r>
                  <a:rPr lang="zh-CN" altLang="en-US" sz="1600" b="1" dirty="0">
                    <a:solidFill>
                      <a:schemeClr val="bg1"/>
                    </a:solidFill>
                  </a:rPr>
                  <a:t>核心方法与技术路线</a:t>
                </a:r>
              </a:p>
            </p:txBody>
          </p:sp>
          <p:sp>
            <p:nvSpPr>
              <p:cNvPr id="1048868"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3" name="组合 122"/>
          <p:cNvGrpSpPr/>
          <p:nvPr userDrawn="1"/>
        </p:nvGrpSpPr>
        <p:grpSpPr>
          <a:xfrm>
            <a:off x="143469" y="4016433"/>
            <a:ext cx="2459517" cy="461665"/>
            <a:chOff x="215900" y="982915"/>
            <a:chExt cx="2459517" cy="461665"/>
          </a:xfrm>
        </p:grpSpPr>
        <p:cxnSp>
          <p:nvCxnSpPr>
            <p:cNvPr id="3145755" name="直接连接符 12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4" name="组合 124"/>
            <p:cNvGrpSpPr/>
            <p:nvPr/>
          </p:nvGrpSpPr>
          <p:grpSpPr>
            <a:xfrm>
              <a:off x="215900" y="982915"/>
              <a:ext cx="2459517" cy="461665"/>
              <a:chOff x="215900" y="982915"/>
              <a:chExt cx="2459517" cy="461665"/>
            </a:xfrm>
          </p:grpSpPr>
          <p:sp>
            <p:nvSpPr>
              <p:cNvPr id="1048869" name="矩形 12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70" name="矩形 126"/>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71"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5" name="组合 128"/>
          <p:cNvGrpSpPr/>
          <p:nvPr userDrawn="1"/>
        </p:nvGrpSpPr>
        <p:grpSpPr>
          <a:xfrm>
            <a:off x="143469" y="4650641"/>
            <a:ext cx="2464614" cy="461665"/>
            <a:chOff x="215900" y="982915"/>
            <a:chExt cx="2464614" cy="461665"/>
          </a:xfrm>
        </p:grpSpPr>
        <p:cxnSp>
          <p:nvCxnSpPr>
            <p:cNvPr id="3145756" name="直接连接符 12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6" name="组合 130"/>
            <p:cNvGrpSpPr/>
            <p:nvPr/>
          </p:nvGrpSpPr>
          <p:grpSpPr>
            <a:xfrm>
              <a:off x="215900" y="982915"/>
              <a:ext cx="2464614" cy="461665"/>
              <a:chOff x="215900" y="982915"/>
              <a:chExt cx="2464614" cy="461665"/>
            </a:xfrm>
          </p:grpSpPr>
          <p:sp>
            <p:nvSpPr>
              <p:cNvPr id="1048872" name="矩形 131"/>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73" name="矩形 13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74"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75" name="矩形 134"/>
          <p:cNvSpPr/>
          <p:nvPr userDrawn="1"/>
        </p:nvSpPr>
        <p:spPr>
          <a:xfrm>
            <a:off x="454481" y="1216998"/>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76" name="箭头: 燕尾形 56"/>
          <p:cNvSpPr/>
          <p:nvPr userDrawn="1"/>
        </p:nvSpPr>
        <p:spPr>
          <a:xfrm rot="5400000">
            <a:off x="1248251" y="1827469"/>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1048782"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2" name="组合 86"/>
          <p:cNvGrpSpPr/>
          <p:nvPr userDrawn="1"/>
        </p:nvGrpSpPr>
        <p:grpSpPr>
          <a:xfrm>
            <a:off x="96479" y="2082694"/>
            <a:ext cx="2464614" cy="461665"/>
            <a:chOff x="215900" y="982915"/>
            <a:chExt cx="2464614" cy="461665"/>
          </a:xfrm>
        </p:grpSpPr>
        <p:cxnSp>
          <p:nvCxnSpPr>
            <p:cNvPr id="3145732"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3" name="组合 88"/>
            <p:cNvGrpSpPr/>
            <p:nvPr/>
          </p:nvGrpSpPr>
          <p:grpSpPr>
            <a:xfrm>
              <a:off x="215900" y="982915"/>
              <a:ext cx="2464614" cy="460375"/>
              <a:chOff x="215900" y="982915"/>
              <a:chExt cx="2464614" cy="460375"/>
            </a:xfrm>
          </p:grpSpPr>
          <p:sp>
            <p:nvSpPr>
              <p:cNvPr id="1048783" name="矩形 89"/>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784" name="矩形 90"/>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研究背景与立项依据</a:t>
                </a:r>
              </a:p>
            </p:txBody>
          </p:sp>
          <p:sp>
            <p:nvSpPr>
              <p:cNvPr id="1048785"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54" name="组合 92"/>
          <p:cNvGrpSpPr/>
          <p:nvPr userDrawn="1"/>
        </p:nvGrpSpPr>
        <p:grpSpPr>
          <a:xfrm>
            <a:off x="96479" y="2716902"/>
            <a:ext cx="2663220" cy="461665"/>
            <a:chOff x="215900" y="982915"/>
            <a:chExt cx="2663220" cy="461665"/>
          </a:xfrm>
        </p:grpSpPr>
        <p:cxnSp>
          <p:nvCxnSpPr>
            <p:cNvPr id="3145733"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5" name="组合 94"/>
            <p:cNvGrpSpPr/>
            <p:nvPr/>
          </p:nvGrpSpPr>
          <p:grpSpPr>
            <a:xfrm>
              <a:off x="215900" y="982915"/>
              <a:ext cx="2663220" cy="461665"/>
              <a:chOff x="215900" y="982915"/>
              <a:chExt cx="2663220" cy="461665"/>
            </a:xfrm>
          </p:grpSpPr>
          <p:sp>
            <p:nvSpPr>
              <p:cNvPr id="1048786"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787"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788"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56" name="组合 98"/>
          <p:cNvGrpSpPr/>
          <p:nvPr userDrawn="1"/>
        </p:nvGrpSpPr>
        <p:grpSpPr>
          <a:xfrm>
            <a:off x="96479" y="3351110"/>
            <a:ext cx="2464614" cy="461665"/>
            <a:chOff x="215900" y="982915"/>
            <a:chExt cx="2464614" cy="461665"/>
          </a:xfrm>
        </p:grpSpPr>
        <p:cxnSp>
          <p:nvCxnSpPr>
            <p:cNvPr id="3145734"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7" name="组合 100"/>
            <p:cNvGrpSpPr/>
            <p:nvPr/>
          </p:nvGrpSpPr>
          <p:grpSpPr>
            <a:xfrm>
              <a:off x="215900" y="982915"/>
              <a:ext cx="2464614" cy="461665"/>
              <a:chOff x="215900" y="982915"/>
              <a:chExt cx="2464614" cy="461665"/>
            </a:xfrm>
          </p:grpSpPr>
          <p:sp>
            <p:nvSpPr>
              <p:cNvPr id="1048789"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790"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791"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58" name="组合 104"/>
          <p:cNvGrpSpPr/>
          <p:nvPr userDrawn="1"/>
        </p:nvGrpSpPr>
        <p:grpSpPr>
          <a:xfrm>
            <a:off x="96479" y="3985318"/>
            <a:ext cx="2459517" cy="461665"/>
            <a:chOff x="215900" y="982915"/>
            <a:chExt cx="2459517" cy="461665"/>
          </a:xfrm>
        </p:grpSpPr>
        <p:cxnSp>
          <p:nvCxnSpPr>
            <p:cNvPr id="3145735"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9" name="组合 106"/>
            <p:cNvGrpSpPr/>
            <p:nvPr/>
          </p:nvGrpSpPr>
          <p:grpSpPr>
            <a:xfrm>
              <a:off x="215900" y="982915"/>
              <a:ext cx="2459517" cy="461665"/>
              <a:chOff x="215900" y="982915"/>
              <a:chExt cx="2459517" cy="461665"/>
            </a:xfrm>
          </p:grpSpPr>
          <p:sp>
            <p:nvSpPr>
              <p:cNvPr id="1048792"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793"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794"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0" name="组合 110"/>
          <p:cNvGrpSpPr/>
          <p:nvPr userDrawn="1"/>
        </p:nvGrpSpPr>
        <p:grpSpPr>
          <a:xfrm>
            <a:off x="96479" y="4619526"/>
            <a:ext cx="2464614" cy="461665"/>
            <a:chOff x="215900" y="982915"/>
            <a:chExt cx="2464614" cy="461665"/>
          </a:xfrm>
        </p:grpSpPr>
        <p:cxnSp>
          <p:nvCxnSpPr>
            <p:cNvPr id="3145736"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1" name="组合 112"/>
            <p:cNvGrpSpPr/>
            <p:nvPr/>
          </p:nvGrpSpPr>
          <p:grpSpPr>
            <a:xfrm>
              <a:off x="215900" y="982915"/>
              <a:ext cx="2464614" cy="460375"/>
              <a:chOff x="215900" y="982915"/>
              <a:chExt cx="2464614" cy="460375"/>
            </a:xfrm>
          </p:grpSpPr>
          <p:sp>
            <p:nvSpPr>
              <p:cNvPr id="1048795" name="矩形 113"/>
              <p:cNvSpPr/>
              <p:nvPr/>
            </p:nvSpPr>
            <p:spPr>
              <a:xfrm>
                <a:off x="215900" y="982915"/>
                <a:ext cx="346710"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5</a:t>
                </a:r>
                <a:endParaRPr lang="en-US" altLang="zh-CN" sz="2400" dirty="0">
                  <a:solidFill>
                    <a:schemeClr val="bg1"/>
                  </a:solidFill>
                  <a:latin typeface="Impact" panose="020B0806030902050204" pitchFamily="34" charset="0"/>
                  <a:cs typeface="+mn-ea"/>
                </a:endParaRPr>
              </a:p>
            </p:txBody>
          </p:sp>
          <p:sp>
            <p:nvSpPr>
              <p:cNvPr id="1048796" name="矩形 114"/>
              <p:cNvSpPr/>
              <p:nvPr/>
            </p:nvSpPr>
            <p:spPr>
              <a:xfrm>
                <a:off x="668834" y="1044470"/>
                <a:ext cx="2011680" cy="337185"/>
              </a:xfrm>
              <a:prstGeom prst="rect">
                <a:avLst/>
              </a:prstGeom>
            </p:spPr>
            <p:txBody>
              <a:bodyPr wrap="none">
                <a:spAutoFit/>
              </a:bodyPr>
              <a:lstStyle/>
              <a:p>
                <a:pPr algn="l">
                  <a:buClrTx/>
                  <a:buSzTx/>
                  <a:buFontTx/>
                </a:pPr>
                <a:r>
                  <a:rPr lang="zh-CN" altLang="en-US" sz="1600" b="1" dirty="0">
                    <a:solidFill>
                      <a:schemeClr val="bg1"/>
                    </a:solidFill>
                  </a:rPr>
                  <a:t>进度安排与预期成果</a:t>
                </a:r>
              </a:p>
            </p:txBody>
          </p:sp>
          <p:sp>
            <p:nvSpPr>
              <p:cNvPr id="1048797"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798" name="矩形 116"/>
          <p:cNvSpPr/>
          <p:nvPr userDrawn="1"/>
        </p:nvSpPr>
        <p:spPr>
          <a:xfrm>
            <a:off x="407491" y="118588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799" name="箭头: 燕尾形 56"/>
          <p:cNvSpPr/>
          <p:nvPr userDrawn="1"/>
        </p:nvSpPr>
        <p:spPr>
          <a:xfrm rot="5400000">
            <a:off x="1201261" y="179635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
        <p:nvSpPr>
          <p:cNvPr id="1048877"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8" name="组合 86"/>
          <p:cNvGrpSpPr/>
          <p:nvPr userDrawn="1"/>
        </p:nvGrpSpPr>
        <p:grpSpPr>
          <a:xfrm>
            <a:off x="107274" y="1327044"/>
            <a:ext cx="2663220" cy="461665"/>
            <a:chOff x="215900" y="982915"/>
            <a:chExt cx="2663220" cy="461665"/>
          </a:xfrm>
        </p:grpSpPr>
        <p:cxnSp>
          <p:nvCxnSpPr>
            <p:cNvPr id="314575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9" name="组合 88"/>
            <p:cNvGrpSpPr/>
            <p:nvPr/>
          </p:nvGrpSpPr>
          <p:grpSpPr>
            <a:xfrm>
              <a:off x="215900" y="982915"/>
              <a:ext cx="2663220" cy="461665"/>
              <a:chOff x="215900" y="982915"/>
              <a:chExt cx="2663220" cy="461665"/>
            </a:xfrm>
          </p:grpSpPr>
          <p:sp>
            <p:nvSpPr>
              <p:cNvPr id="1048878" name="矩形 89"/>
              <p:cNvSpPr/>
              <p:nvPr/>
            </p:nvSpPr>
            <p:spPr>
              <a:xfrm>
                <a:off x="215900" y="982915"/>
                <a:ext cx="301686" cy="461665"/>
              </a:xfrm>
              <a:prstGeom prst="rect">
                <a:avLst/>
              </a:prstGeom>
            </p:spPr>
            <p:txBody>
              <a:bodyPr wrap="none">
                <a:spAutoFit/>
              </a:bodyPr>
              <a:lstStyle/>
              <a:p>
                <a:r>
                  <a:rPr lang="en-US" altLang="zh-CN" sz="2400" dirty="0">
                    <a:solidFill>
                      <a:schemeClr val="bg1"/>
                    </a:solidFill>
                    <a:latin typeface="Impact" panose="020B0806030902050204" pitchFamily="34" charset="0"/>
                    <a:cs typeface="+mn-ea"/>
                    <a:sym typeface="+mn-lt"/>
                  </a:rPr>
                  <a:t>1</a:t>
                </a:r>
                <a:endParaRPr lang="zh-CN" altLang="en-US" sz="2400" dirty="0">
                  <a:solidFill>
                    <a:schemeClr val="bg1"/>
                  </a:solidFill>
                  <a:latin typeface="Impact" panose="020B0806030902050204" pitchFamily="34" charset="0"/>
                </a:endParaRPr>
              </a:p>
            </p:txBody>
          </p:sp>
          <p:sp>
            <p:nvSpPr>
              <p:cNvPr id="1048879" name="矩形 90"/>
              <p:cNvSpPr/>
              <p:nvPr/>
            </p:nvSpPr>
            <p:spPr>
              <a:xfrm>
                <a:off x="668834" y="1044470"/>
                <a:ext cx="2210286" cy="337185"/>
              </a:xfrm>
              <a:prstGeom prst="rect">
                <a:avLst/>
              </a:prstGeom>
            </p:spPr>
            <p:txBody>
              <a:bodyPr wrap="none">
                <a:spAutoFit/>
              </a:bodyPr>
              <a:lstStyle/>
              <a:p>
                <a:r>
                  <a:rPr lang="zh-CN" altLang="en-US" sz="1600" b="1" dirty="0">
                    <a:solidFill>
                      <a:schemeClr val="bg1"/>
                    </a:solidFill>
                  </a:rPr>
                  <a:t>研究背景与立项依据</a:t>
                </a:r>
                <a:endParaRPr lang="en-US" altLang="zh-CN" sz="1600" b="1" dirty="0">
                  <a:solidFill>
                    <a:schemeClr val="bg1"/>
                  </a:solidFill>
                </a:endParaRPr>
              </a:p>
            </p:txBody>
          </p:sp>
          <p:sp>
            <p:nvSpPr>
              <p:cNvPr id="1048880"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110" name="组合 92"/>
          <p:cNvGrpSpPr/>
          <p:nvPr userDrawn="1"/>
        </p:nvGrpSpPr>
        <p:grpSpPr>
          <a:xfrm>
            <a:off x="107274" y="1961252"/>
            <a:ext cx="2663220" cy="461665"/>
            <a:chOff x="215900" y="982915"/>
            <a:chExt cx="2663220" cy="461665"/>
          </a:xfrm>
        </p:grpSpPr>
        <p:cxnSp>
          <p:nvCxnSpPr>
            <p:cNvPr id="314575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1" name="组合 94"/>
            <p:cNvGrpSpPr/>
            <p:nvPr/>
          </p:nvGrpSpPr>
          <p:grpSpPr>
            <a:xfrm>
              <a:off x="215900" y="982915"/>
              <a:ext cx="2663220" cy="461665"/>
              <a:chOff x="215900" y="982915"/>
              <a:chExt cx="2663220" cy="461665"/>
            </a:xfrm>
          </p:grpSpPr>
          <p:sp>
            <p:nvSpPr>
              <p:cNvPr id="1048881"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82"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83"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2" name="组合 98"/>
          <p:cNvGrpSpPr/>
          <p:nvPr userDrawn="1"/>
        </p:nvGrpSpPr>
        <p:grpSpPr>
          <a:xfrm>
            <a:off x="107274" y="2595460"/>
            <a:ext cx="2464614" cy="461665"/>
            <a:chOff x="215900" y="982915"/>
            <a:chExt cx="2464614" cy="461665"/>
          </a:xfrm>
        </p:grpSpPr>
        <p:cxnSp>
          <p:nvCxnSpPr>
            <p:cNvPr id="314575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3" name="组合 100"/>
            <p:cNvGrpSpPr/>
            <p:nvPr/>
          </p:nvGrpSpPr>
          <p:grpSpPr>
            <a:xfrm>
              <a:off x="215900" y="982915"/>
              <a:ext cx="2464614" cy="461665"/>
              <a:chOff x="215900" y="982915"/>
              <a:chExt cx="2464614" cy="461665"/>
            </a:xfrm>
          </p:grpSpPr>
          <p:sp>
            <p:nvSpPr>
              <p:cNvPr id="1048884"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85"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86"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4" name="组合 104"/>
          <p:cNvGrpSpPr/>
          <p:nvPr userDrawn="1"/>
        </p:nvGrpSpPr>
        <p:grpSpPr>
          <a:xfrm>
            <a:off x="107274" y="3229668"/>
            <a:ext cx="2459517" cy="461665"/>
            <a:chOff x="215900" y="982915"/>
            <a:chExt cx="2459517" cy="461665"/>
          </a:xfrm>
        </p:grpSpPr>
        <p:cxnSp>
          <p:nvCxnSpPr>
            <p:cNvPr id="314576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5" name="组合 106"/>
            <p:cNvGrpSpPr/>
            <p:nvPr/>
          </p:nvGrpSpPr>
          <p:grpSpPr>
            <a:xfrm>
              <a:off x="215900" y="982915"/>
              <a:ext cx="2459517" cy="461665"/>
              <a:chOff x="215900" y="982915"/>
              <a:chExt cx="2459517" cy="461665"/>
            </a:xfrm>
          </p:grpSpPr>
          <p:sp>
            <p:nvSpPr>
              <p:cNvPr id="1048887"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88"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89"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6" name="组合 110"/>
          <p:cNvGrpSpPr/>
          <p:nvPr userDrawn="1"/>
        </p:nvGrpSpPr>
        <p:grpSpPr>
          <a:xfrm>
            <a:off x="107274" y="3863876"/>
            <a:ext cx="2464614" cy="461665"/>
            <a:chOff x="215900" y="982915"/>
            <a:chExt cx="2464614" cy="461665"/>
          </a:xfrm>
        </p:grpSpPr>
        <p:cxnSp>
          <p:nvCxnSpPr>
            <p:cNvPr id="314576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7" name="组合 112"/>
            <p:cNvGrpSpPr/>
            <p:nvPr/>
          </p:nvGrpSpPr>
          <p:grpSpPr>
            <a:xfrm>
              <a:off x="215900" y="982915"/>
              <a:ext cx="2464614" cy="461665"/>
              <a:chOff x="215900" y="982915"/>
              <a:chExt cx="2464614" cy="461665"/>
            </a:xfrm>
          </p:grpSpPr>
          <p:sp>
            <p:nvSpPr>
              <p:cNvPr id="1048890"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91"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92"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93" name="矩形 116"/>
          <p:cNvSpPr/>
          <p:nvPr userDrawn="1"/>
        </p:nvSpPr>
        <p:spPr>
          <a:xfrm>
            <a:off x="418286" y="43023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94" name="箭头: 燕尾形 56"/>
          <p:cNvSpPr/>
          <p:nvPr userDrawn="1"/>
        </p:nvSpPr>
        <p:spPr>
          <a:xfrm rot="5400000">
            <a:off x="1212056" y="104070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895"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1048896"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1048897" name="日期占位符 3"/>
          <p:cNvSpPr>
            <a:spLocks noGrp="1"/>
          </p:cNvSpPr>
          <p:nvPr>
            <p:ph type="dt" sz="half" idx="10"/>
          </p:nvPr>
        </p:nvSpPr>
        <p:spPr>
          <a:xfrm>
            <a:off x="838200" y="6356350"/>
            <a:ext cx="2743200" cy="365125"/>
          </a:xfrm>
          <a:prstGeom prst="rect">
            <a:avLst/>
          </a:prstGeom>
        </p:spPr>
        <p:txBody>
          <a:bodyPr/>
          <a:lstStyle/>
          <a:p>
            <a:fld id="{9B82AFC9-7D9A-4FD9-B772-845CA8F4F0F5}" type="datetimeFigureOut">
              <a:rPr lang="zh-CN" altLang="en-US" smtClean="0"/>
              <a:t>2025/10/29</a:t>
            </a:fld>
            <a:endParaRPr lang="zh-CN" altLang="en-US"/>
          </a:p>
        </p:txBody>
      </p:sp>
      <p:sp>
        <p:nvSpPr>
          <p:cNvPr id="1048898"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99" name="灯片编号占位符 5"/>
          <p:cNvSpPr>
            <a:spLocks noGrp="1"/>
          </p:cNvSpPr>
          <p:nvPr>
            <p:ph type="sldNum" sz="quarter" idx="12"/>
          </p:nvPr>
        </p:nvSpPr>
        <p:spPr>
          <a:xfrm>
            <a:off x="8610600" y="6356350"/>
            <a:ext cx="2743200" cy="365125"/>
          </a:xfrm>
          <a:prstGeom prst="rect">
            <a:avLst/>
          </a:prstGeom>
        </p:spPr>
        <p:txBody>
          <a:bodyPr/>
          <a:lstStyle/>
          <a:p>
            <a:fld id="{F88BD4B3-A4CF-4B7B-A8C7-820FC5A3D5B4}" type="slidenum">
              <a:rPr lang="zh-CN" altLang="en-US" smtClean="0"/>
              <a:t>‹#›</a:t>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818" name="日期占位符 1"/>
          <p:cNvSpPr>
            <a:spLocks noGrp="1"/>
          </p:cNvSpPr>
          <p:nvPr>
            <p:ph type="dt" sz="half" idx="10"/>
          </p:nvPr>
        </p:nvSpPr>
        <p:spPr>
          <a:xfrm>
            <a:off x="838200" y="6356350"/>
            <a:ext cx="2743200" cy="365125"/>
          </a:xfrm>
          <a:prstGeom prst="rect">
            <a:avLst/>
          </a:prstGeom>
        </p:spPr>
        <p:txBody>
          <a:bodyPr/>
          <a:lstStyle/>
          <a:p>
            <a:fld id="{9B82AFC9-7D9A-4FD9-B772-845CA8F4F0F5}" type="datetimeFigureOut">
              <a:rPr lang="zh-CN" altLang="en-US" smtClean="0"/>
              <a:t>2025/10/29</a:t>
            </a:fld>
            <a:endParaRPr lang="zh-CN" altLang="en-US"/>
          </a:p>
        </p:txBody>
      </p:sp>
      <p:sp>
        <p:nvSpPr>
          <p:cNvPr id="1048819"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20" name="灯片编号占位符 3"/>
          <p:cNvSpPr>
            <a:spLocks noGrp="1"/>
          </p:cNvSpPr>
          <p:nvPr>
            <p:ph type="sldNum" sz="quarter" idx="12"/>
          </p:nvPr>
        </p:nvSpPr>
        <p:spPr>
          <a:xfrm>
            <a:off x="8610600" y="6356350"/>
            <a:ext cx="2743200" cy="365125"/>
          </a:xfrm>
          <a:prstGeom prst="rect">
            <a:avLst/>
          </a:prstGeom>
        </p:spPr>
        <p:txBody>
          <a:bodyPr/>
          <a:lstStyle/>
          <a:p>
            <a:fld id="{F88BD4B3-A4CF-4B7B-A8C7-820FC5A3D5B4}" type="slidenum">
              <a:rPr lang="zh-CN" altLang="en-US" smtClean="0"/>
              <a:t>‹#›</a:t>
            </a:fld>
            <a:endParaRPr lang="zh-CN" altLang="en-US"/>
          </a:p>
        </p:txBody>
      </p:sp>
      <p:sp>
        <p:nvSpPr>
          <p:cNvPr id="1048821" name="任意多边形: 形状 4"/>
          <p:cNvSpPr/>
          <p:nvPr userDrawn="1"/>
        </p:nvSpPr>
        <p:spPr>
          <a:xfrm>
            <a:off x="359366" y="6735098"/>
            <a:ext cx="11488295" cy="122903"/>
          </a:xfrm>
          <a:custGeom>
            <a:avLst/>
            <a:gdLst>
              <a:gd name="connsiteX0" fmla="*/ 247791 w 11488295"/>
              <a:gd name="connsiteY0" fmla="*/ 0 h 122903"/>
              <a:gd name="connsiteX1" fmla="*/ 11240504 w 11488295"/>
              <a:gd name="connsiteY1" fmla="*/ 0 h 122903"/>
              <a:gd name="connsiteX2" fmla="*/ 11462895 w 11488295"/>
              <a:gd name="connsiteY2" fmla="*/ 92117 h 122903"/>
              <a:gd name="connsiteX3" fmla="*/ 11488295 w 11488295"/>
              <a:gd name="connsiteY3" fmla="*/ 122903 h 122903"/>
              <a:gd name="connsiteX4" fmla="*/ 0 w 11488295"/>
              <a:gd name="connsiteY4" fmla="*/ 122903 h 122903"/>
              <a:gd name="connsiteX5" fmla="*/ 25400 w 11488295"/>
              <a:gd name="connsiteY5" fmla="*/ 92117 h 122903"/>
              <a:gd name="connsiteX6" fmla="*/ 247791 w 11488295"/>
              <a:gd name="connsiteY6" fmla="*/ 0 h 122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88295" h="122903">
                <a:moveTo>
                  <a:pt x="247791" y="0"/>
                </a:moveTo>
                <a:lnTo>
                  <a:pt x="11240504" y="0"/>
                </a:lnTo>
                <a:cubicBezTo>
                  <a:pt x="11327353" y="0"/>
                  <a:pt x="11405980" y="35203"/>
                  <a:pt x="11462895" y="92117"/>
                </a:cubicBezTo>
                <a:lnTo>
                  <a:pt x="11488295" y="122903"/>
                </a:lnTo>
                <a:lnTo>
                  <a:pt x="0" y="122903"/>
                </a:lnTo>
                <a:lnTo>
                  <a:pt x="25400" y="92117"/>
                </a:lnTo>
                <a:cubicBezTo>
                  <a:pt x="82315" y="35203"/>
                  <a:pt x="160942" y="0"/>
                  <a:pt x="247791" y="0"/>
                </a:cubicBez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48822" name="任意多边形: 形状 5"/>
          <p:cNvSpPr/>
          <p:nvPr userDrawn="1"/>
        </p:nvSpPr>
        <p:spPr>
          <a:xfrm flipV="1">
            <a:off x="359366" y="-4"/>
            <a:ext cx="11488295" cy="122903"/>
          </a:xfrm>
          <a:custGeom>
            <a:avLst/>
            <a:gdLst>
              <a:gd name="connsiteX0" fmla="*/ 247791 w 11488295"/>
              <a:gd name="connsiteY0" fmla="*/ 0 h 122903"/>
              <a:gd name="connsiteX1" fmla="*/ 11240504 w 11488295"/>
              <a:gd name="connsiteY1" fmla="*/ 0 h 122903"/>
              <a:gd name="connsiteX2" fmla="*/ 11462895 w 11488295"/>
              <a:gd name="connsiteY2" fmla="*/ 92117 h 122903"/>
              <a:gd name="connsiteX3" fmla="*/ 11488295 w 11488295"/>
              <a:gd name="connsiteY3" fmla="*/ 122903 h 122903"/>
              <a:gd name="connsiteX4" fmla="*/ 0 w 11488295"/>
              <a:gd name="connsiteY4" fmla="*/ 122903 h 122903"/>
              <a:gd name="connsiteX5" fmla="*/ 25400 w 11488295"/>
              <a:gd name="connsiteY5" fmla="*/ 92117 h 122903"/>
              <a:gd name="connsiteX6" fmla="*/ 247791 w 11488295"/>
              <a:gd name="connsiteY6" fmla="*/ 0 h 122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88295" h="122903">
                <a:moveTo>
                  <a:pt x="247791" y="0"/>
                </a:moveTo>
                <a:lnTo>
                  <a:pt x="11240504" y="0"/>
                </a:lnTo>
                <a:cubicBezTo>
                  <a:pt x="11327353" y="0"/>
                  <a:pt x="11405980" y="35203"/>
                  <a:pt x="11462895" y="92117"/>
                </a:cubicBezTo>
                <a:lnTo>
                  <a:pt x="11488295" y="122903"/>
                </a:lnTo>
                <a:lnTo>
                  <a:pt x="0" y="122903"/>
                </a:lnTo>
                <a:lnTo>
                  <a:pt x="25400" y="92117"/>
                </a:lnTo>
                <a:cubicBezTo>
                  <a:pt x="82315" y="35203"/>
                  <a:pt x="160942" y="0"/>
                  <a:pt x="247791" y="0"/>
                </a:cubicBez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p:spTree>
      <p:nvGrpSpPr>
        <p:cNvPr id="1" name=""/>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634"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1048635"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1048800"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3" name="组合 86"/>
          <p:cNvGrpSpPr/>
          <p:nvPr userDrawn="1"/>
        </p:nvGrpSpPr>
        <p:grpSpPr>
          <a:xfrm>
            <a:off x="142834" y="2028719"/>
            <a:ext cx="2663220" cy="461665"/>
            <a:chOff x="215900" y="982915"/>
            <a:chExt cx="2663220" cy="461665"/>
          </a:xfrm>
        </p:grpSpPr>
        <p:cxnSp>
          <p:nvCxnSpPr>
            <p:cNvPr id="314573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4" name="组合 88"/>
            <p:cNvGrpSpPr/>
            <p:nvPr/>
          </p:nvGrpSpPr>
          <p:grpSpPr>
            <a:xfrm>
              <a:off x="215900" y="982915"/>
              <a:ext cx="2663220" cy="461665"/>
              <a:chOff x="215900" y="982915"/>
              <a:chExt cx="2663220" cy="461665"/>
            </a:xfrm>
          </p:grpSpPr>
          <p:sp>
            <p:nvSpPr>
              <p:cNvPr id="1048801" name="矩形 89"/>
              <p:cNvSpPr/>
              <p:nvPr/>
            </p:nvSpPr>
            <p:spPr>
              <a:xfrm>
                <a:off x="215900" y="982915"/>
                <a:ext cx="301686" cy="461665"/>
              </a:xfrm>
              <a:prstGeom prst="rect">
                <a:avLst/>
              </a:prstGeom>
            </p:spPr>
            <p:txBody>
              <a:bodyPr wrap="none">
                <a:spAutoFit/>
              </a:bodyPr>
              <a:lstStyle/>
              <a:p>
                <a:r>
                  <a:rPr lang="en-US" altLang="zh-CN" sz="2400" dirty="0">
                    <a:solidFill>
                      <a:schemeClr val="bg1"/>
                    </a:solidFill>
                    <a:latin typeface="Impact" panose="020B0806030902050204" pitchFamily="34" charset="0"/>
                    <a:cs typeface="+mn-ea"/>
                    <a:sym typeface="+mn-lt"/>
                  </a:rPr>
                  <a:t>1</a:t>
                </a:r>
                <a:endParaRPr lang="zh-CN" altLang="en-US" sz="2400" dirty="0">
                  <a:solidFill>
                    <a:schemeClr val="bg1"/>
                  </a:solidFill>
                  <a:latin typeface="Impact" panose="020B0806030902050204" pitchFamily="34" charset="0"/>
                </a:endParaRPr>
              </a:p>
            </p:txBody>
          </p:sp>
          <p:sp>
            <p:nvSpPr>
              <p:cNvPr id="1048802" name="矩形 90"/>
              <p:cNvSpPr/>
              <p:nvPr/>
            </p:nvSpPr>
            <p:spPr>
              <a:xfrm>
                <a:off x="668834" y="1044470"/>
                <a:ext cx="2210286" cy="337185"/>
              </a:xfrm>
              <a:prstGeom prst="rect">
                <a:avLst/>
              </a:prstGeom>
            </p:spPr>
            <p:txBody>
              <a:bodyPr wrap="none">
                <a:spAutoFit/>
              </a:bodyPr>
              <a:lstStyle/>
              <a:p>
                <a:r>
                  <a:rPr lang="zh-CN" altLang="en-US" sz="1600" b="1" dirty="0">
                    <a:solidFill>
                      <a:schemeClr val="bg1"/>
                    </a:solidFill>
                  </a:rPr>
                  <a:t>研究背景与立项依据</a:t>
                </a:r>
                <a:endParaRPr lang="en-US" altLang="zh-CN" sz="1600" b="1" dirty="0">
                  <a:solidFill>
                    <a:schemeClr val="bg1"/>
                  </a:solidFill>
                </a:endParaRPr>
              </a:p>
            </p:txBody>
          </p:sp>
          <p:sp>
            <p:nvSpPr>
              <p:cNvPr id="1048803"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65" name="组合 92"/>
          <p:cNvGrpSpPr/>
          <p:nvPr userDrawn="1"/>
        </p:nvGrpSpPr>
        <p:grpSpPr>
          <a:xfrm>
            <a:off x="142834" y="2662927"/>
            <a:ext cx="2663220" cy="461665"/>
            <a:chOff x="215900" y="982915"/>
            <a:chExt cx="2663220" cy="461665"/>
          </a:xfrm>
        </p:grpSpPr>
        <p:cxnSp>
          <p:nvCxnSpPr>
            <p:cNvPr id="314573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6" name="组合 94"/>
            <p:cNvGrpSpPr/>
            <p:nvPr/>
          </p:nvGrpSpPr>
          <p:grpSpPr>
            <a:xfrm>
              <a:off x="215900" y="982915"/>
              <a:ext cx="2663220" cy="461665"/>
              <a:chOff x="215900" y="982915"/>
              <a:chExt cx="2663220" cy="461665"/>
            </a:xfrm>
          </p:grpSpPr>
          <p:sp>
            <p:nvSpPr>
              <p:cNvPr id="1048804"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05"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06"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7" name="组合 98"/>
          <p:cNvGrpSpPr/>
          <p:nvPr userDrawn="1"/>
        </p:nvGrpSpPr>
        <p:grpSpPr>
          <a:xfrm>
            <a:off x="142834" y="3297135"/>
            <a:ext cx="2464614" cy="461665"/>
            <a:chOff x="215900" y="982915"/>
            <a:chExt cx="2464614" cy="461665"/>
          </a:xfrm>
        </p:grpSpPr>
        <p:cxnSp>
          <p:nvCxnSpPr>
            <p:cNvPr id="314573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8" name="组合 100"/>
            <p:cNvGrpSpPr/>
            <p:nvPr/>
          </p:nvGrpSpPr>
          <p:grpSpPr>
            <a:xfrm>
              <a:off x="215900" y="982915"/>
              <a:ext cx="2464614" cy="461665"/>
              <a:chOff x="215900" y="982915"/>
              <a:chExt cx="2464614" cy="461665"/>
            </a:xfrm>
          </p:grpSpPr>
          <p:sp>
            <p:nvSpPr>
              <p:cNvPr id="1048807"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08"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09"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9" name="组合 104"/>
          <p:cNvGrpSpPr/>
          <p:nvPr userDrawn="1"/>
        </p:nvGrpSpPr>
        <p:grpSpPr>
          <a:xfrm>
            <a:off x="142834" y="3931343"/>
            <a:ext cx="2459517" cy="461665"/>
            <a:chOff x="215900" y="982915"/>
            <a:chExt cx="2459517" cy="461665"/>
          </a:xfrm>
        </p:grpSpPr>
        <p:cxnSp>
          <p:nvCxnSpPr>
            <p:cNvPr id="314574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0" name="组合 106"/>
            <p:cNvGrpSpPr/>
            <p:nvPr/>
          </p:nvGrpSpPr>
          <p:grpSpPr>
            <a:xfrm>
              <a:off x="215900" y="982915"/>
              <a:ext cx="2459517" cy="461665"/>
              <a:chOff x="215900" y="982915"/>
              <a:chExt cx="2459517" cy="461665"/>
            </a:xfrm>
          </p:grpSpPr>
          <p:sp>
            <p:nvSpPr>
              <p:cNvPr id="1048810"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11"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12"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71" name="组合 110"/>
          <p:cNvGrpSpPr/>
          <p:nvPr userDrawn="1"/>
        </p:nvGrpSpPr>
        <p:grpSpPr>
          <a:xfrm>
            <a:off x="142834" y="4565551"/>
            <a:ext cx="2464614" cy="461665"/>
            <a:chOff x="215900" y="982915"/>
            <a:chExt cx="2464614" cy="461665"/>
          </a:xfrm>
        </p:grpSpPr>
        <p:cxnSp>
          <p:nvCxnSpPr>
            <p:cNvPr id="314574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2" name="组合 112"/>
            <p:cNvGrpSpPr/>
            <p:nvPr/>
          </p:nvGrpSpPr>
          <p:grpSpPr>
            <a:xfrm>
              <a:off x="215900" y="982915"/>
              <a:ext cx="2464614" cy="461665"/>
              <a:chOff x="215900" y="982915"/>
              <a:chExt cx="2464614" cy="461665"/>
            </a:xfrm>
          </p:grpSpPr>
          <p:sp>
            <p:nvSpPr>
              <p:cNvPr id="1048813"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14"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15"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16" name="矩形 116"/>
          <p:cNvSpPr/>
          <p:nvPr userDrawn="1"/>
        </p:nvSpPr>
        <p:spPr>
          <a:xfrm>
            <a:off x="385266" y="1004908"/>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17" name="箭头: 燕尾形 56"/>
          <p:cNvSpPr/>
          <p:nvPr userDrawn="1"/>
        </p:nvSpPr>
        <p:spPr>
          <a:xfrm rot="5400000">
            <a:off x="1179036" y="1615379"/>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048823" name="矩形 6"/>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 name="组合 7"/>
          <p:cNvGrpSpPr/>
          <p:nvPr userDrawn="1"/>
        </p:nvGrpSpPr>
        <p:grpSpPr>
          <a:xfrm>
            <a:off x="142834" y="1857269"/>
            <a:ext cx="2464614" cy="461665"/>
            <a:chOff x="215900" y="982915"/>
            <a:chExt cx="2464614" cy="461665"/>
          </a:xfrm>
        </p:grpSpPr>
        <p:cxnSp>
          <p:nvCxnSpPr>
            <p:cNvPr id="3145742" name="直接连接符 8"/>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6" name="组合 9"/>
            <p:cNvGrpSpPr/>
            <p:nvPr/>
          </p:nvGrpSpPr>
          <p:grpSpPr>
            <a:xfrm>
              <a:off x="215900" y="982915"/>
              <a:ext cx="2464614" cy="460375"/>
              <a:chOff x="215900" y="982915"/>
              <a:chExt cx="2464614" cy="460375"/>
            </a:xfrm>
          </p:grpSpPr>
          <p:sp>
            <p:nvSpPr>
              <p:cNvPr id="1048824" name="矩形 10"/>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25" name="矩形 11"/>
              <p:cNvSpPr/>
              <p:nvPr/>
            </p:nvSpPr>
            <p:spPr>
              <a:xfrm>
                <a:off x="668834" y="1044470"/>
                <a:ext cx="2011680" cy="337185"/>
              </a:xfrm>
              <a:prstGeom prst="rect">
                <a:avLst/>
              </a:prstGeom>
            </p:spPr>
            <p:txBody>
              <a:bodyPr wrap="none">
                <a:spAutoFit/>
              </a:bodyPr>
              <a:lstStyle/>
              <a:p>
                <a:pPr algn="l">
                  <a:buClrTx/>
                  <a:buSzTx/>
                  <a:buFontTx/>
                </a:pPr>
                <a:r>
                  <a:rPr lang="zh-CN" altLang="en-US" sz="1600" dirty="0">
                    <a:solidFill>
                      <a:schemeClr val="bg1">
                        <a:alpha val="35000"/>
                      </a:schemeClr>
                    </a:solidFill>
                  </a:rPr>
                  <a:t>研究背景与立项依据</a:t>
                </a:r>
              </a:p>
            </p:txBody>
          </p:sp>
          <p:sp>
            <p:nvSpPr>
              <p:cNvPr id="1048826"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77" name="组合 13"/>
          <p:cNvGrpSpPr/>
          <p:nvPr userDrawn="1"/>
        </p:nvGrpSpPr>
        <p:grpSpPr>
          <a:xfrm>
            <a:off x="142834" y="2491477"/>
            <a:ext cx="2464614" cy="461665"/>
            <a:chOff x="215900" y="982915"/>
            <a:chExt cx="2464614" cy="461665"/>
          </a:xfrm>
        </p:grpSpPr>
        <p:cxnSp>
          <p:nvCxnSpPr>
            <p:cNvPr id="3145743" name="直接连接符 14"/>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8" name="组合 15"/>
            <p:cNvGrpSpPr/>
            <p:nvPr/>
          </p:nvGrpSpPr>
          <p:grpSpPr>
            <a:xfrm>
              <a:off x="215900" y="982915"/>
              <a:ext cx="2464614" cy="460375"/>
              <a:chOff x="215900" y="982915"/>
              <a:chExt cx="2464614" cy="460375"/>
            </a:xfrm>
          </p:grpSpPr>
          <p:sp>
            <p:nvSpPr>
              <p:cNvPr id="1048827" name="矩形 16"/>
              <p:cNvSpPr/>
              <p:nvPr/>
            </p:nvSpPr>
            <p:spPr>
              <a:xfrm>
                <a:off x="215900" y="982915"/>
                <a:ext cx="335915"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2</a:t>
                </a:r>
                <a:endParaRPr lang="en-US" altLang="zh-CN" sz="2400" dirty="0">
                  <a:solidFill>
                    <a:schemeClr val="bg1"/>
                  </a:solidFill>
                  <a:latin typeface="Impact" panose="020B0806030902050204" pitchFamily="34" charset="0"/>
                  <a:cs typeface="+mn-ea"/>
                </a:endParaRPr>
              </a:p>
            </p:txBody>
          </p:sp>
          <p:sp>
            <p:nvSpPr>
              <p:cNvPr id="1048828" name="矩形 17"/>
              <p:cNvSpPr/>
              <p:nvPr/>
            </p:nvSpPr>
            <p:spPr>
              <a:xfrm>
                <a:off x="668834" y="1044470"/>
                <a:ext cx="2011680" cy="337185"/>
              </a:xfrm>
              <a:prstGeom prst="rect">
                <a:avLst/>
              </a:prstGeom>
            </p:spPr>
            <p:txBody>
              <a:bodyPr wrap="none">
                <a:spAutoFit/>
              </a:bodyPr>
              <a:lstStyle/>
              <a:p>
                <a:r>
                  <a:rPr lang="zh-CN" altLang="en-US" sz="1600" b="1" dirty="0">
                    <a:solidFill>
                      <a:schemeClr val="bg1"/>
                    </a:solidFill>
                  </a:rPr>
                  <a:t>研究对象与研究内容</a:t>
                </a:r>
                <a:endParaRPr lang="zh-CN" altLang="en-US" sz="1600" dirty="0">
                  <a:solidFill>
                    <a:schemeClr val="bg1">
                      <a:alpha val="35000"/>
                    </a:schemeClr>
                  </a:solidFill>
                </a:endParaRPr>
              </a:p>
            </p:txBody>
          </p:sp>
          <p:sp>
            <p:nvSpPr>
              <p:cNvPr id="1048829"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79" name="组合 19"/>
          <p:cNvGrpSpPr/>
          <p:nvPr userDrawn="1"/>
        </p:nvGrpSpPr>
        <p:grpSpPr>
          <a:xfrm>
            <a:off x="142834" y="3125685"/>
            <a:ext cx="2464614" cy="461665"/>
            <a:chOff x="215900" y="982915"/>
            <a:chExt cx="2464614" cy="461665"/>
          </a:xfrm>
        </p:grpSpPr>
        <p:cxnSp>
          <p:nvCxnSpPr>
            <p:cNvPr id="3145744" name="直接连接符 20"/>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0" name="组合 21"/>
            <p:cNvGrpSpPr/>
            <p:nvPr/>
          </p:nvGrpSpPr>
          <p:grpSpPr>
            <a:xfrm>
              <a:off x="215900" y="982915"/>
              <a:ext cx="2464614" cy="461665"/>
              <a:chOff x="215900" y="982915"/>
              <a:chExt cx="2464614" cy="461665"/>
            </a:xfrm>
          </p:grpSpPr>
          <p:sp>
            <p:nvSpPr>
              <p:cNvPr id="1048830" name="矩形 22"/>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31" name="矩形 23"/>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32"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81" name="组合 25"/>
          <p:cNvGrpSpPr/>
          <p:nvPr userDrawn="1"/>
        </p:nvGrpSpPr>
        <p:grpSpPr>
          <a:xfrm>
            <a:off x="142834" y="3759893"/>
            <a:ext cx="2459517" cy="461665"/>
            <a:chOff x="215900" y="982915"/>
            <a:chExt cx="2459517" cy="461665"/>
          </a:xfrm>
        </p:grpSpPr>
        <p:cxnSp>
          <p:nvCxnSpPr>
            <p:cNvPr id="3145745" name="直接连接符 26"/>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2" name="组合 27"/>
            <p:cNvGrpSpPr/>
            <p:nvPr/>
          </p:nvGrpSpPr>
          <p:grpSpPr>
            <a:xfrm>
              <a:off x="215900" y="982915"/>
              <a:ext cx="2459517" cy="461665"/>
              <a:chOff x="215900" y="982915"/>
              <a:chExt cx="2459517" cy="461665"/>
            </a:xfrm>
          </p:grpSpPr>
          <p:sp>
            <p:nvSpPr>
              <p:cNvPr id="1048833" name="矩形 28"/>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34" name="矩形 29"/>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35"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83" name="组合 31"/>
          <p:cNvGrpSpPr/>
          <p:nvPr userDrawn="1"/>
        </p:nvGrpSpPr>
        <p:grpSpPr>
          <a:xfrm>
            <a:off x="142834" y="4394101"/>
            <a:ext cx="2464614" cy="461665"/>
            <a:chOff x="215900" y="982915"/>
            <a:chExt cx="2464614" cy="461665"/>
          </a:xfrm>
        </p:grpSpPr>
        <p:cxnSp>
          <p:nvCxnSpPr>
            <p:cNvPr id="3145746" name="直接连接符 32"/>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4" name="组合 33"/>
            <p:cNvGrpSpPr/>
            <p:nvPr/>
          </p:nvGrpSpPr>
          <p:grpSpPr>
            <a:xfrm>
              <a:off x="215900" y="982915"/>
              <a:ext cx="2464614" cy="461665"/>
              <a:chOff x="215900" y="982915"/>
              <a:chExt cx="2464614" cy="461665"/>
            </a:xfrm>
          </p:grpSpPr>
          <p:sp>
            <p:nvSpPr>
              <p:cNvPr id="1048836" name="矩形 34"/>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37" name="矩形 35"/>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38"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39" name="矩形 55"/>
          <p:cNvSpPr/>
          <p:nvPr userDrawn="1"/>
        </p:nvSpPr>
        <p:spPr>
          <a:xfrm>
            <a:off x="441781" y="93061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40" name="箭头: 燕尾形 56"/>
          <p:cNvSpPr/>
          <p:nvPr userDrawn="1"/>
        </p:nvSpPr>
        <p:spPr>
          <a:xfrm rot="5400000">
            <a:off x="1235551" y="154108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1048841" name="矩形 85"/>
          <p:cNvSpPr/>
          <p:nvPr userDrawn="1"/>
        </p:nvSpPr>
        <p:spPr>
          <a:xfrm>
            <a:off x="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6" name="组合 86"/>
          <p:cNvGrpSpPr/>
          <p:nvPr userDrawn="1"/>
        </p:nvGrpSpPr>
        <p:grpSpPr>
          <a:xfrm>
            <a:off x="118069" y="2199534"/>
            <a:ext cx="2464614" cy="461665"/>
            <a:chOff x="215900" y="982915"/>
            <a:chExt cx="2464614" cy="461665"/>
          </a:xfrm>
        </p:grpSpPr>
        <p:cxnSp>
          <p:nvCxnSpPr>
            <p:cNvPr id="314574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7" name="组合 88"/>
            <p:cNvGrpSpPr/>
            <p:nvPr/>
          </p:nvGrpSpPr>
          <p:grpSpPr>
            <a:xfrm>
              <a:off x="215900" y="982915"/>
              <a:ext cx="2464614" cy="460375"/>
              <a:chOff x="215900" y="982915"/>
              <a:chExt cx="2464614" cy="460375"/>
            </a:xfrm>
          </p:grpSpPr>
          <p:sp>
            <p:nvSpPr>
              <p:cNvPr id="1048842" name="矩形 89"/>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43" name="矩形 90"/>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研究背景与立项依据</a:t>
                </a:r>
              </a:p>
            </p:txBody>
          </p:sp>
          <p:sp>
            <p:nvSpPr>
              <p:cNvPr id="1048844"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88" name="组合 92"/>
          <p:cNvGrpSpPr/>
          <p:nvPr userDrawn="1"/>
        </p:nvGrpSpPr>
        <p:grpSpPr>
          <a:xfrm>
            <a:off x="118069" y="2833742"/>
            <a:ext cx="2663220" cy="461665"/>
            <a:chOff x="215900" y="982915"/>
            <a:chExt cx="2663220" cy="461665"/>
          </a:xfrm>
        </p:grpSpPr>
        <p:cxnSp>
          <p:nvCxnSpPr>
            <p:cNvPr id="314574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9" name="组合 94"/>
            <p:cNvGrpSpPr/>
            <p:nvPr/>
          </p:nvGrpSpPr>
          <p:grpSpPr>
            <a:xfrm>
              <a:off x="215900" y="982915"/>
              <a:ext cx="2663220" cy="461665"/>
              <a:chOff x="215900" y="982915"/>
              <a:chExt cx="2663220" cy="461665"/>
            </a:xfrm>
          </p:grpSpPr>
          <p:sp>
            <p:nvSpPr>
              <p:cNvPr id="1048845"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46"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47"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0" name="组合 98"/>
          <p:cNvGrpSpPr/>
          <p:nvPr userDrawn="1"/>
        </p:nvGrpSpPr>
        <p:grpSpPr>
          <a:xfrm>
            <a:off x="118069" y="3467950"/>
            <a:ext cx="2464614" cy="461665"/>
            <a:chOff x="215900" y="982915"/>
            <a:chExt cx="2464614" cy="461665"/>
          </a:xfrm>
        </p:grpSpPr>
        <p:cxnSp>
          <p:nvCxnSpPr>
            <p:cNvPr id="314574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1" name="组合 100"/>
            <p:cNvGrpSpPr/>
            <p:nvPr/>
          </p:nvGrpSpPr>
          <p:grpSpPr>
            <a:xfrm>
              <a:off x="215900" y="982915"/>
              <a:ext cx="2464614" cy="461665"/>
              <a:chOff x="215900" y="982915"/>
              <a:chExt cx="2464614" cy="461665"/>
            </a:xfrm>
          </p:grpSpPr>
          <p:sp>
            <p:nvSpPr>
              <p:cNvPr id="1048848"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49"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50"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2" name="组合 104"/>
          <p:cNvGrpSpPr/>
          <p:nvPr userDrawn="1"/>
        </p:nvGrpSpPr>
        <p:grpSpPr>
          <a:xfrm>
            <a:off x="118069" y="4102158"/>
            <a:ext cx="2311400" cy="461665"/>
            <a:chOff x="215900" y="982915"/>
            <a:chExt cx="2311400" cy="461665"/>
          </a:xfrm>
        </p:grpSpPr>
        <p:cxnSp>
          <p:nvCxnSpPr>
            <p:cNvPr id="314575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3" name="组合 106"/>
            <p:cNvGrpSpPr/>
            <p:nvPr/>
          </p:nvGrpSpPr>
          <p:grpSpPr>
            <a:xfrm>
              <a:off x="215900" y="982915"/>
              <a:ext cx="2261414" cy="460375"/>
              <a:chOff x="215900" y="982915"/>
              <a:chExt cx="2261414" cy="460375"/>
            </a:xfrm>
          </p:grpSpPr>
          <p:sp>
            <p:nvSpPr>
              <p:cNvPr id="1048851" name="矩形 107"/>
              <p:cNvSpPr/>
              <p:nvPr/>
            </p:nvSpPr>
            <p:spPr>
              <a:xfrm>
                <a:off x="215900" y="982915"/>
                <a:ext cx="335280"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4</a:t>
                </a:r>
                <a:endParaRPr lang="en-US" altLang="zh-CN" sz="2400" dirty="0">
                  <a:solidFill>
                    <a:schemeClr val="bg1"/>
                  </a:solidFill>
                  <a:latin typeface="Impact" panose="020B0806030902050204" pitchFamily="34" charset="0"/>
                  <a:cs typeface="+mn-ea"/>
                </a:endParaRPr>
              </a:p>
            </p:txBody>
          </p:sp>
          <p:sp>
            <p:nvSpPr>
              <p:cNvPr id="1048852" name="矩形 108"/>
              <p:cNvSpPr/>
              <p:nvPr/>
            </p:nvSpPr>
            <p:spPr>
              <a:xfrm>
                <a:off x="668834" y="1044470"/>
                <a:ext cx="1808480" cy="337185"/>
              </a:xfrm>
              <a:prstGeom prst="rect">
                <a:avLst/>
              </a:prstGeom>
            </p:spPr>
            <p:txBody>
              <a:bodyPr wrap="none">
                <a:spAutoFit/>
              </a:bodyPr>
              <a:lstStyle/>
              <a:p>
                <a:pPr algn="l">
                  <a:buClrTx/>
                  <a:buSzTx/>
                  <a:buFontTx/>
                </a:pPr>
                <a:r>
                  <a:rPr lang="zh-CN" altLang="en-US" sz="1600" b="1" dirty="0">
                    <a:solidFill>
                      <a:schemeClr val="bg1"/>
                    </a:solidFill>
                  </a:rPr>
                  <a:t>重难点与创新之处</a:t>
                </a:r>
              </a:p>
            </p:txBody>
          </p:sp>
          <p:sp>
            <p:nvSpPr>
              <p:cNvPr id="1048853"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4" name="组合 110"/>
          <p:cNvGrpSpPr/>
          <p:nvPr userDrawn="1"/>
        </p:nvGrpSpPr>
        <p:grpSpPr>
          <a:xfrm>
            <a:off x="118069" y="4736366"/>
            <a:ext cx="2464614" cy="461665"/>
            <a:chOff x="215900" y="982915"/>
            <a:chExt cx="2464614" cy="461665"/>
          </a:xfrm>
        </p:grpSpPr>
        <p:cxnSp>
          <p:nvCxnSpPr>
            <p:cNvPr id="314575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5" name="组合 112"/>
            <p:cNvGrpSpPr/>
            <p:nvPr/>
          </p:nvGrpSpPr>
          <p:grpSpPr>
            <a:xfrm>
              <a:off x="215900" y="982915"/>
              <a:ext cx="2464614" cy="461665"/>
              <a:chOff x="215900" y="982915"/>
              <a:chExt cx="2464614" cy="461665"/>
            </a:xfrm>
          </p:grpSpPr>
          <p:sp>
            <p:nvSpPr>
              <p:cNvPr id="1048854"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55"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56"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57" name="矩形 116"/>
          <p:cNvSpPr/>
          <p:nvPr userDrawn="1"/>
        </p:nvSpPr>
        <p:spPr>
          <a:xfrm>
            <a:off x="429081" y="130272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58" name="箭头: 燕尾形 56"/>
          <p:cNvSpPr/>
          <p:nvPr userDrawn="1"/>
        </p:nvSpPr>
        <p:spPr>
          <a:xfrm rot="5400000">
            <a:off x="1222851" y="191319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048859" name="矩形 103"/>
          <p:cNvSpPr/>
          <p:nvPr userDrawn="1"/>
        </p:nvSpPr>
        <p:spPr>
          <a:xfrm>
            <a:off x="-19685"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7" name="组合 104"/>
          <p:cNvGrpSpPr/>
          <p:nvPr userDrawn="1"/>
        </p:nvGrpSpPr>
        <p:grpSpPr>
          <a:xfrm>
            <a:off x="143469" y="2113809"/>
            <a:ext cx="2464614" cy="461665"/>
            <a:chOff x="215900" y="982915"/>
            <a:chExt cx="2464614" cy="461665"/>
          </a:xfrm>
        </p:grpSpPr>
        <p:cxnSp>
          <p:nvCxnSpPr>
            <p:cNvPr id="3145752"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8" name="组合 106"/>
            <p:cNvGrpSpPr/>
            <p:nvPr/>
          </p:nvGrpSpPr>
          <p:grpSpPr>
            <a:xfrm>
              <a:off x="215900" y="982915"/>
              <a:ext cx="2464614" cy="460375"/>
              <a:chOff x="215900" y="982915"/>
              <a:chExt cx="2464614" cy="460375"/>
            </a:xfrm>
          </p:grpSpPr>
          <p:sp>
            <p:nvSpPr>
              <p:cNvPr id="1048860" name="矩形 107"/>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61" name="矩形 108"/>
              <p:cNvSpPr/>
              <p:nvPr/>
            </p:nvSpPr>
            <p:spPr>
              <a:xfrm>
                <a:off x="668834" y="1044470"/>
                <a:ext cx="2011680" cy="337185"/>
              </a:xfrm>
              <a:prstGeom prst="rect">
                <a:avLst/>
              </a:prstGeom>
            </p:spPr>
            <p:txBody>
              <a:bodyPr wrap="none">
                <a:spAutoFit/>
              </a:bodyPr>
              <a:lstStyle/>
              <a:p>
                <a:pPr algn="l">
                  <a:buClrTx/>
                  <a:buSzTx/>
                  <a:buFontTx/>
                </a:pPr>
                <a:r>
                  <a:rPr lang="zh-CN" altLang="en-US" sz="1600" dirty="0">
                    <a:solidFill>
                      <a:schemeClr val="bg1">
                        <a:alpha val="35000"/>
                      </a:schemeClr>
                    </a:solidFill>
                  </a:rPr>
                  <a:t>研究背景与立项依据</a:t>
                </a:r>
              </a:p>
            </p:txBody>
          </p:sp>
          <p:sp>
            <p:nvSpPr>
              <p:cNvPr id="1048862"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99" name="组合 110"/>
          <p:cNvGrpSpPr/>
          <p:nvPr userDrawn="1"/>
        </p:nvGrpSpPr>
        <p:grpSpPr>
          <a:xfrm>
            <a:off x="143469" y="2748017"/>
            <a:ext cx="2663220" cy="461665"/>
            <a:chOff x="215900" y="982915"/>
            <a:chExt cx="2663220" cy="461665"/>
          </a:xfrm>
        </p:grpSpPr>
        <p:cxnSp>
          <p:nvCxnSpPr>
            <p:cNvPr id="3145753"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0" name="组合 112"/>
            <p:cNvGrpSpPr/>
            <p:nvPr/>
          </p:nvGrpSpPr>
          <p:grpSpPr>
            <a:xfrm>
              <a:off x="215900" y="982915"/>
              <a:ext cx="2663220" cy="461665"/>
              <a:chOff x="215900" y="982915"/>
              <a:chExt cx="2663220" cy="461665"/>
            </a:xfrm>
          </p:grpSpPr>
          <p:sp>
            <p:nvSpPr>
              <p:cNvPr id="1048863" name="矩形 113"/>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64" name="矩形 114"/>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65"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1" name="组合 116"/>
          <p:cNvGrpSpPr/>
          <p:nvPr userDrawn="1"/>
        </p:nvGrpSpPr>
        <p:grpSpPr>
          <a:xfrm>
            <a:off x="143469" y="3382225"/>
            <a:ext cx="2464614" cy="461665"/>
            <a:chOff x="215900" y="982915"/>
            <a:chExt cx="2464614" cy="461665"/>
          </a:xfrm>
        </p:grpSpPr>
        <p:cxnSp>
          <p:nvCxnSpPr>
            <p:cNvPr id="3145754" name="直接连接符 11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2" name="组合 118"/>
            <p:cNvGrpSpPr/>
            <p:nvPr/>
          </p:nvGrpSpPr>
          <p:grpSpPr>
            <a:xfrm>
              <a:off x="215900" y="982915"/>
              <a:ext cx="2464614" cy="460375"/>
              <a:chOff x="215900" y="982915"/>
              <a:chExt cx="2464614" cy="460375"/>
            </a:xfrm>
          </p:grpSpPr>
          <p:sp>
            <p:nvSpPr>
              <p:cNvPr id="1048866" name="矩形 119"/>
              <p:cNvSpPr/>
              <p:nvPr/>
            </p:nvSpPr>
            <p:spPr>
              <a:xfrm>
                <a:off x="215900" y="982915"/>
                <a:ext cx="344805"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3</a:t>
                </a:r>
                <a:endParaRPr lang="en-US" altLang="zh-CN" sz="2400" dirty="0">
                  <a:solidFill>
                    <a:schemeClr val="bg1"/>
                  </a:solidFill>
                  <a:latin typeface="Impact" panose="020B0806030902050204" pitchFamily="34" charset="0"/>
                  <a:cs typeface="+mn-ea"/>
                </a:endParaRPr>
              </a:p>
            </p:txBody>
          </p:sp>
          <p:sp>
            <p:nvSpPr>
              <p:cNvPr id="1048867" name="矩形 120"/>
              <p:cNvSpPr/>
              <p:nvPr/>
            </p:nvSpPr>
            <p:spPr>
              <a:xfrm>
                <a:off x="668834" y="1044470"/>
                <a:ext cx="2011680" cy="337185"/>
              </a:xfrm>
              <a:prstGeom prst="rect">
                <a:avLst/>
              </a:prstGeom>
            </p:spPr>
            <p:txBody>
              <a:bodyPr wrap="none">
                <a:spAutoFit/>
              </a:bodyPr>
              <a:lstStyle/>
              <a:p>
                <a:r>
                  <a:rPr lang="zh-CN" altLang="en-US" sz="1600" b="1" dirty="0">
                    <a:solidFill>
                      <a:schemeClr val="bg1"/>
                    </a:solidFill>
                  </a:rPr>
                  <a:t>核心方法与技术路线</a:t>
                </a:r>
              </a:p>
            </p:txBody>
          </p:sp>
          <p:sp>
            <p:nvSpPr>
              <p:cNvPr id="1048868"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3" name="组合 122"/>
          <p:cNvGrpSpPr/>
          <p:nvPr userDrawn="1"/>
        </p:nvGrpSpPr>
        <p:grpSpPr>
          <a:xfrm>
            <a:off x="143469" y="4016433"/>
            <a:ext cx="2459517" cy="461665"/>
            <a:chOff x="215900" y="982915"/>
            <a:chExt cx="2459517" cy="461665"/>
          </a:xfrm>
        </p:grpSpPr>
        <p:cxnSp>
          <p:nvCxnSpPr>
            <p:cNvPr id="3145755" name="直接连接符 12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4" name="组合 124"/>
            <p:cNvGrpSpPr/>
            <p:nvPr/>
          </p:nvGrpSpPr>
          <p:grpSpPr>
            <a:xfrm>
              <a:off x="215900" y="982915"/>
              <a:ext cx="2459517" cy="461665"/>
              <a:chOff x="215900" y="982915"/>
              <a:chExt cx="2459517" cy="461665"/>
            </a:xfrm>
          </p:grpSpPr>
          <p:sp>
            <p:nvSpPr>
              <p:cNvPr id="1048869" name="矩形 12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70" name="矩形 126"/>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71"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5" name="组合 128"/>
          <p:cNvGrpSpPr/>
          <p:nvPr userDrawn="1"/>
        </p:nvGrpSpPr>
        <p:grpSpPr>
          <a:xfrm>
            <a:off x="143469" y="4650641"/>
            <a:ext cx="2464614" cy="461665"/>
            <a:chOff x="215900" y="982915"/>
            <a:chExt cx="2464614" cy="461665"/>
          </a:xfrm>
        </p:grpSpPr>
        <p:cxnSp>
          <p:nvCxnSpPr>
            <p:cNvPr id="3145756" name="直接连接符 12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6" name="组合 130"/>
            <p:cNvGrpSpPr/>
            <p:nvPr/>
          </p:nvGrpSpPr>
          <p:grpSpPr>
            <a:xfrm>
              <a:off x="215900" y="982915"/>
              <a:ext cx="2464614" cy="461665"/>
              <a:chOff x="215900" y="982915"/>
              <a:chExt cx="2464614" cy="461665"/>
            </a:xfrm>
          </p:grpSpPr>
          <p:sp>
            <p:nvSpPr>
              <p:cNvPr id="1048872" name="矩形 131"/>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73" name="矩形 13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74"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75" name="矩形 134"/>
          <p:cNvSpPr/>
          <p:nvPr userDrawn="1"/>
        </p:nvSpPr>
        <p:spPr>
          <a:xfrm>
            <a:off x="454481" y="1216998"/>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76" name="箭头: 燕尾形 56"/>
          <p:cNvSpPr/>
          <p:nvPr userDrawn="1"/>
        </p:nvSpPr>
        <p:spPr>
          <a:xfrm rot="5400000">
            <a:off x="1248251" y="1827469"/>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1048782"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2" name="组合 86"/>
          <p:cNvGrpSpPr/>
          <p:nvPr userDrawn="1"/>
        </p:nvGrpSpPr>
        <p:grpSpPr>
          <a:xfrm>
            <a:off x="96479" y="2082694"/>
            <a:ext cx="2464614" cy="461665"/>
            <a:chOff x="215900" y="982915"/>
            <a:chExt cx="2464614" cy="461665"/>
          </a:xfrm>
        </p:grpSpPr>
        <p:cxnSp>
          <p:nvCxnSpPr>
            <p:cNvPr id="3145732"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3" name="组合 88"/>
            <p:cNvGrpSpPr/>
            <p:nvPr/>
          </p:nvGrpSpPr>
          <p:grpSpPr>
            <a:xfrm>
              <a:off x="215900" y="982915"/>
              <a:ext cx="2464614" cy="460375"/>
              <a:chOff x="215900" y="982915"/>
              <a:chExt cx="2464614" cy="460375"/>
            </a:xfrm>
          </p:grpSpPr>
          <p:sp>
            <p:nvSpPr>
              <p:cNvPr id="1048783" name="矩形 89"/>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784" name="矩形 90"/>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研究背景与立项依据</a:t>
                </a:r>
              </a:p>
            </p:txBody>
          </p:sp>
          <p:sp>
            <p:nvSpPr>
              <p:cNvPr id="1048785"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54" name="组合 92"/>
          <p:cNvGrpSpPr/>
          <p:nvPr userDrawn="1"/>
        </p:nvGrpSpPr>
        <p:grpSpPr>
          <a:xfrm>
            <a:off x="96479" y="2716902"/>
            <a:ext cx="2663220" cy="461665"/>
            <a:chOff x="215900" y="982915"/>
            <a:chExt cx="2663220" cy="461665"/>
          </a:xfrm>
        </p:grpSpPr>
        <p:cxnSp>
          <p:nvCxnSpPr>
            <p:cNvPr id="3145733"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5" name="组合 94"/>
            <p:cNvGrpSpPr/>
            <p:nvPr/>
          </p:nvGrpSpPr>
          <p:grpSpPr>
            <a:xfrm>
              <a:off x="215900" y="982915"/>
              <a:ext cx="2663220" cy="461665"/>
              <a:chOff x="215900" y="982915"/>
              <a:chExt cx="2663220" cy="461665"/>
            </a:xfrm>
          </p:grpSpPr>
          <p:sp>
            <p:nvSpPr>
              <p:cNvPr id="1048786"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787"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788"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56" name="组合 98"/>
          <p:cNvGrpSpPr/>
          <p:nvPr userDrawn="1"/>
        </p:nvGrpSpPr>
        <p:grpSpPr>
          <a:xfrm>
            <a:off x="96479" y="3351110"/>
            <a:ext cx="2464614" cy="461665"/>
            <a:chOff x="215900" y="982915"/>
            <a:chExt cx="2464614" cy="461665"/>
          </a:xfrm>
        </p:grpSpPr>
        <p:cxnSp>
          <p:nvCxnSpPr>
            <p:cNvPr id="3145734"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7" name="组合 100"/>
            <p:cNvGrpSpPr/>
            <p:nvPr/>
          </p:nvGrpSpPr>
          <p:grpSpPr>
            <a:xfrm>
              <a:off x="215900" y="982915"/>
              <a:ext cx="2464614" cy="461665"/>
              <a:chOff x="215900" y="982915"/>
              <a:chExt cx="2464614" cy="461665"/>
            </a:xfrm>
          </p:grpSpPr>
          <p:sp>
            <p:nvSpPr>
              <p:cNvPr id="1048789"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790"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791"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58" name="组合 104"/>
          <p:cNvGrpSpPr/>
          <p:nvPr userDrawn="1"/>
        </p:nvGrpSpPr>
        <p:grpSpPr>
          <a:xfrm>
            <a:off x="96479" y="3985318"/>
            <a:ext cx="2459517" cy="461665"/>
            <a:chOff x="215900" y="982915"/>
            <a:chExt cx="2459517" cy="461665"/>
          </a:xfrm>
        </p:grpSpPr>
        <p:cxnSp>
          <p:nvCxnSpPr>
            <p:cNvPr id="3145735"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9" name="组合 106"/>
            <p:cNvGrpSpPr/>
            <p:nvPr/>
          </p:nvGrpSpPr>
          <p:grpSpPr>
            <a:xfrm>
              <a:off x="215900" y="982915"/>
              <a:ext cx="2459517" cy="461665"/>
              <a:chOff x="215900" y="982915"/>
              <a:chExt cx="2459517" cy="461665"/>
            </a:xfrm>
          </p:grpSpPr>
          <p:sp>
            <p:nvSpPr>
              <p:cNvPr id="1048792"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793"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794"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0" name="组合 110"/>
          <p:cNvGrpSpPr/>
          <p:nvPr userDrawn="1"/>
        </p:nvGrpSpPr>
        <p:grpSpPr>
          <a:xfrm>
            <a:off x="96479" y="4619526"/>
            <a:ext cx="2464614" cy="461665"/>
            <a:chOff x="215900" y="982915"/>
            <a:chExt cx="2464614" cy="461665"/>
          </a:xfrm>
        </p:grpSpPr>
        <p:cxnSp>
          <p:nvCxnSpPr>
            <p:cNvPr id="3145736"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1" name="组合 112"/>
            <p:cNvGrpSpPr/>
            <p:nvPr/>
          </p:nvGrpSpPr>
          <p:grpSpPr>
            <a:xfrm>
              <a:off x="215900" y="982915"/>
              <a:ext cx="2464614" cy="460375"/>
              <a:chOff x="215900" y="982915"/>
              <a:chExt cx="2464614" cy="460375"/>
            </a:xfrm>
          </p:grpSpPr>
          <p:sp>
            <p:nvSpPr>
              <p:cNvPr id="1048795" name="矩形 113"/>
              <p:cNvSpPr/>
              <p:nvPr/>
            </p:nvSpPr>
            <p:spPr>
              <a:xfrm>
                <a:off x="215900" y="982915"/>
                <a:ext cx="346710"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5</a:t>
                </a:r>
                <a:endParaRPr lang="en-US" altLang="zh-CN" sz="2400" dirty="0">
                  <a:solidFill>
                    <a:schemeClr val="bg1"/>
                  </a:solidFill>
                  <a:latin typeface="Impact" panose="020B0806030902050204" pitchFamily="34" charset="0"/>
                  <a:cs typeface="+mn-ea"/>
                </a:endParaRPr>
              </a:p>
            </p:txBody>
          </p:sp>
          <p:sp>
            <p:nvSpPr>
              <p:cNvPr id="1048796" name="矩形 114"/>
              <p:cNvSpPr/>
              <p:nvPr/>
            </p:nvSpPr>
            <p:spPr>
              <a:xfrm>
                <a:off x="668834" y="1044470"/>
                <a:ext cx="2011680" cy="337185"/>
              </a:xfrm>
              <a:prstGeom prst="rect">
                <a:avLst/>
              </a:prstGeom>
            </p:spPr>
            <p:txBody>
              <a:bodyPr wrap="none">
                <a:spAutoFit/>
              </a:bodyPr>
              <a:lstStyle/>
              <a:p>
                <a:pPr algn="l">
                  <a:buClrTx/>
                  <a:buSzTx/>
                  <a:buFontTx/>
                </a:pPr>
                <a:r>
                  <a:rPr lang="zh-CN" altLang="en-US" sz="1600" b="1" dirty="0">
                    <a:solidFill>
                      <a:schemeClr val="bg1"/>
                    </a:solidFill>
                  </a:rPr>
                  <a:t>进度安排与预期成果</a:t>
                </a:r>
              </a:p>
            </p:txBody>
          </p:sp>
          <p:sp>
            <p:nvSpPr>
              <p:cNvPr id="1048797"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798" name="矩形 116"/>
          <p:cNvSpPr/>
          <p:nvPr userDrawn="1"/>
        </p:nvSpPr>
        <p:spPr>
          <a:xfrm>
            <a:off x="407491" y="118588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799" name="箭头: 燕尾形 56"/>
          <p:cNvSpPr/>
          <p:nvPr userDrawn="1"/>
        </p:nvSpPr>
        <p:spPr>
          <a:xfrm rot="5400000">
            <a:off x="1201261" y="179635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
        <p:nvSpPr>
          <p:cNvPr id="1048877"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8" name="组合 86"/>
          <p:cNvGrpSpPr/>
          <p:nvPr userDrawn="1"/>
        </p:nvGrpSpPr>
        <p:grpSpPr>
          <a:xfrm>
            <a:off x="107274" y="1327044"/>
            <a:ext cx="2663220" cy="461665"/>
            <a:chOff x="215900" y="982915"/>
            <a:chExt cx="2663220" cy="461665"/>
          </a:xfrm>
        </p:grpSpPr>
        <p:cxnSp>
          <p:nvCxnSpPr>
            <p:cNvPr id="314575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9" name="组合 88"/>
            <p:cNvGrpSpPr/>
            <p:nvPr/>
          </p:nvGrpSpPr>
          <p:grpSpPr>
            <a:xfrm>
              <a:off x="215900" y="982915"/>
              <a:ext cx="2663220" cy="461665"/>
              <a:chOff x="215900" y="982915"/>
              <a:chExt cx="2663220" cy="461665"/>
            </a:xfrm>
          </p:grpSpPr>
          <p:sp>
            <p:nvSpPr>
              <p:cNvPr id="1048878" name="矩形 89"/>
              <p:cNvSpPr/>
              <p:nvPr/>
            </p:nvSpPr>
            <p:spPr>
              <a:xfrm>
                <a:off x="215900" y="982915"/>
                <a:ext cx="301686" cy="461665"/>
              </a:xfrm>
              <a:prstGeom prst="rect">
                <a:avLst/>
              </a:prstGeom>
            </p:spPr>
            <p:txBody>
              <a:bodyPr wrap="none">
                <a:spAutoFit/>
              </a:bodyPr>
              <a:lstStyle/>
              <a:p>
                <a:r>
                  <a:rPr lang="en-US" altLang="zh-CN" sz="2400" dirty="0">
                    <a:solidFill>
                      <a:schemeClr val="bg1"/>
                    </a:solidFill>
                    <a:latin typeface="Impact" panose="020B0806030902050204" pitchFamily="34" charset="0"/>
                    <a:cs typeface="+mn-ea"/>
                    <a:sym typeface="+mn-lt"/>
                  </a:rPr>
                  <a:t>1</a:t>
                </a:r>
                <a:endParaRPr lang="zh-CN" altLang="en-US" sz="2400" dirty="0">
                  <a:solidFill>
                    <a:schemeClr val="bg1"/>
                  </a:solidFill>
                  <a:latin typeface="Impact" panose="020B0806030902050204" pitchFamily="34" charset="0"/>
                </a:endParaRPr>
              </a:p>
            </p:txBody>
          </p:sp>
          <p:sp>
            <p:nvSpPr>
              <p:cNvPr id="1048879" name="矩形 90"/>
              <p:cNvSpPr/>
              <p:nvPr/>
            </p:nvSpPr>
            <p:spPr>
              <a:xfrm>
                <a:off x="668834" y="1044470"/>
                <a:ext cx="2210286" cy="337185"/>
              </a:xfrm>
              <a:prstGeom prst="rect">
                <a:avLst/>
              </a:prstGeom>
            </p:spPr>
            <p:txBody>
              <a:bodyPr wrap="none">
                <a:spAutoFit/>
              </a:bodyPr>
              <a:lstStyle/>
              <a:p>
                <a:r>
                  <a:rPr lang="zh-CN" altLang="en-US" sz="1600" b="1" dirty="0">
                    <a:solidFill>
                      <a:schemeClr val="bg1"/>
                    </a:solidFill>
                  </a:rPr>
                  <a:t>研究背景与立项依据</a:t>
                </a:r>
                <a:endParaRPr lang="en-US" altLang="zh-CN" sz="1600" b="1" dirty="0">
                  <a:solidFill>
                    <a:schemeClr val="bg1"/>
                  </a:solidFill>
                </a:endParaRPr>
              </a:p>
            </p:txBody>
          </p:sp>
          <p:sp>
            <p:nvSpPr>
              <p:cNvPr id="1048880"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110" name="组合 92"/>
          <p:cNvGrpSpPr/>
          <p:nvPr userDrawn="1"/>
        </p:nvGrpSpPr>
        <p:grpSpPr>
          <a:xfrm>
            <a:off x="107274" y="1961252"/>
            <a:ext cx="2663220" cy="461665"/>
            <a:chOff x="215900" y="982915"/>
            <a:chExt cx="2663220" cy="461665"/>
          </a:xfrm>
        </p:grpSpPr>
        <p:cxnSp>
          <p:nvCxnSpPr>
            <p:cNvPr id="314575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1" name="组合 94"/>
            <p:cNvGrpSpPr/>
            <p:nvPr/>
          </p:nvGrpSpPr>
          <p:grpSpPr>
            <a:xfrm>
              <a:off x="215900" y="982915"/>
              <a:ext cx="2663220" cy="461665"/>
              <a:chOff x="215900" y="982915"/>
              <a:chExt cx="2663220" cy="461665"/>
            </a:xfrm>
          </p:grpSpPr>
          <p:sp>
            <p:nvSpPr>
              <p:cNvPr id="1048881"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82"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83"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2" name="组合 98"/>
          <p:cNvGrpSpPr/>
          <p:nvPr userDrawn="1"/>
        </p:nvGrpSpPr>
        <p:grpSpPr>
          <a:xfrm>
            <a:off x="107274" y="2595460"/>
            <a:ext cx="2464614" cy="461665"/>
            <a:chOff x="215900" y="982915"/>
            <a:chExt cx="2464614" cy="461665"/>
          </a:xfrm>
        </p:grpSpPr>
        <p:cxnSp>
          <p:nvCxnSpPr>
            <p:cNvPr id="314575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3" name="组合 100"/>
            <p:cNvGrpSpPr/>
            <p:nvPr/>
          </p:nvGrpSpPr>
          <p:grpSpPr>
            <a:xfrm>
              <a:off x="215900" y="982915"/>
              <a:ext cx="2464614" cy="461665"/>
              <a:chOff x="215900" y="982915"/>
              <a:chExt cx="2464614" cy="461665"/>
            </a:xfrm>
          </p:grpSpPr>
          <p:sp>
            <p:nvSpPr>
              <p:cNvPr id="1048884"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85"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86"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4" name="组合 104"/>
          <p:cNvGrpSpPr/>
          <p:nvPr userDrawn="1"/>
        </p:nvGrpSpPr>
        <p:grpSpPr>
          <a:xfrm>
            <a:off x="107274" y="3229668"/>
            <a:ext cx="2459517" cy="461665"/>
            <a:chOff x="215900" y="982915"/>
            <a:chExt cx="2459517" cy="461665"/>
          </a:xfrm>
        </p:grpSpPr>
        <p:cxnSp>
          <p:nvCxnSpPr>
            <p:cNvPr id="314576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5" name="组合 106"/>
            <p:cNvGrpSpPr/>
            <p:nvPr/>
          </p:nvGrpSpPr>
          <p:grpSpPr>
            <a:xfrm>
              <a:off x="215900" y="982915"/>
              <a:ext cx="2459517" cy="461665"/>
              <a:chOff x="215900" y="982915"/>
              <a:chExt cx="2459517" cy="461665"/>
            </a:xfrm>
          </p:grpSpPr>
          <p:sp>
            <p:nvSpPr>
              <p:cNvPr id="1048887"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88"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89"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6" name="组合 110"/>
          <p:cNvGrpSpPr/>
          <p:nvPr userDrawn="1"/>
        </p:nvGrpSpPr>
        <p:grpSpPr>
          <a:xfrm>
            <a:off x="107274" y="3863876"/>
            <a:ext cx="2464614" cy="461665"/>
            <a:chOff x="215900" y="982915"/>
            <a:chExt cx="2464614" cy="461665"/>
          </a:xfrm>
        </p:grpSpPr>
        <p:cxnSp>
          <p:nvCxnSpPr>
            <p:cNvPr id="314576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7" name="组合 112"/>
            <p:cNvGrpSpPr/>
            <p:nvPr/>
          </p:nvGrpSpPr>
          <p:grpSpPr>
            <a:xfrm>
              <a:off x="215900" y="982915"/>
              <a:ext cx="2464614" cy="461665"/>
              <a:chOff x="215900" y="982915"/>
              <a:chExt cx="2464614" cy="461665"/>
            </a:xfrm>
          </p:grpSpPr>
          <p:sp>
            <p:nvSpPr>
              <p:cNvPr id="1048890"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91"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92"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93" name="矩形 116"/>
          <p:cNvSpPr/>
          <p:nvPr userDrawn="1"/>
        </p:nvSpPr>
        <p:spPr>
          <a:xfrm>
            <a:off x="418286" y="43023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94" name="箭头: 燕尾形 56"/>
          <p:cNvSpPr/>
          <p:nvPr userDrawn="1"/>
        </p:nvSpPr>
        <p:spPr>
          <a:xfrm rot="5400000">
            <a:off x="1212056" y="104070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895"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1048896"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1048897" name="日期占位符 3"/>
          <p:cNvSpPr>
            <a:spLocks noGrp="1"/>
          </p:cNvSpPr>
          <p:nvPr>
            <p:ph type="dt" sz="half" idx="10"/>
          </p:nvPr>
        </p:nvSpPr>
        <p:spPr>
          <a:xfrm>
            <a:off x="838200" y="6356350"/>
            <a:ext cx="2743200" cy="365125"/>
          </a:xfrm>
          <a:prstGeom prst="rect">
            <a:avLst/>
          </a:prstGeom>
        </p:spPr>
        <p:txBody>
          <a:bodyPr/>
          <a:lstStyle/>
          <a:p>
            <a:fld id="{9B82AFC9-7D9A-4FD9-B772-845CA8F4F0F5}" type="datetimeFigureOut">
              <a:rPr lang="zh-CN" altLang="en-US" smtClean="0"/>
              <a:t>2025/10/29</a:t>
            </a:fld>
            <a:endParaRPr lang="zh-CN" altLang="en-US"/>
          </a:p>
        </p:txBody>
      </p:sp>
      <p:sp>
        <p:nvSpPr>
          <p:cNvPr id="1048898"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99" name="灯片编号占位符 5"/>
          <p:cNvSpPr>
            <a:spLocks noGrp="1"/>
          </p:cNvSpPr>
          <p:nvPr>
            <p:ph type="sldNum" sz="quarter" idx="12"/>
          </p:nvPr>
        </p:nvSpPr>
        <p:spPr>
          <a:xfrm>
            <a:off x="8610600" y="6356350"/>
            <a:ext cx="2743200" cy="365125"/>
          </a:xfrm>
          <a:prstGeom prst="rect">
            <a:avLst/>
          </a:prstGeom>
        </p:spPr>
        <p:txBody>
          <a:bodyPr/>
          <a:lstStyle/>
          <a:p>
            <a:fld id="{F88BD4B3-A4CF-4B7B-A8C7-820FC5A3D5B4}" type="slidenum">
              <a:rPr lang="zh-CN" altLang="en-US" smtClean="0"/>
              <a:t>‹#›</a:t>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818" name="日期占位符 1"/>
          <p:cNvSpPr>
            <a:spLocks noGrp="1"/>
          </p:cNvSpPr>
          <p:nvPr>
            <p:ph type="dt" sz="half" idx="10"/>
          </p:nvPr>
        </p:nvSpPr>
        <p:spPr>
          <a:xfrm>
            <a:off x="838200" y="6356350"/>
            <a:ext cx="2743200" cy="365125"/>
          </a:xfrm>
          <a:prstGeom prst="rect">
            <a:avLst/>
          </a:prstGeom>
        </p:spPr>
        <p:txBody>
          <a:bodyPr/>
          <a:lstStyle/>
          <a:p>
            <a:fld id="{9B82AFC9-7D9A-4FD9-B772-845CA8F4F0F5}" type="datetimeFigureOut">
              <a:rPr lang="zh-CN" altLang="en-US" smtClean="0"/>
              <a:t>2025/10/29</a:t>
            </a:fld>
            <a:endParaRPr lang="zh-CN" altLang="en-US"/>
          </a:p>
        </p:txBody>
      </p:sp>
      <p:sp>
        <p:nvSpPr>
          <p:cNvPr id="1048819"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20" name="灯片编号占位符 3"/>
          <p:cNvSpPr>
            <a:spLocks noGrp="1"/>
          </p:cNvSpPr>
          <p:nvPr>
            <p:ph type="sldNum" sz="quarter" idx="12"/>
          </p:nvPr>
        </p:nvSpPr>
        <p:spPr>
          <a:xfrm>
            <a:off x="8610600" y="6356350"/>
            <a:ext cx="2743200" cy="365125"/>
          </a:xfrm>
          <a:prstGeom prst="rect">
            <a:avLst/>
          </a:prstGeom>
        </p:spPr>
        <p:txBody>
          <a:bodyPr/>
          <a:lstStyle/>
          <a:p>
            <a:fld id="{F88BD4B3-A4CF-4B7B-A8C7-820FC5A3D5B4}" type="slidenum">
              <a:rPr lang="zh-CN" altLang="en-US" smtClean="0"/>
              <a:t>‹#›</a:t>
            </a:fld>
            <a:endParaRPr lang="zh-CN" altLang="en-US"/>
          </a:p>
        </p:txBody>
      </p:sp>
      <p:sp>
        <p:nvSpPr>
          <p:cNvPr id="1048821" name="任意多边形: 形状 4"/>
          <p:cNvSpPr/>
          <p:nvPr userDrawn="1"/>
        </p:nvSpPr>
        <p:spPr>
          <a:xfrm>
            <a:off x="359366" y="6735098"/>
            <a:ext cx="11488295" cy="122903"/>
          </a:xfrm>
          <a:custGeom>
            <a:avLst/>
            <a:gdLst>
              <a:gd name="connsiteX0" fmla="*/ 247791 w 11488295"/>
              <a:gd name="connsiteY0" fmla="*/ 0 h 122903"/>
              <a:gd name="connsiteX1" fmla="*/ 11240504 w 11488295"/>
              <a:gd name="connsiteY1" fmla="*/ 0 h 122903"/>
              <a:gd name="connsiteX2" fmla="*/ 11462895 w 11488295"/>
              <a:gd name="connsiteY2" fmla="*/ 92117 h 122903"/>
              <a:gd name="connsiteX3" fmla="*/ 11488295 w 11488295"/>
              <a:gd name="connsiteY3" fmla="*/ 122903 h 122903"/>
              <a:gd name="connsiteX4" fmla="*/ 0 w 11488295"/>
              <a:gd name="connsiteY4" fmla="*/ 122903 h 122903"/>
              <a:gd name="connsiteX5" fmla="*/ 25400 w 11488295"/>
              <a:gd name="connsiteY5" fmla="*/ 92117 h 122903"/>
              <a:gd name="connsiteX6" fmla="*/ 247791 w 11488295"/>
              <a:gd name="connsiteY6" fmla="*/ 0 h 122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88295" h="122903">
                <a:moveTo>
                  <a:pt x="247791" y="0"/>
                </a:moveTo>
                <a:lnTo>
                  <a:pt x="11240504" y="0"/>
                </a:lnTo>
                <a:cubicBezTo>
                  <a:pt x="11327353" y="0"/>
                  <a:pt x="11405980" y="35203"/>
                  <a:pt x="11462895" y="92117"/>
                </a:cubicBezTo>
                <a:lnTo>
                  <a:pt x="11488295" y="122903"/>
                </a:lnTo>
                <a:lnTo>
                  <a:pt x="0" y="122903"/>
                </a:lnTo>
                <a:lnTo>
                  <a:pt x="25400" y="92117"/>
                </a:lnTo>
                <a:cubicBezTo>
                  <a:pt x="82315" y="35203"/>
                  <a:pt x="160942" y="0"/>
                  <a:pt x="247791" y="0"/>
                </a:cubicBez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48822" name="任意多边形: 形状 5"/>
          <p:cNvSpPr/>
          <p:nvPr userDrawn="1"/>
        </p:nvSpPr>
        <p:spPr>
          <a:xfrm flipV="1">
            <a:off x="359366" y="-4"/>
            <a:ext cx="11488295" cy="122903"/>
          </a:xfrm>
          <a:custGeom>
            <a:avLst/>
            <a:gdLst>
              <a:gd name="connsiteX0" fmla="*/ 247791 w 11488295"/>
              <a:gd name="connsiteY0" fmla="*/ 0 h 122903"/>
              <a:gd name="connsiteX1" fmla="*/ 11240504 w 11488295"/>
              <a:gd name="connsiteY1" fmla="*/ 0 h 122903"/>
              <a:gd name="connsiteX2" fmla="*/ 11462895 w 11488295"/>
              <a:gd name="connsiteY2" fmla="*/ 92117 h 122903"/>
              <a:gd name="connsiteX3" fmla="*/ 11488295 w 11488295"/>
              <a:gd name="connsiteY3" fmla="*/ 122903 h 122903"/>
              <a:gd name="connsiteX4" fmla="*/ 0 w 11488295"/>
              <a:gd name="connsiteY4" fmla="*/ 122903 h 122903"/>
              <a:gd name="connsiteX5" fmla="*/ 25400 w 11488295"/>
              <a:gd name="connsiteY5" fmla="*/ 92117 h 122903"/>
              <a:gd name="connsiteX6" fmla="*/ 247791 w 11488295"/>
              <a:gd name="connsiteY6" fmla="*/ 0 h 122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88295" h="122903">
                <a:moveTo>
                  <a:pt x="247791" y="0"/>
                </a:moveTo>
                <a:lnTo>
                  <a:pt x="11240504" y="0"/>
                </a:lnTo>
                <a:cubicBezTo>
                  <a:pt x="11327353" y="0"/>
                  <a:pt x="11405980" y="35203"/>
                  <a:pt x="11462895" y="92117"/>
                </a:cubicBezTo>
                <a:lnTo>
                  <a:pt x="11488295" y="122903"/>
                </a:lnTo>
                <a:lnTo>
                  <a:pt x="0" y="122903"/>
                </a:lnTo>
                <a:lnTo>
                  <a:pt x="25400" y="92117"/>
                </a:lnTo>
                <a:cubicBezTo>
                  <a:pt x="82315" y="35203"/>
                  <a:pt x="160942" y="0"/>
                  <a:pt x="247791" y="0"/>
                </a:cubicBez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p:spTree>
      <p:nvGrpSpPr>
        <p:cNvPr id="1" name=""/>
        <p:cNvGrpSpPr/>
        <p:nvPr/>
      </p:nvGrpSpPr>
      <p:grpSpPr>
        <a:xfrm>
          <a:off x="0" y="0"/>
          <a:ext cx="0" cy="0"/>
          <a:chOff x="0" y="0"/>
          <a:chExt cx="0" cy="0"/>
        </a:xfrm>
      </p:grpSpPr>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634"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1048635"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1048800"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3" name="组合 86"/>
          <p:cNvGrpSpPr/>
          <p:nvPr userDrawn="1"/>
        </p:nvGrpSpPr>
        <p:grpSpPr>
          <a:xfrm>
            <a:off x="142834" y="2028719"/>
            <a:ext cx="2663220" cy="461665"/>
            <a:chOff x="215900" y="982915"/>
            <a:chExt cx="2663220" cy="461665"/>
          </a:xfrm>
        </p:grpSpPr>
        <p:cxnSp>
          <p:nvCxnSpPr>
            <p:cNvPr id="314573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4" name="组合 88"/>
            <p:cNvGrpSpPr/>
            <p:nvPr/>
          </p:nvGrpSpPr>
          <p:grpSpPr>
            <a:xfrm>
              <a:off x="215900" y="982915"/>
              <a:ext cx="2663220" cy="461665"/>
              <a:chOff x="215900" y="982915"/>
              <a:chExt cx="2663220" cy="461665"/>
            </a:xfrm>
          </p:grpSpPr>
          <p:sp>
            <p:nvSpPr>
              <p:cNvPr id="1048801" name="矩形 89"/>
              <p:cNvSpPr/>
              <p:nvPr/>
            </p:nvSpPr>
            <p:spPr>
              <a:xfrm>
                <a:off x="215900" y="982915"/>
                <a:ext cx="301686" cy="461665"/>
              </a:xfrm>
              <a:prstGeom prst="rect">
                <a:avLst/>
              </a:prstGeom>
            </p:spPr>
            <p:txBody>
              <a:bodyPr wrap="none">
                <a:spAutoFit/>
              </a:bodyPr>
              <a:lstStyle/>
              <a:p>
                <a:r>
                  <a:rPr lang="en-US" altLang="zh-CN" sz="2400" dirty="0">
                    <a:solidFill>
                      <a:schemeClr val="bg1"/>
                    </a:solidFill>
                    <a:latin typeface="Impact" panose="020B0806030902050204" pitchFamily="34" charset="0"/>
                    <a:cs typeface="+mn-ea"/>
                    <a:sym typeface="+mn-lt"/>
                  </a:rPr>
                  <a:t>1</a:t>
                </a:r>
                <a:endParaRPr lang="zh-CN" altLang="en-US" sz="2400" dirty="0">
                  <a:solidFill>
                    <a:schemeClr val="bg1"/>
                  </a:solidFill>
                  <a:latin typeface="Impact" panose="020B0806030902050204" pitchFamily="34" charset="0"/>
                </a:endParaRPr>
              </a:p>
            </p:txBody>
          </p:sp>
          <p:sp>
            <p:nvSpPr>
              <p:cNvPr id="1048802" name="矩形 90"/>
              <p:cNvSpPr/>
              <p:nvPr/>
            </p:nvSpPr>
            <p:spPr>
              <a:xfrm>
                <a:off x="668834" y="1044470"/>
                <a:ext cx="2210286" cy="337185"/>
              </a:xfrm>
              <a:prstGeom prst="rect">
                <a:avLst/>
              </a:prstGeom>
            </p:spPr>
            <p:txBody>
              <a:bodyPr wrap="none">
                <a:spAutoFit/>
              </a:bodyPr>
              <a:lstStyle/>
              <a:p>
                <a:r>
                  <a:rPr lang="zh-CN" altLang="en-US" sz="1600" b="1" dirty="0">
                    <a:solidFill>
                      <a:schemeClr val="bg1"/>
                    </a:solidFill>
                  </a:rPr>
                  <a:t>研究背景与立项依据</a:t>
                </a:r>
                <a:endParaRPr lang="en-US" altLang="zh-CN" sz="1600" b="1" dirty="0">
                  <a:solidFill>
                    <a:schemeClr val="bg1"/>
                  </a:solidFill>
                </a:endParaRPr>
              </a:p>
            </p:txBody>
          </p:sp>
          <p:sp>
            <p:nvSpPr>
              <p:cNvPr id="1048803"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65" name="组合 92"/>
          <p:cNvGrpSpPr/>
          <p:nvPr userDrawn="1"/>
        </p:nvGrpSpPr>
        <p:grpSpPr>
          <a:xfrm>
            <a:off x="142834" y="2662927"/>
            <a:ext cx="2663220" cy="461665"/>
            <a:chOff x="215900" y="982915"/>
            <a:chExt cx="2663220" cy="461665"/>
          </a:xfrm>
        </p:grpSpPr>
        <p:cxnSp>
          <p:nvCxnSpPr>
            <p:cNvPr id="314573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6" name="组合 94"/>
            <p:cNvGrpSpPr/>
            <p:nvPr/>
          </p:nvGrpSpPr>
          <p:grpSpPr>
            <a:xfrm>
              <a:off x="215900" y="982915"/>
              <a:ext cx="2663220" cy="461665"/>
              <a:chOff x="215900" y="982915"/>
              <a:chExt cx="2663220" cy="461665"/>
            </a:xfrm>
          </p:grpSpPr>
          <p:sp>
            <p:nvSpPr>
              <p:cNvPr id="1048804"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05"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06"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7" name="组合 98"/>
          <p:cNvGrpSpPr/>
          <p:nvPr userDrawn="1"/>
        </p:nvGrpSpPr>
        <p:grpSpPr>
          <a:xfrm>
            <a:off x="142834" y="3297135"/>
            <a:ext cx="2464614" cy="461665"/>
            <a:chOff x="215900" y="982915"/>
            <a:chExt cx="2464614" cy="461665"/>
          </a:xfrm>
        </p:grpSpPr>
        <p:cxnSp>
          <p:nvCxnSpPr>
            <p:cNvPr id="314573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8" name="组合 100"/>
            <p:cNvGrpSpPr/>
            <p:nvPr/>
          </p:nvGrpSpPr>
          <p:grpSpPr>
            <a:xfrm>
              <a:off x="215900" y="982915"/>
              <a:ext cx="2464614" cy="461665"/>
              <a:chOff x="215900" y="982915"/>
              <a:chExt cx="2464614" cy="461665"/>
            </a:xfrm>
          </p:grpSpPr>
          <p:sp>
            <p:nvSpPr>
              <p:cNvPr id="1048807"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08"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09"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9" name="组合 104"/>
          <p:cNvGrpSpPr/>
          <p:nvPr userDrawn="1"/>
        </p:nvGrpSpPr>
        <p:grpSpPr>
          <a:xfrm>
            <a:off x="142834" y="3931343"/>
            <a:ext cx="2459517" cy="461665"/>
            <a:chOff x="215900" y="982915"/>
            <a:chExt cx="2459517" cy="461665"/>
          </a:xfrm>
        </p:grpSpPr>
        <p:cxnSp>
          <p:nvCxnSpPr>
            <p:cNvPr id="314574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0" name="组合 106"/>
            <p:cNvGrpSpPr/>
            <p:nvPr/>
          </p:nvGrpSpPr>
          <p:grpSpPr>
            <a:xfrm>
              <a:off x="215900" y="982915"/>
              <a:ext cx="2459517" cy="461665"/>
              <a:chOff x="215900" y="982915"/>
              <a:chExt cx="2459517" cy="461665"/>
            </a:xfrm>
          </p:grpSpPr>
          <p:sp>
            <p:nvSpPr>
              <p:cNvPr id="1048810"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11"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12"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71" name="组合 110"/>
          <p:cNvGrpSpPr/>
          <p:nvPr userDrawn="1"/>
        </p:nvGrpSpPr>
        <p:grpSpPr>
          <a:xfrm>
            <a:off x="142834" y="4565551"/>
            <a:ext cx="2464614" cy="461665"/>
            <a:chOff x="215900" y="982915"/>
            <a:chExt cx="2464614" cy="461665"/>
          </a:xfrm>
        </p:grpSpPr>
        <p:cxnSp>
          <p:nvCxnSpPr>
            <p:cNvPr id="314574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2" name="组合 112"/>
            <p:cNvGrpSpPr/>
            <p:nvPr/>
          </p:nvGrpSpPr>
          <p:grpSpPr>
            <a:xfrm>
              <a:off x="215900" y="982915"/>
              <a:ext cx="2464614" cy="461665"/>
              <a:chOff x="215900" y="982915"/>
              <a:chExt cx="2464614" cy="461665"/>
            </a:xfrm>
          </p:grpSpPr>
          <p:sp>
            <p:nvSpPr>
              <p:cNvPr id="1048813"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14"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15"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16" name="矩形 116"/>
          <p:cNvSpPr/>
          <p:nvPr userDrawn="1"/>
        </p:nvSpPr>
        <p:spPr>
          <a:xfrm>
            <a:off x="385266" y="1004908"/>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17" name="箭头: 燕尾形 56"/>
          <p:cNvSpPr/>
          <p:nvPr userDrawn="1"/>
        </p:nvSpPr>
        <p:spPr>
          <a:xfrm rot="5400000">
            <a:off x="1179036" y="1615379"/>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048823" name="矩形 6"/>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 name="组合 7"/>
          <p:cNvGrpSpPr/>
          <p:nvPr userDrawn="1"/>
        </p:nvGrpSpPr>
        <p:grpSpPr>
          <a:xfrm>
            <a:off x="142834" y="1857269"/>
            <a:ext cx="2464614" cy="461665"/>
            <a:chOff x="215900" y="982915"/>
            <a:chExt cx="2464614" cy="461665"/>
          </a:xfrm>
        </p:grpSpPr>
        <p:cxnSp>
          <p:nvCxnSpPr>
            <p:cNvPr id="3145742" name="直接连接符 8"/>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6" name="组合 9"/>
            <p:cNvGrpSpPr/>
            <p:nvPr/>
          </p:nvGrpSpPr>
          <p:grpSpPr>
            <a:xfrm>
              <a:off x="215900" y="982915"/>
              <a:ext cx="2464614" cy="460375"/>
              <a:chOff x="215900" y="982915"/>
              <a:chExt cx="2464614" cy="460375"/>
            </a:xfrm>
          </p:grpSpPr>
          <p:sp>
            <p:nvSpPr>
              <p:cNvPr id="1048824" name="矩形 10"/>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25" name="矩形 11"/>
              <p:cNvSpPr/>
              <p:nvPr/>
            </p:nvSpPr>
            <p:spPr>
              <a:xfrm>
                <a:off x="668834" y="1044470"/>
                <a:ext cx="2011680" cy="337185"/>
              </a:xfrm>
              <a:prstGeom prst="rect">
                <a:avLst/>
              </a:prstGeom>
            </p:spPr>
            <p:txBody>
              <a:bodyPr wrap="none">
                <a:spAutoFit/>
              </a:bodyPr>
              <a:lstStyle/>
              <a:p>
                <a:pPr algn="l">
                  <a:buClrTx/>
                  <a:buSzTx/>
                  <a:buFontTx/>
                </a:pPr>
                <a:r>
                  <a:rPr lang="zh-CN" altLang="en-US" sz="1600" dirty="0">
                    <a:solidFill>
                      <a:schemeClr val="bg1">
                        <a:alpha val="35000"/>
                      </a:schemeClr>
                    </a:solidFill>
                  </a:rPr>
                  <a:t>研究背景与立项依据</a:t>
                </a:r>
              </a:p>
            </p:txBody>
          </p:sp>
          <p:sp>
            <p:nvSpPr>
              <p:cNvPr id="1048826"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77" name="组合 13"/>
          <p:cNvGrpSpPr/>
          <p:nvPr userDrawn="1"/>
        </p:nvGrpSpPr>
        <p:grpSpPr>
          <a:xfrm>
            <a:off x="142834" y="2491477"/>
            <a:ext cx="2464614" cy="461665"/>
            <a:chOff x="215900" y="982915"/>
            <a:chExt cx="2464614" cy="461665"/>
          </a:xfrm>
        </p:grpSpPr>
        <p:cxnSp>
          <p:nvCxnSpPr>
            <p:cNvPr id="3145743" name="直接连接符 14"/>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8" name="组合 15"/>
            <p:cNvGrpSpPr/>
            <p:nvPr/>
          </p:nvGrpSpPr>
          <p:grpSpPr>
            <a:xfrm>
              <a:off x="215900" y="982915"/>
              <a:ext cx="2464614" cy="460375"/>
              <a:chOff x="215900" y="982915"/>
              <a:chExt cx="2464614" cy="460375"/>
            </a:xfrm>
          </p:grpSpPr>
          <p:sp>
            <p:nvSpPr>
              <p:cNvPr id="1048827" name="矩形 16"/>
              <p:cNvSpPr/>
              <p:nvPr/>
            </p:nvSpPr>
            <p:spPr>
              <a:xfrm>
                <a:off x="215900" y="982915"/>
                <a:ext cx="335915"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2</a:t>
                </a:r>
                <a:endParaRPr lang="en-US" altLang="zh-CN" sz="2400" dirty="0">
                  <a:solidFill>
                    <a:schemeClr val="bg1"/>
                  </a:solidFill>
                  <a:latin typeface="Impact" panose="020B0806030902050204" pitchFamily="34" charset="0"/>
                  <a:cs typeface="+mn-ea"/>
                </a:endParaRPr>
              </a:p>
            </p:txBody>
          </p:sp>
          <p:sp>
            <p:nvSpPr>
              <p:cNvPr id="1048828" name="矩形 17"/>
              <p:cNvSpPr/>
              <p:nvPr/>
            </p:nvSpPr>
            <p:spPr>
              <a:xfrm>
                <a:off x="668834" y="1044470"/>
                <a:ext cx="2011680" cy="337185"/>
              </a:xfrm>
              <a:prstGeom prst="rect">
                <a:avLst/>
              </a:prstGeom>
            </p:spPr>
            <p:txBody>
              <a:bodyPr wrap="none">
                <a:spAutoFit/>
              </a:bodyPr>
              <a:lstStyle/>
              <a:p>
                <a:r>
                  <a:rPr lang="zh-CN" altLang="en-US" sz="1600" b="1" dirty="0">
                    <a:solidFill>
                      <a:schemeClr val="bg1"/>
                    </a:solidFill>
                  </a:rPr>
                  <a:t>研究对象与研究内容</a:t>
                </a:r>
                <a:endParaRPr lang="zh-CN" altLang="en-US" sz="1600" dirty="0">
                  <a:solidFill>
                    <a:schemeClr val="bg1">
                      <a:alpha val="35000"/>
                    </a:schemeClr>
                  </a:solidFill>
                </a:endParaRPr>
              </a:p>
            </p:txBody>
          </p:sp>
          <p:sp>
            <p:nvSpPr>
              <p:cNvPr id="1048829"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79" name="组合 19"/>
          <p:cNvGrpSpPr/>
          <p:nvPr userDrawn="1"/>
        </p:nvGrpSpPr>
        <p:grpSpPr>
          <a:xfrm>
            <a:off x="142834" y="3125685"/>
            <a:ext cx="2464614" cy="461665"/>
            <a:chOff x="215900" y="982915"/>
            <a:chExt cx="2464614" cy="461665"/>
          </a:xfrm>
        </p:grpSpPr>
        <p:cxnSp>
          <p:nvCxnSpPr>
            <p:cNvPr id="3145744" name="直接连接符 20"/>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0" name="组合 21"/>
            <p:cNvGrpSpPr/>
            <p:nvPr/>
          </p:nvGrpSpPr>
          <p:grpSpPr>
            <a:xfrm>
              <a:off x="215900" y="982915"/>
              <a:ext cx="2464614" cy="461665"/>
              <a:chOff x="215900" y="982915"/>
              <a:chExt cx="2464614" cy="461665"/>
            </a:xfrm>
          </p:grpSpPr>
          <p:sp>
            <p:nvSpPr>
              <p:cNvPr id="1048830" name="矩形 22"/>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31" name="矩形 23"/>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32"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81" name="组合 25"/>
          <p:cNvGrpSpPr/>
          <p:nvPr userDrawn="1"/>
        </p:nvGrpSpPr>
        <p:grpSpPr>
          <a:xfrm>
            <a:off x="142834" y="3759893"/>
            <a:ext cx="2459517" cy="461665"/>
            <a:chOff x="215900" y="982915"/>
            <a:chExt cx="2459517" cy="461665"/>
          </a:xfrm>
        </p:grpSpPr>
        <p:cxnSp>
          <p:nvCxnSpPr>
            <p:cNvPr id="3145745" name="直接连接符 26"/>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2" name="组合 27"/>
            <p:cNvGrpSpPr/>
            <p:nvPr/>
          </p:nvGrpSpPr>
          <p:grpSpPr>
            <a:xfrm>
              <a:off x="215900" y="982915"/>
              <a:ext cx="2459517" cy="461665"/>
              <a:chOff x="215900" y="982915"/>
              <a:chExt cx="2459517" cy="461665"/>
            </a:xfrm>
          </p:grpSpPr>
          <p:sp>
            <p:nvSpPr>
              <p:cNvPr id="1048833" name="矩形 28"/>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34" name="矩形 29"/>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35"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83" name="组合 31"/>
          <p:cNvGrpSpPr/>
          <p:nvPr userDrawn="1"/>
        </p:nvGrpSpPr>
        <p:grpSpPr>
          <a:xfrm>
            <a:off x="142834" y="4394101"/>
            <a:ext cx="2464614" cy="461665"/>
            <a:chOff x="215900" y="982915"/>
            <a:chExt cx="2464614" cy="461665"/>
          </a:xfrm>
        </p:grpSpPr>
        <p:cxnSp>
          <p:nvCxnSpPr>
            <p:cNvPr id="3145746" name="直接连接符 32"/>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4" name="组合 33"/>
            <p:cNvGrpSpPr/>
            <p:nvPr/>
          </p:nvGrpSpPr>
          <p:grpSpPr>
            <a:xfrm>
              <a:off x="215900" y="982915"/>
              <a:ext cx="2464614" cy="461665"/>
              <a:chOff x="215900" y="982915"/>
              <a:chExt cx="2464614" cy="461665"/>
            </a:xfrm>
          </p:grpSpPr>
          <p:sp>
            <p:nvSpPr>
              <p:cNvPr id="1048836" name="矩形 34"/>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37" name="矩形 35"/>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38"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39" name="矩形 55"/>
          <p:cNvSpPr/>
          <p:nvPr userDrawn="1"/>
        </p:nvSpPr>
        <p:spPr>
          <a:xfrm>
            <a:off x="441781" y="93061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40" name="箭头: 燕尾形 56"/>
          <p:cNvSpPr/>
          <p:nvPr userDrawn="1"/>
        </p:nvSpPr>
        <p:spPr>
          <a:xfrm rot="5400000">
            <a:off x="1235551" y="154108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1048841" name="矩形 85"/>
          <p:cNvSpPr/>
          <p:nvPr userDrawn="1"/>
        </p:nvSpPr>
        <p:spPr>
          <a:xfrm>
            <a:off x="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6" name="组合 86"/>
          <p:cNvGrpSpPr/>
          <p:nvPr userDrawn="1"/>
        </p:nvGrpSpPr>
        <p:grpSpPr>
          <a:xfrm>
            <a:off x="118069" y="2199534"/>
            <a:ext cx="2464614" cy="461665"/>
            <a:chOff x="215900" y="982915"/>
            <a:chExt cx="2464614" cy="461665"/>
          </a:xfrm>
        </p:grpSpPr>
        <p:cxnSp>
          <p:nvCxnSpPr>
            <p:cNvPr id="314574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7" name="组合 88"/>
            <p:cNvGrpSpPr/>
            <p:nvPr/>
          </p:nvGrpSpPr>
          <p:grpSpPr>
            <a:xfrm>
              <a:off x="215900" y="982915"/>
              <a:ext cx="2464614" cy="460375"/>
              <a:chOff x="215900" y="982915"/>
              <a:chExt cx="2464614" cy="460375"/>
            </a:xfrm>
          </p:grpSpPr>
          <p:sp>
            <p:nvSpPr>
              <p:cNvPr id="1048842" name="矩形 89"/>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43" name="矩形 90"/>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研究背景与立项依据</a:t>
                </a:r>
              </a:p>
            </p:txBody>
          </p:sp>
          <p:sp>
            <p:nvSpPr>
              <p:cNvPr id="1048844"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88" name="组合 92"/>
          <p:cNvGrpSpPr/>
          <p:nvPr userDrawn="1"/>
        </p:nvGrpSpPr>
        <p:grpSpPr>
          <a:xfrm>
            <a:off x="118069" y="2833742"/>
            <a:ext cx="2663220" cy="461665"/>
            <a:chOff x="215900" y="982915"/>
            <a:chExt cx="2663220" cy="461665"/>
          </a:xfrm>
        </p:grpSpPr>
        <p:cxnSp>
          <p:nvCxnSpPr>
            <p:cNvPr id="314574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9" name="组合 94"/>
            <p:cNvGrpSpPr/>
            <p:nvPr/>
          </p:nvGrpSpPr>
          <p:grpSpPr>
            <a:xfrm>
              <a:off x="215900" y="982915"/>
              <a:ext cx="2663220" cy="461665"/>
              <a:chOff x="215900" y="982915"/>
              <a:chExt cx="2663220" cy="461665"/>
            </a:xfrm>
          </p:grpSpPr>
          <p:sp>
            <p:nvSpPr>
              <p:cNvPr id="1048845"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46"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47"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0" name="组合 98"/>
          <p:cNvGrpSpPr/>
          <p:nvPr userDrawn="1"/>
        </p:nvGrpSpPr>
        <p:grpSpPr>
          <a:xfrm>
            <a:off x="118069" y="3467950"/>
            <a:ext cx="2464614" cy="461665"/>
            <a:chOff x="215900" y="982915"/>
            <a:chExt cx="2464614" cy="461665"/>
          </a:xfrm>
        </p:grpSpPr>
        <p:cxnSp>
          <p:nvCxnSpPr>
            <p:cNvPr id="314574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1" name="组合 100"/>
            <p:cNvGrpSpPr/>
            <p:nvPr/>
          </p:nvGrpSpPr>
          <p:grpSpPr>
            <a:xfrm>
              <a:off x="215900" y="982915"/>
              <a:ext cx="2464614" cy="461665"/>
              <a:chOff x="215900" y="982915"/>
              <a:chExt cx="2464614" cy="461665"/>
            </a:xfrm>
          </p:grpSpPr>
          <p:sp>
            <p:nvSpPr>
              <p:cNvPr id="1048848"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49"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50"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2" name="组合 104"/>
          <p:cNvGrpSpPr/>
          <p:nvPr userDrawn="1"/>
        </p:nvGrpSpPr>
        <p:grpSpPr>
          <a:xfrm>
            <a:off x="118069" y="4102158"/>
            <a:ext cx="2311400" cy="461665"/>
            <a:chOff x="215900" y="982915"/>
            <a:chExt cx="2311400" cy="461665"/>
          </a:xfrm>
        </p:grpSpPr>
        <p:cxnSp>
          <p:nvCxnSpPr>
            <p:cNvPr id="314575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3" name="组合 106"/>
            <p:cNvGrpSpPr/>
            <p:nvPr/>
          </p:nvGrpSpPr>
          <p:grpSpPr>
            <a:xfrm>
              <a:off x="215900" y="982915"/>
              <a:ext cx="2261414" cy="460375"/>
              <a:chOff x="215900" y="982915"/>
              <a:chExt cx="2261414" cy="460375"/>
            </a:xfrm>
          </p:grpSpPr>
          <p:sp>
            <p:nvSpPr>
              <p:cNvPr id="1048851" name="矩形 107"/>
              <p:cNvSpPr/>
              <p:nvPr/>
            </p:nvSpPr>
            <p:spPr>
              <a:xfrm>
                <a:off x="215900" y="982915"/>
                <a:ext cx="335280"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4</a:t>
                </a:r>
                <a:endParaRPr lang="en-US" altLang="zh-CN" sz="2400" dirty="0">
                  <a:solidFill>
                    <a:schemeClr val="bg1"/>
                  </a:solidFill>
                  <a:latin typeface="Impact" panose="020B0806030902050204" pitchFamily="34" charset="0"/>
                  <a:cs typeface="+mn-ea"/>
                </a:endParaRPr>
              </a:p>
            </p:txBody>
          </p:sp>
          <p:sp>
            <p:nvSpPr>
              <p:cNvPr id="1048852" name="矩形 108"/>
              <p:cNvSpPr/>
              <p:nvPr/>
            </p:nvSpPr>
            <p:spPr>
              <a:xfrm>
                <a:off x="668834" y="1044470"/>
                <a:ext cx="1808480" cy="337185"/>
              </a:xfrm>
              <a:prstGeom prst="rect">
                <a:avLst/>
              </a:prstGeom>
            </p:spPr>
            <p:txBody>
              <a:bodyPr wrap="none">
                <a:spAutoFit/>
              </a:bodyPr>
              <a:lstStyle/>
              <a:p>
                <a:pPr algn="l">
                  <a:buClrTx/>
                  <a:buSzTx/>
                  <a:buFontTx/>
                </a:pPr>
                <a:r>
                  <a:rPr lang="zh-CN" altLang="en-US" sz="1600" b="1" dirty="0">
                    <a:solidFill>
                      <a:schemeClr val="bg1"/>
                    </a:solidFill>
                  </a:rPr>
                  <a:t>重难点与创新之处</a:t>
                </a:r>
              </a:p>
            </p:txBody>
          </p:sp>
          <p:sp>
            <p:nvSpPr>
              <p:cNvPr id="1048853"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4" name="组合 110"/>
          <p:cNvGrpSpPr/>
          <p:nvPr userDrawn="1"/>
        </p:nvGrpSpPr>
        <p:grpSpPr>
          <a:xfrm>
            <a:off x="118069" y="4736366"/>
            <a:ext cx="2464614" cy="461665"/>
            <a:chOff x="215900" y="982915"/>
            <a:chExt cx="2464614" cy="461665"/>
          </a:xfrm>
        </p:grpSpPr>
        <p:cxnSp>
          <p:nvCxnSpPr>
            <p:cNvPr id="314575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5" name="组合 112"/>
            <p:cNvGrpSpPr/>
            <p:nvPr/>
          </p:nvGrpSpPr>
          <p:grpSpPr>
            <a:xfrm>
              <a:off x="215900" y="982915"/>
              <a:ext cx="2464614" cy="461665"/>
              <a:chOff x="215900" y="982915"/>
              <a:chExt cx="2464614" cy="461665"/>
            </a:xfrm>
          </p:grpSpPr>
          <p:sp>
            <p:nvSpPr>
              <p:cNvPr id="1048854"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55"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56"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57" name="矩形 116"/>
          <p:cNvSpPr/>
          <p:nvPr userDrawn="1"/>
        </p:nvSpPr>
        <p:spPr>
          <a:xfrm>
            <a:off x="429081" y="130272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58" name="箭头: 燕尾形 56"/>
          <p:cNvSpPr/>
          <p:nvPr userDrawn="1"/>
        </p:nvSpPr>
        <p:spPr>
          <a:xfrm rot="5400000">
            <a:off x="1222851" y="191319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048859" name="矩形 103"/>
          <p:cNvSpPr/>
          <p:nvPr userDrawn="1"/>
        </p:nvSpPr>
        <p:spPr>
          <a:xfrm>
            <a:off x="-19685"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7" name="组合 104"/>
          <p:cNvGrpSpPr/>
          <p:nvPr userDrawn="1"/>
        </p:nvGrpSpPr>
        <p:grpSpPr>
          <a:xfrm>
            <a:off x="143469" y="2113809"/>
            <a:ext cx="2464614" cy="461665"/>
            <a:chOff x="215900" y="982915"/>
            <a:chExt cx="2464614" cy="461665"/>
          </a:xfrm>
        </p:grpSpPr>
        <p:cxnSp>
          <p:nvCxnSpPr>
            <p:cNvPr id="3145752"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8" name="组合 106"/>
            <p:cNvGrpSpPr/>
            <p:nvPr/>
          </p:nvGrpSpPr>
          <p:grpSpPr>
            <a:xfrm>
              <a:off x="215900" y="982915"/>
              <a:ext cx="2464614" cy="460375"/>
              <a:chOff x="215900" y="982915"/>
              <a:chExt cx="2464614" cy="460375"/>
            </a:xfrm>
          </p:grpSpPr>
          <p:sp>
            <p:nvSpPr>
              <p:cNvPr id="1048860" name="矩形 107"/>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61" name="矩形 108"/>
              <p:cNvSpPr/>
              <p:nvPr/>
            </p:nvSpPr>
            <p:spPr>
              <a:xfrm>
                <a:off x="668834" y="1044470"/>
                <a:ext cx="2011680" cy="337185"/>
              </a:xfrm>
              <a:prstGeom prst="rect">
                <a:avLst/>
              </a:prstGeom>
            </p:spPr>
            <p:txBody>
              <a:bodyPr wrap="none">
                <a:spAutoFit/>
              </a:bodyPr>
              <a:lstStyle/>
              <a:p>
                <a:pPr algn="l">
                  <a:buClrTx/>
                  <a:buSzTx/>
                  <a:buFontTx/>
                </a:pPr>
                <a:r>
                  <a:rPr lang="zh-CN" altLang="en-US" sz="1600" dirty="0">
                    <a:solidFill>
                      <a:schemeClr val="bg1">
                        <a:alpha val="35000"/>
                      </a:schemeClr>
                    </a:solidFill>
                  </a:rPr>
                  <a:t>研究背景与立项依据</a:t>
                </a:r>
              </a:p>
            </p:txBody>
          </p:sp>
          <p:sp>
            <p:nvSpPr>
              <p:cNvPr id="1048862"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99" name="组合 110"/>
          <p:cNvGrpSpPr/>
          <p:nvPr userDrawn="1"/>
        </p:nvGrpSpPr>
        <p:grpSpPr>
          <a:xfrm>
            <a:off x="143469" y="2748017"/>
            <a:ext cx="2663220" cy="461665"/>
            <a:chOff x="215900" y="982915"/>
            <a:chExt cx="2663220" cy="461665"/>
          </a:xfrm>
        </p:grpSpPr>
        <p:cxnSp>
          <p:nvCxnSpPr>
            <p:cNvPr id="3145753"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0" name="组合 112"/>
            <p:cNvGrpSpPr/>
            <p:nvPr/>
          </p:nvGrpSpPr>
          <p:grpSpPr>
            <a:xfrm>
              <a:off x="215900" y="982915"/>
              <a:ext cx="2663220" cy="461665"/>
              <a:chOff x="215900" y="982915"/>
              <a:chExt cx="2663220" cy="461665"/>
            </a:xfrm>
          </p:grpSpPr>
          <p:sp>
            <p:nvSpPr>
              <p:cNvPr id="1048863" name="矩形 113"/>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64" name="矩形 114"/>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65"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1" name="组合 116"/>
          <p:cNvGrpSpPr/>
          <p:nvPr userDrawn="1"/>
        </p:nvGrpSpPr>
        <p:grpSpPr>
          <a:xfrm>
            <a:off x="143469" y="3382225"/>
            <a:ext cx="2464614" cy="461665"/>
            <a:chOff x="215900" y="982915"/>
            <a:chExt cx="2464614" cy="461665"/>
          </a:xfrm>
        </p:grpSpPr>
        <p:cxnSp>
          <p:nvCxnSpPr>
            <p:cNvPr id="3145754" name="直接连接符 11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2" name="组合 118"/>
            <p:cNvGrpSpPr/>
            <p:nvPr/>
          </p:nvGrpSpPr>
          <p:grpSpPr>
            <a:xfrm>
              <a:off x="215900" y="982915"/>
              <a:ext cx="2464614" cy="460375"/>
              <a:chOff x="215900" y="982915"/>
              <a:chExt cx="2464614" cy="460375"/>
            </a:xfrm>
          </p:grpSpPr>
          <p:sp>
            <p:nvSpPr>
              <p:cNvPr id="1048866" name="矩形 119"/>
              <p:cNvSpPr/>
              <p:nvPr/>
            </p:nvSpPr>
            <p:spPr>
              <a:xfrm>
                <a:off x="215900" y="982915"/>
                <a:ext cx="344805"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3</a:t>
                </a:r>
                <a:endParaRPr lang="en-US" altLang="zh-CN" sz="2400" dirty="0">
                  <a:solidFill>
                    <a:schemeClr val="bg1"/>
                  </a:solidFill>
                  <a:latin typeface="Impact" panose="020B0806030902050204" pitchFamily="34" charset="0"/>
                  <a:cs typeface="+mn-ea"/>
                </a:endParaRPr>
              </a:p>
            </p:txBody>
          </p:sp>
          <p:sp>
            <p:nvSpPr>
              <p:cNvPr id="1048867" name="矩形 120"/>
              <p:cNvSpPr/>
              <p:nvPr/>
            </p:nvSpPr>
            <p:spPr>
              <a:xfrm>
                <a:off x="668834" y="1044470"/>
                <a:ext cx="2011680" cy="337185"/>
              </a:xfrm>
              <a:prstGeom prst="rect">
                <a:avLst/>
              </a:prstGeom>
            </p:spPr>
            <p:txBody>
              <a:bodyPr wrap="none">
                <a:spAutoFit/>
              </a:bodyPr>
              <a:lstStyle/>
              <a:p>
                <a:r>
                  <a:rPr lang="zh-CN" altLang="en-US" sz="1600" b="1" dirty="0">
                    <a:solidFill>
                      <a:schemeClr val="bg1"/>
                    </a:solidFill>
                  </a:rPr>
                  <a:t>核心方法与技术路线</a:t>
                </a:r>
              </a:p>
            </p:txBody>
          </p:sp>
          <p:sp>
            <p:nvSpPr>
              <p:cNvPr id="1048868"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3" name="组合 122"/>
          <p:cNvGrpSpPr/>
          <p:nvPr userDrawn="1"/>
        </p:nvGrpSpPr>
        <p:grpSpPr>
          <a:xfrm>
            <a:off x="143469" y="4016433"/>
            <a:ext cx="2459517" cy="461665"/>
            <a:chOff x="215900" y="982915"/>
            <a:chExt cx="2459517" cy="461665"/>
          </a:xfrm>
        </p:grpSpPr>
        <p:cxnSp>
          <p:nvCxnSpPr>
            <p:cNvPr id="3145755" name="直接连接符 12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4" name="组合 124"/>
            <p:cNvGrpSpPr/>
            <p:nvPr/>
          </p:nvGrpSpPr>
          <p:grpSpPr>
            <a:xfrm>
              <a:off x="215900" y="982915"/>
              <a:ext cx="2459517" cy="461665"/>
              <a:chOff x="215900" y="982915"/>
              <a:chExt cx="2459517" cy="461665"/>
            </a:xfrm>
          </p:grpSpPr>
          <p:sp>
            <p:nvSpPr>
              <p:cNvPr id="1048869" name="矩形 12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70" name="矩形 126"/>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71"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5" name="组合 128"/>
          <p:cNvGrpSpPr/>
          <p:nvPr userDrawn="1"/>
        </p:nvGrpSpPr>
        <p:grpSpPr>
          <a:xfrm>
            <a:off x="143469" y="4650641"/>
            <a:ext cx="2464614" cy="461665"/>
            <a:chOff x="215900" y="982915"/>
            <a:chExt cx="2464614" cy="461665"/>
          </a:xfrm>
        </p:grpSpPr>
        <p:cxnSp>
          <p:nvCxnSpPr>
            <p:cNvPr id="3145756" name="直接连接符 12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6" name="组合 130"/>
            <p:cNvGrpSpPr/>
            <p:nvPr/>
          </p:nvGrpSpPr>
          <p:grpSpPr>
            <a:xfrm>
              <a:off x="215900" y="982915"/>
              <a:ext cx="2464614" cy="461665"/>
              <a:chOff x="215900" y="982915"/>
              <a:chExt cx="2464614" cy="461665"/>
            </a:xfrm>
          </p:grpSpPr>
          <p:sp>
            <p:nvSpPr>
              <p:cNvPr id="1048872" name="矩形 131"/>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73" name="矩形 13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74"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75" name="矩形 134"/>
          <p:cNvSpPr/>
          <p:nvPr userDrawn="1"/>
        </p:nvSpPr>
        <p:spPr>
          <a:xfrm>
            <a:off x="454481" y="1216998"/>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76" name="箭头: 燕尾形 56"/>
          <p:cNvSpPr/>
          <p:nvPr userDrawn="1"/>
        </p:nvSpPr>
        <p:spPr>
          <a:xfrm rot="5400000">
            <a:off x="1248251" y="1827469"/>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1048782"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2" name="组合 86"/>
          <p:cNvGrpSpPr/>
          <p:nvPr userDrawn="1"/>
        </p:nvGrpSpPr>
        <p:grpSpPr>
          <a:xfrm>
            <a:off x="96479" y="2082694"/>
            <a:ext cx="2464614" cy="461665"/>
            <a:chOff x="215900" y="982915"/>
            <a:chExt cx="2464614" cy="461665"/>
          </a:xfrm>
        </p:grpSpPr>
        <p:cxnSp>
          <p:nvCxnSpPr>
            <p:cNvPr id="3145732"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3" name="组合 88"/>
            <p:cNvGrpSpPr/>
            <p:nvPr/>
          </p:nvGrpSpPr>
          <p:grpSpPr>
            <a:xfrm>
              <a:off x="215900" y="982915"/>
              <a:ext cx="2464614" cy="460375"/>
              <a:chOff x="215900" y="982915"/>
              <a:chExt cx="2464614" cy="460375"/>
            </a:xfrm>
          </p:grpSpPr>
          <p:sp>
            <p:nvSpPr>
              <p:cNvPr id="1048783" name="矩形 89"/>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784" name="矩形 90"/>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研究背景与立项依据</a:t>
                </a:r>
              </a:p>
            </p:txBody>
          </p:sp>
          <p:sp>
            <p:nvSpPr>
              <p:cNvPr id="1048785"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54" name="组合 92"/>
          <p:cNvGrpSpPr/>
          <p:nvPr userDrawn="1"/>
        </p:nvGrpSpPr>
        <p:grpSpPr>
          <a:xfrm>
            <a:off x="96479" y="2716902"/>
            <a:ext cx="2663220" cy="461665"/>
            <a:chOff x="215900" y="982915"/>
            <a:chExt cx="2663220" cy="461665"/>
          </a:xfrm>
        </p:grpSpPr>
        <p:cxnSp>
          <p:nvCxnSpPr>
            <p:cNvPr id="3145733"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5" name="组合 94"/>
            <p:cNvGrpSpPr/>
            <p:nvPr/>
          </p:nvGrpSpPr>
          <p:grpSpPr>
            <a:xfrm>
              <a:off x="215900" y="982915"/>
              <a:ext cx="2663220" cy="461665"/>
              <a:chOff x="215900" y="982915"/>
              <a:chExt cx="2663220" cy="461665"/>
            </a:xfrm>
          </p:grpSpPr>
          <p:sp>
            <p:nvSpPr>
              <p:cNvPr id="1048786"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787"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788"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56" name="组合 98"/>
          <p:cNvGrpSpPr/>
          <p:nvPr userDrawn="1"/>
        </p:nvGrpSpPr>
        <p:grpSpPr>
          <a:xfrm>
            <a:off x="96479" y="3351110"/>
            <a:ext cx="2464614" cy="461665"/>
            <a:chOff x="215900" y="982915"/>
            <a:chExt cx="2464614" cy="461665"/>
          </a:xfrm>
        </p:grpSpPr>
        <p:cxnSp>
          <p:nvCxnSpPr>
            <p:cNvPr id="3145734"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7" name="组合 100"/>
            <p:cNvGrpSpPr/>
            <p:nvPr/>
          </p:nvGrpSpPr>
          <p:grpSpPr>
            <a:xfrm>
              <a:off x="215900" y="982915"/>
              <a:ext cx="2464614" cy="461665"/>
              <a:chOff x="215900" y="982915"/>
              <a:chExt cx="2464614" cy="461665"/>
            </a:xfrm>
          </p:grpSpPr>
          <p:sp>
            <p:nvSpPr>
              <p:cNvPr id="1048789"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790"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791"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58" name="组合 104"/>
          <p:cNvGrpSpPr/>
          <p:nvPr userDrawn="1"/>
        </p:nvGrpSpPr>
        <p:grpSpPr>
          <a:xfrm>
            <a:off x="96479" y="3985318"/>
            <a:ext cx="2459517" cy="461665"/>
            <a:chOff x="215900" y="982915"/>
            <a:chExt cx="2459517" cy="461665"/>
          </a:xfrm>
        </p:grpSpPr>
        <p:cxnSp>
          <p:nvCxnSpPr>
            <p:cNvPr id="3145735"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9" name="组合 106"/>
            <p:cNvGrpSpPr/>
            <p:nvPr/>
          </p:nvGrpSpPr>
          <p:grpSpPr>
            <a:xfrm>
              <a:off x="215900" y="982915"/>
              <a:ext cx="2459517" cy="461665"/>
              <a:chOff x="215900" y="982915"/>
              <a:chExt cx="2459517" cy="461665"/>
            </a:xfrm>
          </p:grpSpPr>
          <p:sp>
            <p:nvSpPr>
              <p:cNvPr id="1048792"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793"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794"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0" name="组合 110"/>
          <p:cNvGrpSpPr/>
          <p:nvPr userDrawn="1"/>
        </p:nvGrpSpPr>
        <p:grpSpPr>
          <a:xfrm>
            <a:off x="96479" y="4619526"/>
            <a:ext cx="2464614" cy="461665"/>
            <a:chOff x="215900" y="982915"/>
            <a:chExt cx="2464614" cy="461665"/>
          </a:xfrm>
        </p:grpSpPr>
        <p:cxnSp>
          <p:nvCxnSpPr>
            <p:cNvPr id="3145736"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1" name="组合 112"/>
            <p:cNvGrpSpPr/>
            <p:nvPr/>
          </p:nvGrpSpPr>
          <p:grpSpPr>
            <a:xfrm>
              <a:off x="215900" y="982915"/>
              <a:ext cx="2464614" cy="460375"/>
              <a:chOff x="215900" y="982915"/>
              <a:chExt cx="2464614" cy="460375"/>
            </a:xfrm>
          </p:grpSpPr>
          <p:sp>
            <p:nvSpPr>
              <p:cNvPr id="1048795" name="矩形 113"/>
              <p:cNvSpPr/>
              <p:nvPr/>
            </p:nvSpPr>
            <p:spPr>
              <a:xfrm>
                <a:off x="215900" y="982915"/>
                <a:ext cx="346710"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5</a:t>
                </a:r>
                <a:endParaRPr lang="en-US" altLang="zh-CN" sz="2400" dirty="0">
                  <a:solidFill>
                    <a:schemeClr val="bg1"/>
                  </a:solidFill>
                  <a:latin typeface="Impact" panose="020B0806030902050204" pitchFamily="34" charset="0"/>
                  <a:cs typeface="+mn-ea"/>
                </a:endParaRPr>
              </a:p>
            </p:txBody>
          </p:sp>
          <p:sp>
            <p:nvSpPr>
              <p:cNvPr id="1048796" name="矩形 114"/>
              <p:cNvSpPr/>
              <p:nvPr/>
            </p:nvSpPr>
            <p:spPr>
              <a:xfrm>
                <a:off x="668834" y="1044470"/>
                <a:ext cx="2011680" cy="337185"/>
              </a:xfrm>
              <a:prstGeom prst="rect">
                <a:avLst/>
              </a:prstGeom>
            </p:spPr>
            <p:txBody>
              <a:bodyPr wrap="none">
                <a:spAutoFit/>
              </a:bodyPr>
              <a:lstStyle/>
              <a:p>
                <a:pPr algn="l">
                  <a:buClrTx/>
                  <a:buSzTx/>
                  <a:buFontTx/>
                </a:pPr>
                <a:r>
                  <a:rPr lang="zh-CN" altLang="en-US" sz="1600" b="1" dirty="0">
                    <a:solidFill>
                      <a:schemeClr val="bg1"/>
                    </a:solidFill>
                  </a:rPr>
                  <a:t>进度安排与预期成果</a:t>
                </a:r>
              </a:p>
            </p:txBody>
          </p:sp>
          <p:sp>
            <p:nvSpPr>
              <p:cNvPr id="1048797"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798" name="矩形 116"/>
          <p:cNvSpPr/>
          <p:nvPr userDrawn="1"/>
        </p:nvSpPr>
        <p:spPr>
          <a:xfrm>
            <a:off x="407491" y="118588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799" name="箭头: 燕尾形 56"/>
          <p:cNvSpPr/>
          <p:nvPr userDrawn="1"/>
        </p:nvSpPr>
        <p:spPr>
          <a:xfrm rot="5400000">
            <a:off x="1201261" y="179635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
        <p:nvSpPr>
          <p:cNvPr id="1048877"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8" name="组合 86"/>
          <p:cNvGrpSpPr/>
          <p:nvPr userDrawn="1"/>
        </p:nvGrpSpPr>
        <p:grpSpPr>
          <a:xfrm>
            <a:off x="107274" y="1327044"/>
            <a:ext cx="2663220" cy="461665"/>
            <a:chOff x="215900" y="982915"/>
            <a:chExt cx="2663220" cy="461665"/>
          </a:xfrm>
        </p:grpSpPr>
        <p:cxnSp>
          <p:nvCxnSpPr>
            <p:cNvPr id="314575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9" name="组合 88"/>
            <p:cNvGrpSpPr/>
            <p:nvPr/>
          </p:nvGrpSpPr>
          <p:grpSpPr>
            <a:xfrm>
              <a:off x="215900" y="982915"/>
              <a:ext cx="2663220" cy="461665"/>
              <a:chOff x="215900" y="982915"/>
              <a:chExt cx="2663220" cy="461665"/>
            </a:xfrm>
          </p:grpSpPr>
          <p:sp>
            <p:nvSpPr>
              <p:cNvPr id="1048878" name="矩形 89"/>
              <p:cNvSpPr/>
              <p:nvPr/>
            </p:nvSpPr>
            <p:spPr>
              <a:xfrm>
                <a:off x="215900" y="982915"/>
                <a:ext cx="301686" cy="461665"/>
              </a:xfrm>
              <a:prstGeom prst="rect">
                <a:avLst/>
              </a:prstGeom>
            </p:spPr>
            <p:txBody>
              <a:bodyPr wrap="none">
                <a:spAutoFit/>
              </a:bodyPr>
              <a:lstStyle/>
              <a:p>
                <a:r>
                  <a:rPr lang="en-US" altLang="zh-CN" sz="2400" dirty="0">
                    <a:solidFill>
                      <a:schemeClr val="bg1"/>
                    </a:solidFill>
                    <a:latin typeface="Impact" panose="020B0806030902050204" pitchFamily="34" charset="0"/>
                    <a:cs typeface="+mn-ea"/>
                    <a:sym typeface="+mn-lt"/>
                  </a:rPr>
                  <a:t>1</a:t>
                </a:r>
                <a:endParaRPr lang="zh-CN" altLang="en-US" sz="2400" dirty="0">
                  <a:solidFill>
                    <a:schemeClr val="bg1"/>
                  </a:solidFill>
                  <a:latin typeface="Impact" panose="020B0806030902050204" pitchFamily="34" charset="0"/>
                </a:endParaRPr>
              </a:p>
            </p:txBody>
          </p:sp>
          <p:sp>
            <p:nvSpPr>
              <p:cNvPr id="1048879" name="矩形 90"/>
              <p:cNvSpPr/>
              <p:nvPr/>
            </p:nvSpPr>
            <p:spPr>
              <a:xfrm>
                <a:off x="668834" y="1044470"/>
                <a:ext cx="2210286" cy="337185"/>
              </a:xfrm>
              <a:prstGeom prst="rect">
                <a:avLst/>
              </a:prstGeom>
            </p:spPr>
            <p:txBody>
              <a:bodyPr wrap="none">
                <a:spAutoFit/>
              </a:bodyPr>
              <a:lstStyle/>
              <a:p>
                <a:r>
                  <a:rPr lang="zh-CN" altLang="en-US" sz="1600" b="1" dirty="0">
                    <a:solidFill>
                      <a:schemeClr val="bg1"/>
                    </a:solidFill>
                  </a:rPr>
                  <a:t>研究背景与立项依据</a:t>
                </a:r>
                <a:endParaRPr lang="en-US" altLang="zh-CN" sz="1600" b="1" dirty="0">
                  <a:solidFill>
                    <a:schemeClr val="bg1"/>
                  </a:solidFill>
                </a:endParaRPr>
              </a:p>
            </p:txBody>
          </p:sp>
          <p:sp>
            <p:nvSpPr>
              <p:cNvPr id="1048880"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110" name="组合 92"/>
          <p:cNvGrpSpPr/>
          <p:nvPr userDrawn="1"/>
        </p:nvGrpSpPr>
        <p:grpSpPr>
          <a:xfrm>
            <a:off x="107274" y="1961252"/>
            <a:ext cx="2663220" cy="461665"/>
            <a:chOff x="215900" y="982915"/>
            <a:chExt cx="2663220" cy="461665"/>
          </a:xfrm>
        </p:grpSpPr>
        <p:cxnSp>
          <p:nvCxnSpPr>
            <p:cNvPr id="314575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1" name="组合 94"/>
            <p:cNvGrpSpPr/>
            <p:nvPr/>
          </p:nvGrpSpPr>
          <p:grpSpPr>
            <a:xfrm>
              <a:off x="215900" y="982915"/>
              <a:ext cx="2663220" cy="461665"/>
              <a:chOff x="215900" y="982915"/>
              <a:chExt cx="2663220" cy="461665"/>
            </a:xfrm>
          </p:grpSpPr>
          <p:sp>
            <p:nvSpPr>
              <p:cNvPr id="1048881"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82"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83"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2" name="组合 98"/>
          <p:cNvGrpSpPr/>
          <p:nvPr userDrawn="1"/>
        </p:nvGrpSpPr>
        <p:grpSpPr>
          <a:xfrm>
            <a:off x="107274" y="2595460"/>
            <a:ext cx="2464614" cy="461665"/>
            <a:chOff x="215900" y="982915"/>
            <a:chExt cx="2464614" cy="461665"/>
          </a:xfrm>
        </p:grpSpPr>
        <p:cxnSp>
          <p:nvCxnSpPr>
            <p:cNvPr id="314575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3" name="组合 100"/>
            <p:cNvGrpSpPr/>
            <p:nvPr/>
          </p:nvGrpSpPr>
          <p:grpSpPr>
            <a:xfrm>
              <a:off x="215900" y="982915"/>
              <a:ext cx="2464614" cy="461665"/>
              <a:chOff x="215900" y="982915"/>
              <a:chExt cx="2464614" cy="461665"/>
            </a:xfrm>
          </p:grpSpPr>
          <p:sp>
            <p:nvSpPr>
              <p:cNvPr id="1048884"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85"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86"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4" name="组合 104"/>
          <p:cNvGrpSpPr/>
          <p:nvPr userDrawn="1"/>
        </p:nvGrpSpPr>
        <p:grpSpPr>
          <a:xfrm>
            <a:off x="107274" y="3229668"/>
            <a:ext cx="2459517" cy="461665"/>
            <a:chOff x="215900" y="982915"/>
            <a:chExt cx="2459517" cy="461665"/>
          </a:xfrm>
        </p:grpSpPr>
        <p:cxnSp>
          <p:nvCxnSpPr>
            <p:cNvPr id="314576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5" name="组合 106"/>
            <p:cNvGrpSpPr/>
            <p:nvPr/>
          </p:nvGrpSpPr>
          <p:grpSpPr>
            <a:xfrm>
              <a:off x="215900" y="982915"/>
              <a:ext cx="2459517" cy="461665"/>
              <a:chOff x="215900" y="982915"/>
              <a:chExt cx="2459517" cy="461665"/>
            </a:xfrm>
          </p:grpSpPr>
          <p:sp>
            <p:nvSpPr>
              <p:cNvPr id="1048887"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88"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89"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6" name="组合 110"/>
          <p:cNvGrpSpPr/>
          <p:nvPr userDrawn="1"/>
        </p:nvGrpSpPr>
        <p:grpSpPr>
          <a:xfrm>
            <a:off x="107274" y="3863876"/>
            <a:ext cx="2464614" cy="461665"/>
            <a:chOff x="215900" y="982915"/>
            <a:chExt cx="2464614" cy="461665"/>
          </a:xfrm>
        </p:grpSpPr>
        <p:cxnSp>
          <p:nvCxnSpPr>
            <p:cNvPr id="314576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7" name="组合 112"/>
            <p:cNvGrpSpPr/>
            <p:nvPr/>
          </p:nvGrpSpPr>
          <p:grpSpPr>
            <a:xfrm>
              <a:off x="215900" y="982915"/>
              <a:ext cx="2464614" cy="461665"/>
              <a:chOff x="215900" y="982915"/>
              <a:chExt cx="2464614" cy="461665"/>
            </a:xfrm>
          </p:grpSpPr>
          <p:sp>
            <p:nvSpPr>
              <p:cNvPr id="1048890"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91"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92"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93" name="矩形 116"/>
          <p:cNvSpPr/>
          <p:nvPr userDrawn="1"/>
        </p:nvSpPr>
        <p:spPr>
          <a:xfrm>
            <a:off x="418286" y="43023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94" name="箭头: 燕尾形 56"/>
          <p:cNvSpPr/>
          <p:nvPr userDrawn="1"/>
        </p:nvSpPr>
        <p:spPr>
          <a:xfrm rot="5400000">
            <a:off x="1212056" y="104070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895"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1048896"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1048897" name="日期占位符 3"/>
          <p:cNvSpPr>
            <a:spLocks noGrp="1"/>
          </p:cNvSpPr>
          <p:nvPr>
            <p:ph type="dt" sz="half" idx="10"/>
          </p:nvPr>
        </p:nvSpPr>
        <p:spPr>
          <a:xfrm>
            <a:off x="838200" y="6356350"/>
            <a:ext cx="2743200" cy="365125"/>
          </a:xfrm>
          <a:prstGeom prst="rect">
            <a:avLst/>
          </a:prstGeom>
        </p:spPr>
        <p:txBody>
          <a:bodyPr/>
          <a:lstStyle/>
          <a:p>
            <a:fld id="{9B82AFC9-7D9A-4FD9-B772-845CA8F4F0F5}" type="datetimeFigureOut">
              <a:rPr lang="zh-CN" altLang="en-US" smtClean="0"/>
              <a:t>2025/10/29</a:t>
            </a:fld>
            <a:endParaRPr lang="zh-CN" altLang="en-US"/>
          </a:p>
        </p:txBody>
      </p:sp>
      <p:sp>
        <p:nvSpPr>
          <p:cNvPr id="1048898"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99" name="灯片编号占位符 5"/>
          <p:cNvSpPr>
            <a:spLocks noGrp="1"/>
          </p:cNvSpPr>
          <p:nvPr>
            <p:ph type="sldNum" sz="quarter" idx="12"/>
          </p:nvPr>
        </p:nvSpPr>
        <p:spPr>
          <a:xfrm>
            <a:off x="8610600" y="6356350"/>
            <a:ext cx="2743200" cy="365125"/>
          </a:xfrm>
          <a:prstGeom prst="rect">
            <a:avLst/>
          </a:prstGeom>
        </p:spPr>
        <p:txBody>
          <a:bodyPr/>
          <a:lstStyle/>
          <a:p>
            <a:fld id="{F88BD4B3-A4CF-4B7B-A8C7-820FC5A3D5B4}" type="slidenum">
              <a:rPr lang="zh-CN" altLang="en-US" smtClean="0"/>
              <a:t>‹#›</a:t>
            </a:fld>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818" name="日期占位符 1"/>
          <p:cNvSpPr>
            <a:spLocks noGrp="1"/>
          </p:cNvSpPr>
          <p:nvPr>
            <p:ph type="dt" sz="half" idx="10"/>
          </p:nvPr>
        </p:nvSpPr>
        <p:spPr>
          <a:xfrm>
            <a:off x="838200" y="6356350"/>
            <a:ext cx="2743200" cy="365125"/>
          </a:xfrm>
          <a:prstGeom prst="rect">
            <a:avLst/>
          </a:prstGeom>
        </p:spPr>
        <p:txBody>
          <a:bodyPr/>
          <a:lstStyle/>
          <a:p>
            <a:fld id="{9B82AFC9-7D9A-4FD9-B772-845CA8F4F0F5}" type="datetimeFigureOut">
              <a:rPr lang="zh-CN" altLang="en-US" smtClean="0"/>
              <a:t>2025/10/29</a:t>
            </a:fld>
            <a:endParaRPr lang="zh-CN" altLang="en-US"/>
          </a:p>
        </p:txBody>
      </p:sp>
      <p:sp>
        <p:nvSpPr>
          <p:cNvPr id="1048819"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20" name="灯片编号占位符 3"/>
          <p:cNvSpPr>
            <a:spLocks noGrp="1"/>
          </p:cNvSpPr>
          <p:nvPr>
            <p:ph type="sldNum" sz="quarter" idx="12"/>
          </p:nvPr>
        </p:nvSpPr>
        <p:spPr>
          <a:xfrm>
            <a:off x="8610600" y="6356350"/>
            <a:ext cx="2743200" cy="365125"/>
          </a:xfrm>
          <a:prstGeom prst="rect">
            <a:avLst/>
          </a:prstGeom>
        </p:spPr>
        <p:txBody>
          <a:bodyPr/>
          <a:lstStyle/>
          <a:p>
            <a:fld id="{F88BD4B3-A4CF-4B7B-A8C7-820FC5A3D5B4}" type="slidenum">
              <a:rPr lang="zh-CN" altLang="en-US" smtClean="0"/>
              <a:t>‹#›</a:t>
            </a:fld>
            <a:endParaRPr lang="zh-CN" altLang="en-US"/>
          </a:p>
        </p:txBody>
      </p:sp>
      <p:sp>
        <p:nvSpPr>
          <p:cNvPr id="1048821" name="任意多边形: 形状 4"/>
          <p:cNvSpPr/>
          <p:nvPr userDrawn="1"/>
        </p:nvSpPr>
        <p:spPr>
          <a:xfrm>
            <a:off x="359366" y="6735098"/>
            <a:ext cx="11488295" cy="122903"/>
          </a:xfrm>
          <a:custGeom>
            <a:avLst/>
            <a:gdLst>
              <a:gd name="connsiteX0" fmla="*/ 247791 w 11488295"/>
              <a:gd name="connsiteY0" fmla="*/ 0 h 122903"/>
              <a:gd name="connsiteX1" fmla="*/ 11240504 w 11488295"/>
              <a:gd name="connsiteY1" fmla="*/ 0 h 122903"/>
              <a:gd name="connsiteX2" fmla="*/ 11462895 w 11488295"/>
              <a:gd name="connsiteY2" fmla="*/ 92117 h 122903"/>
              <a:gd name="connsiteX3" fmla="*/ 11488295 w 11488295"/>
              <a:gd name="connsiteY3" fmla="*/ 122903 h 122903"/>
              <a:gd name="connsiteX4" fmla="*/ 0 w 11488295"/>
              <a:gd name="connsiteY4" fmla="*/ 122903 h 122903"/>
              <a:gd name="connsiteX5" fmla="*/ 25400 w 11488295"/>
              <a:gd name="connsiteY5" fmla="*/ 92117 h 122903"/>
              <a:gd name="connsiteX6" fmla="*/ 247791 w 11488295"/>
              <a:gd name="connsiteY6" fmla="*/ 0 h 122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88295" h="122903">
                <a:moveTo>
                  <a:pt x="247791" y="0"/>
                </a:moveTo>
                <a:lnTo>
                  <a:pt x="11240504" y="0"/>
                </a:lnTo>
                <a:cubicBezTo>
                  <a:pt x="11327353" y="0"/>
                  <a:pt x="11405980" y="35203"/>
                  <a:pt x="11462895" y="92117"/>
                </a:cubicBezTo>
                <a:lnTo>
                  <a:pt x="11488295" y="122903"/>
                </a:lnTo>
                <a:lnTo>
                  <a:pt x="0" y="122903"/>
                </a:lnTo>
                <a:lnTo>
                  <a:pt x="25400" y="92117"/>
                </a:lnTo>
                <a:cubicBezTo>
                  <a:pt x="82315" y="35203"/>
                  <a:pt x="160942" y="0"/>
                  <a:pt x="247791" y="0"/>
                </a:cubicBez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48822" name="任意多边形: 形状 5"/>
          <p:cNvSpPr/>
          <p:nvPr userDrawn="1"/>
        </p:nvSpPr>
        <p:spPr>
          <a:xfrm flipV="1">
            <a:off x="359366" y="-4"/>
            <a:ext cx="11488295" cy="122903"/>
          </a:xfrm>
          <a:custGeom>
            <a:avLst/>
            <a:gdLst>
              <a:gd name="connsiteX0" fmla="*/ 247791 w 11488295"/>
              <a:gd name="connsiteY0" fmla="*/ 0 h 122903"/>
              <a:gd name="connsiteX1" fmla="*/ 11240504 w 11488295"/>
              <a:gd name="connsiteY1" fmla="*/ 0 h 122903"/>
              <a:gd name="connsiteX2" fmla="*/ 11462895 w 11488295"/>
              <a:gd name="connsiteY2" fmla="*/ 92117 h 122903"/>
              <a:gd name="connsiteX3" fmla="*/ 11488295 w 11488295"/>
              <a:gd name="connsiteY3" fmla="*/ 122903 h 122903"/>
              <a:gd name="connsiteX4" fmla="*/ 0 w 11488295"/>
              <a:gd name="connsiteY4" fmla="*/ 122903 h 122903"/>
              <a:gd name="connsiteX5" fmla="*/ 25400 w 11488295"/>
              <a:gd name="connsiteY5" fmla="*/ 92117 h 122903"/>
              <a:gd name="connsiteX6" fmla="*/ 247791 w 11488295"/>
              <a:gd name="connsiteY6" fmla="*/ 0 h 122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88295" h="122903">
                <a:moveTo>
                  <a:pt x="247791" y="0"/>
                </a:moveTo>
                <a:lnTo>
                  <a:pt x="11240504" y="0"/>
                </a:lnTo>
                <a:cubicBezTo>
                  <a:pt x="11327353" y="0"/>
                  <a:pt x="11405980" y="35203"/>
                  <a:pt x="11462895" y="92117"/>
                </a:cubicBezTo>
                <a:lnTo>
                  <a:pt x="11488295" y="122903"/>
                </a:lnTo>
                <a:lnTo>
                  <a:pt x="0" y="122903"/>
                </a:lnTo>
                <a:lnTo>
                  <a:pt x="25400" y="92117"/>
                </a:lnTo>
                <a:cubicBezTo>
                  <a:pt x="82315" y="35203"/>
                  <a:pt x="160942" y="0"/>
                  <a:pt x="247791" y="0"/>
                </a:cubicBez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p:spTree>
      <p:nvGrpSpPr>
        <p:cNvPr id="1" name=""/>
        <p:cNvGrpSpPr/>
        <p:nvPr/>
      </p:nvGrpSpPr>
      <p:grpSpPr>
        <a:xfrm>
          <a:off x="0" y="0"/>
          <a:ext cx="0" cy="0"/>
          <a:chOff x="0" y="0"/>
          <a:chExt cx="0" cy="0"/>
        </a:xfrm>
      </p:grpSpPr>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634"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1048635"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1048800"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3" name="组合 86"/>
          <p:cNvGrpSpPr/>
          <p:nvPr userDrawn="1"/>
        </p:nvGrpSpPr>
        <p:grpSpPr>
          <a:xfrm>
            <a:off x="142834" y="2028719"/>
            <a:ext cx="2663220" cy="461665"/>
            <a:chOff x="215900" y="982915"/>
            <a:chExt cx="2663220" cy="461665"/>
          </a:xfrm>
        </p:grpSpPr>
        <p:cxnSp>
          <p:nvCxnSpPr>
            <p:cNvPr id="314573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4" name="组合 88"/>
            <p:cNvGrpSpPr/>
            <p:nvPr/>
          </p:nvGrpSpPr>
          <p:grpSpPr>
            <a:xfrm>
              <a:off x="215900" y="982915"/>
              <a:ext cx="2663220" cy="461665"/>
              <a:chOff x="215900" y="982915"/>
              <a:chExt cx="2663220" cy="461665"/>
            </a:xfrm>
          </p:grpSpPr>
          <p:sp>
            <p:nvSpPr>
              <p:cNvPr id="1048801" name="矩形 89"/>
              <p:cNvSpPr/>
              <p:nvPr/>
            </p:nvSpPr>
            <p:spPr>
              <a:xfrm>
                <a:off x="215900" y="982915"/>
                <a:ext cx="301686" cy="461665"/>
              </a:xfrm>
              <a:prstGeom prst="rect">
                <a:avLst/>
              </a:prstGeom>
            </p:spPr>
            <p:txBody>
              <a:bodyPr wrap="none">
                <a:spAutoFit/>
              </a:bodyPr>
              <a:lstStyle/>
              <a:p>
                <a:r>
                  <a:rPr lang="en-US" altLang="zh-CN" sz="2400" dirty="0">
                    <a:solidFill>
                      <a:schemeClr val="bg1"/>
                    </a:solidFill>
                    <a:latin typeface="Impact" panose="020B0806030902050204" pitchFamily="34" charset="0"/>
                    <a:cs typeface="+mn-ea"/>
                    <a:sym typeface="+mn-lt"/>
                  </a:rPr>
                  <a:t>1</a:t>
                </a:r>
                <a:endParaRPr lang="zh-CN" altLang="en-US" sz="2400" dirty="0">
                  <a:solidFill>
                    <a:schemeClr val="bg1"/>
                  </a:solidFill>
                  <a:latin typeface="Impact" panose="020B0806030902050204" pitchFamily="34" charset="0"/>
                </a:endParaRPr>
              </a:p>
            </p:txBody>
          </p:sp>
          <p:sp>
            <p:nvSpPr>
              <p:cNvPr id="1048802" name="矩形 90"/>
              <p:cNvSpPr/>
              <p:nvPr/>
            </p:nvSpPr>
            <p:spPr>
              <a:xfrm>
                <a:off x="668834" y="1044470"/>
                <a:ext cx="2210286" cy="337185"/>
              </a:xfrm>
              <a:prstGeom prst="rect">
                <a:avLst/>
              </a:prstGeom>
            </p:spPr>
            <p:txBody>
              <a:bodyPr wrap="none">
                <a:spAutoFit/>
              </a:bodyPr>
              <a:lstStyle/>
              <a:p>
                <a:r>
                  <a:rPr lang="zh-CN" altLang="en-US" sz="1600" b="1" dirty="0">
                    <a:solidFill>
                      <a:schemeClr val="bg1"/>
                    </a:solidFill>
                  </a:rPr>
                  <a:t>研究背景与立项依据</a:t>
                </a:r>
                <a:endParaRPr lang="en-US" altLang="zh-CN" sz="1600" b="1" dirty="0">
                  <a:solidFill>
                    <a:schemeClr val="bg1"/>
                  </a:solidFill>
                </a:endParaRPr>
              </a:p>
            </p:txBody>
          </p:sp>
          <p:sp>
            <p:nvSpPr>
              <p:cNvPr id="1048803"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65" name="组合 92"/>
          <p:cNvGrpSpPr/>
          <p:nvPr userDrawn="1"/>
        </p:nvGrpSpPr>
        <p:grpSpPr>
          <a:xfrm>
            <a:off x="142834" y="2662927"/>
            <a:ext cx="2663220" cy="461665"/>
            <a:chOff x="215900" y="982915"/>
            <a:chExt cx="2663220" cy="461665"/>
          </a:xfrm>
        </p:grpSpPr>
        <p:cxnSp>
          <p:nvCxnSpPr>
            <p:cNvPr id="314573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6" name="组合 94"/>
            <p:cNvGrpSpPr/>
            <p:nvPr/>
          </p:nvGrpSpPr>
          <p:grpSpPr>
            <a:xfrm>
              <a:off x="215900" y="982915"/>
              <a:ext cx="2663220" cy="461665"/>
              <a:chOff x="215900" y="982915"/>
              <a:chExt cx="2663220" cy="461665"/>
            </a:xfrm>
          </p:grpSpPr>
          <p:sp>
            <p:nvSpPr>
              <p:cNvPr id="1048804"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05"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06"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7" name="组合 98"/>
          <p:cNvGrpSpPr/>
          <p:nvPr userDrawn="1"/>
        </p:nvGrpSpPr>
        <p:grpSpPr>
          <a:xfrm>
            <a:off x="142834" y="3297135"/>
            <a:ext cx="2464614" cy="461665"/>
            <a:chOff x="215900" y="982915"/>
            <a:chExt cx="2464614" cy="461665"/>
          </a:xfrm>
        </p:grpSpPr>
        <p:cxnSp>
          <p:nvCxnSpPr>
            <p:cNvPr id="314573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8" name="组合 100"/>
            <p:cNvGrpSpPr/>
            <p:nvPr/>
          </p:nvGrpSpPr>
          <p:grpSpPr>
            <a:xfrm>
              <a:off x="215900" y="982915"/>
              <a:ext cx="2464614" cy="461665"/>
              <a:chOff x="215900" y="982915"/>
              <a:chExt cx="2464614" cy="461665"/>
            </a:xfrm>
          </p:grpSpPr>
          <p:sp>
            <p:nvSpPr>
              <p:cNvPr id="1048807"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08"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09"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9" name="组合 104"/>
          <p:cNvGrpSpPr/>
          <p:nvPr userDrawn="1"/>
        </p:nvGrpSpPr>
        <p:grpSpPr>
          <a:xfrm>
            <a:off x="142834" y="3931343"/>
            <a:ext cx="2459517" cy="461665"/>
            <a:chOff x="215900" y="982915"/>
            <a:chExt cx="2459517" cy="461665"/>
          </a:xfrm>
        </p:grpSpPr>
        <p:cxnSp>
          <p:nvCxnSpPr>
            <p:cNvPr id="314574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0" name="组合 106"/>
            <p:cNvGrpSpPr/>
            <p:nvPr/>
          </p:nvGrpSpPr>
          <p:grpSpPr>
            <a:xfrm>
              <a:off x="215900" y="982915"/>
              <a:ext cx="2459517" cy="461665"/>
              <a:chOff x="215900" y="982915"/>
              <a:chExt cx="2459517" cy="461665"/>
            </a:xfrm>
          </p:grpSpPr>
          <p:sp>
            <p:nvSpPr>
              <p:cNvPr id="1048810"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11"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12"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71" name="组合 110"/>
          <p:cNvGrpSpPr/>
          <p:nvPr userDrawn="1"/>
        </p:nvGrpSpPr>
        <p:grpSpPr>
          <a:xfrm>
            <a:off x="142834" y="4565551"/>
            <a:ext cx="2464614" cy="461665"/>
            <a:chOff x="215900" y="982915"/>
            <a:chExt cx="2464614" cy="461665"/>
          </a:xfrm>
        </p:grpSpPr>
        <p:cxnSp>
          <p:nvCxnSpPr>
            <p:cNvPr id="314574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2" name="组合 112"/>
            <p:cNvGrpSpPr/>
            <p:nvPr/>
          </p:nvGrpSpPr>
          <p:grpSpPr>
            <a:xfrm>
              <a:off x="215900" y="982915"/>
              <a:ext cx="2464614" cy="461665"/>
              <a:chOff x="215900" y="982915"/>
              <a:chExt cx="2464614" cy="461665"/>
            </a:xfrm>
          </p:grpSpPr>
          <p:sp>
            <p:nvSpPr>
              <p:cNvPr id="1048813"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14"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15"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16" name="矩形 116"/>
          <p:cNvSpPr/>
          <p:nvPr userDrawn="1"/>
        </p:nvSpPr>
        <p:spPr>
          <a:xfrm>
            <a:off x="385266" y="1004908"/>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17" name="箭头: 燕尾形 56"/>
          <p:cNvSpPr/>
          <p:nvPr userDrawn="1"/>
        </p:nvSpPr>
        <p:spPr>
          <a:xfrm rot="5400000">
            <a:off x="1179036" y="1615379"/>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048823" name="矩形 6"/>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 name="组合 7"/>
          <p:cNvGrpSpPr/>
          <p:nvPr userDrawn="1"/>
        </p:nvGrpSpPr>
        <p:grpSpPr>
          <a:xfrm>
            <a:off x="142834" y="1857269"/>
            <a:ext cx="2464614" cy="461665"/>
            <a:chOff x="215900" y="982915"/>
            <a:chExt cx="2464614" cy="461665"/>
          </a:xfrm>
        </p:grpSpPr>
        <p:cxnSp>
          <p:nvCxnSpPr>
            <p:cNvPr id="3145742" name="直接连接符 8"/>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6" name="组合 9"/>
            <p:cNvGrpSpPr/>
            <p:nvPr/>
          </p:nvGrpSpPr>
          <p:grpSpPr>
            <a:xfrm>
              <a:off x="215900" y="982915"/>
              <a:ext cx="2464614" cy="460375"/>
              <a:chOff x="215900" y="982915"/>
              <a:chExt cx="2464614" cy="460375"/>
            </a:xfrm>
          </p:grpSpPr>
          <p:sp>
            <p:nvSpPr>
              <p:cNvPr id="1048824" name="矩形 10"/>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25" name="矩形 11"/>
              <p:cNvSpPr/>
              <p:nvPr/>
            </p:nvSpPr>
            <p:spPr>
              <a:xfrm>
                <a:off x="668834" y="1044470"/>
                <a:ext cx="2011680" cy="337185"/>
              </a:xfrm>
              <a:prstGeom prst="rect">
                <a:avLst/>
              </a:prstGeom>
            </p:spPr>
            <p:txBody>
              <a:bodyPr wrap="none">
                <a:spAutoFit/>
              </a:bodyPr>
              <a:lstStyle/>
              <a:p>
                <a:pPr algn="l">
                  <a:buClrTx/>
                  <a:buSzTx/>
                  <a:buFontTx/>
                </a:pPr>
                <a:r>
                  <a:rPr lang="zh-CN" altLang="en-US" sz="1600" dirty="0">
                    <a:solidFill>
                      <a:schemeClr val="bg1">
                        <a:alpha val="35000"/>
                      </a:schemeClr>
                    </a:solidFill>
                  </a:rPr>
                  <a:t>研究背景与立项依据</a:t>
                </a:r>
              </a:p>
            </p:txBody>
          </p:sp>
          <p:sp>
            <p:nvSpPr>
              <p:cNvPr id="1048826"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77" name="组合 13"/>
          <p:cNvGrpSpPr/>
          <p:nvPr userDrawn="1"/>
        </p:nvGrpSpPr>
        <p:grpSpPr>
          <a:xfrm>
            <a:off x="142834" y="2491477"/>
            <a:ext cx="2464614" cy="461665"/>
            <a:chOff x="215900" y="982915"/>
            <a:chExt cx="2464614" cy="461665"/>
          </a:xfrm>
        </p:grpSpPr>
        <p:cxnSp>
          <p:nvCxnSpPr>
            <p:cNvPr id="3145743" name="直接连接符 14"/>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8" name="组合 15"/>
            <p:cNvGrpSpPr/>
            <p:nvPr/>
          </p:nvGrpSpPr>
          <p:grpSpPr>
            <a:xfrm>
              <a:off x="215900" y="982915"/>
              <a:ext cx="2464614" cy="460375"/>
              <a:chOff x="215900" y="982915"/>
              <a:chExt cx="2464614" cy="460375"/>
            </a:xfrm>
          </p:grpSpPr>
          <p:sp>
            <p:nvSpPr>
              <p:cNvPr id="1048827" name="矩形 16"/>
              <p:cNvSpPr/>
              <p:nvPr/>
            </p:nvSpPr>
            <p:spPr>
              <a:xfrm>
                <a:off x="215900" y="982915"/>
                <a:ext cx="335915"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2</a:t>
                </a:r>
                <a:endParaRPr lang="en-US" altLang="zh-CN" sz="2400" dirty="0">
                  <a:solidFill>
                    <a:schemeClr val="bg1"/>
                  </a:solidFill>
                  <a:latin typeface="Impact" panose="020B0806030902050204" pitchFamily="34" charset="0"/>
                  <a:cs typeface="+mn-ea"/>
                </a:endParaRPr>
              </a:p>
            </p:txBody>
          </p:sp>
          <p:sp>
            <p:nvSpPr>
              <p:cNvPr id="1048828" name="矩形 17"/>
              <p:cNvSpPr/>
              <p:nvPr/>
            </p:nvSpPr>
            <p:spPr>
              <a:xfrm>
                <a:off x="668834" y="1044470"/>
                <a:ext cx="2011680" cy="337185"/>
              </a:xfrm>
              <a:prstGeom prst="rect">
                <a:avLst/>
              </a:prstGeom>
            </p:spPr>
            <p:txBody>
              <a:bodyPr wrap="none">
                <a:spAutoFit/>
              </a:bodyPr>
              <a:lstStyle/>
              <a:p>
                <a:r>
                  <a:rPr lang="zh-CN" altLang="en-US" sz="1600" b="1" dirty="0">
                    <a:solidFill>
                      <a:schemeClr val="bg1"/>
                    </a:solidFill>
                  </a:rPr>
                  <a:t>研究对象与研究内容</a:t>
                </a:r>
                <a:endParaRPr lang="zh-CN" altLang="en-US" sz="1600" dirty="0">
                  <a:solidFill>
                    <a:schemeClr val="bg1">
                      <a:alpha val="35000"/>
                    </a:schemeClr>
                  </a:solidFill>
                </a:endParaRPr>
              </a:p>
            </p:txBody>
          </p:sp>
          <p:sp>
            <p:nvSpPr>
              <p:cNvPr id="1048829"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79" name="组合 19"/>
          <p:cNvGrpSpPr/>
          <p:nvPr userDrawn="1"/>
        </p:nvGrpSpPr>
        <p:grpSpPr>
          <a:xfrm>
            <a:off x="142834" y="3125685"/>
            <a:ext cx="2464614" cy="461665"/>
            <a:chOff x="215900" y="982915"/>
            <a:chExt cx="2464614" cy="461665"/>
          </a:xfrm>
        </p:grpSpPr>
        <p:cxnSp>
          <p:nvCxnSpPr>
            <p:cNvPr id="3145744" name="直接连接符 20"/>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0" name="组合 21"/>
            <p:cNvGrpSpPr/>
            <p:nvPr/>
          </p:nvGrpSpPr>
          <p:grpSpPr>
            <a:xfrm>
              <a:off x="215900" y="982915"/>
              <a:ext cx="2464614" cy="461665"/>
              <a:chOff x="215900" y="982915"/>
              <a:chExt cx="2464614" cy="461665"/>
            </a:xfrm>
          </p:grpSpPr>
          <p:sp>
            <p:nvSpPr>
              <p:cNvPr id="1048830" name="矩形 22"/>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31" name="矩形 23"/>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32"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81" name="组合 25"/>
          <p:cNvGrpSpPr/>
          <p:nvPr userDrawn="1"/>
        </p:nvGrpSpPr>
        <p:grpSpPr>
          <a:xfrm>
            <a:off x="142834" y="3759893"/>
            <a:ext cx="2459517" cy="461665"/>
            <a:chOff x="215900" y="982915"/>
            <a:chExt cx="2459517" cy="461665"/>
          </a:xfrm>
        </p:grpSpPr>
        <p:cxnSp>
          <p:nvCxnSpPr>
            <p:cNvPr id="3145745" name="直接连接符 26"/>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2" name="组合 27"/>
            <p:cNvGrpSpPr/>
            <p:nvPr/>
          </p:nvGrpSpPr>
          <p:grpSpPr>
            <a:xfrm>
              <a:off x="215900" y="982915"/>
              <a:ext cx="2459517" cy="461665"/>
              <a:chOff x="215900" y="982915"/>
              <a:chExt cx="2459517" cy="461665"/>
            </a:xfrm>
          </p:grpSpPr>
          <p:sp>
            <p:nvSpPr>
              <p:cNvPr id="1048833" name="矩形 28"/>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34" name="矩形 29"/>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35"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83" name="组合 31"/>
          <p:cNvGrpSpPr/>
          <p:nvPr userDrawn="1"/>
        </p:nvGrpSpPr>
        <p:grpSpPr>
          <a:xfrm>
            <a:off x="142834" y="4394101"/>
            <a:ext cx="2464614" cy="461665"/>
            <a:chOff x="215900" y="982915"/>
            <a:chExt cx="2464614" cy="461665"/>
          </a:xfrm>
        </p:grpSpPr>
        <p:cxnSp>
          <p:nvCxnSpPr>
            <p:cNvPr id="3145746" name="直接连接符 32"/>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4" name="组合 33"/>
            <p:cNvGrpSpPr/>
            <p:nvPr/>
          </p:nvGrpSpPr>
          <p:grpSpPr>
            <a:xfrm>
              <a:off x="215900" y="982915"/>
              <a:ext cx="2464614" cy="461665"/>
              <a:chOff x="215900" y="982915"/>
              <a:chExt cx="2464614" cy="461665"/>
            </a:xfrm>
          </p:grpSpPr>
          <p:sp>
            <p:nvSpPr>
              <p:cNvPr id="1048836" name="矩形 34"/>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37" name="矩形 35"/>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38"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39" name="矩形 55"/>
          <p:cNvSpPr/>
          <p:nvPr userDrawn="1"/>
        </p:nvSpPr>
        <p:spPr>
          <a:xfrm>
            <a:off x="441781" y="93061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40" name="箭头: 燕尾形 56"/>
          <p:cNvSpPr/>
          <p:nvPr userDrawn="1"/>
        </p:nvSpPr>
        <p:spPr>
          <a:xfrm rot="5400000">
            <a:off x="1235551" y="154108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1048841" name="矩形 85"/>
          <p:cNvSpPr/>
          <p:nvPr userDrawn="1"/>
        </p:nvSpPr>
        <p:spPr>
          <a:xfrm>
            <a:off x="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6" name="组合 86"/>
          <p:cNvGrpSpPr/>
          <p:nvPr userDrawn="1"/>
        </p:nvGrpSpPr>
        <p:grpSpPr>
          <a:xfrm>
            <a:off x="118069" y="2199534"/>
            <a:ext cx="2464614" cy="461665"/>
            <a:chOff x="215900" y="982915"/>
            <a:chExt cx="2464614" cy="461665"/>
          </a:xfrm>
        </p:grpSpPr>
        <p:cxnSp>
          <p:nvCxnSpPr>
            <p:cNvPr id="314574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7" name="组合 88"/>
            <p:cNvGrpSpPr/>
            <p:nvPr/>
          </p:nvGrpSpPr>
          <p:grpSpPr>
            <a:xfrm>
              <a:off x="215900" y="982915"/>
              <a:ext cx="2464614" cy="460375"/>
              <a:chOff x="215900" y="982915"/>
              <a:chExt cx="2464614" cy="460375"/>
            </a:xfrm>
          </p:grpSpPr>
          <p:sp>
            <p:nvSpPr>
              <p:cNvPr id="1048842" name="矩形 89"/>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43" name="矩形 90"/>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研究背景与立项依据</a:t>
                </a:r>
              </a:p>
            </p:txBody>
          </p:sp>
          <p:sp>
            <p:nvSpPr>
              <p:cNvPr id="1048844"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88" name="组合 92"/>
          <p:cNvGrpSpPr/>
          <p:nvPr userDrawn="1"/>
        </p:nvGrpSpPr>
        <p:grpSpPr>
          <a:xfrm>
            <a:off x="118069" y="2833742"/>
            <a:ext cx="2663220" cy="461665"/>
            <a:chOff x="215900" y="982915"/>
            <a:chExt cx="2663220" cy="461665"/>
          </a:xfrm>
        </p:grpSpPr>
        <p:cxnSp>
          <p:nvCxnSpPr>
            <p:cNvPr id="314574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89" name="组合 94"/>
            <p:cNvGrpSpPr/>
            <p:nvPr/>
          </p:nvGrpSpPr>
          <p:grpSpPr>
            <a:xfrm>
              <a:off x="215900" y="982915"/>
              <a:ext cx="2663220" cy="461665"/>
              <a:chOff x="215900" y="982915"/>
              <a:chExt cx="2663220" cy="461665"/>
            </a:xfrm>
          </p:grpSpPr>
          <p:sp>
            <p:nvSpPr>
              <p:cNvPr id="1048845"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46"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47"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0" name="组合 98"/>
          <p:cNvGrpSpPr/>
          <p:nvPr userDrawn="1"/>
        </p:nvGrpSpPr>
        <p:grpSpPr>
          <a:xfrm>
            <a:off x="118069" y="3467950"/>
            <a:ext cx="2464614" cy="461665"/>
            <a:chOff x="215900" y="982915"/>
            <a:chExt cx="2464614" cy="461665"/>
          </a:xfrm>
        </p:grpSpPr>
        <p:cxnSp>
          <p:nvCxnSpPr>
            <p:cNvPr id="314574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1" name="组合 100"/>
            <p:cNvGrpSpPr/>
            <p:nvPr/>
          </p:nvGrpSpPr>
          <p:grpSpPr>
            <a:xfrm>
              <a:off x="215900" y="982915"/>
              <a:ext cx="2464614" cy="461665"/>
              <a:chOff x="215900" y="982915"/>
              <a:chExt cx="2464614" cy="461665"/>
            </a:xfrm>
          </p:grpSpPr>
          <p:sp>
            <p:nvSpPr>
              <p:cNvPr id="1048848"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49"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50"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2" name="组合 104"/>
          <p:cNvGrpSpPr/>
          <p:nvPr userDrawn="1"/>
        </p:nvGrpSpPr>
        <p:grpSpPr>
          <a:xfrm>
            <a:off x="118069" y="4102158"/>
            <a:ext cx="2311400" cy="461665"/>
            <a:chOff x="215900" y="982915"/>
            <a:chExt cx="2311400" cy="461665"/>
          </a:xfrm>
        </p:grpSpPr>
        <p:cxnSp>
          <p:nvCxnSpPr>
            <p:cNvPr id="314575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3" name="组合 106"/>
            <p:cNvGrpSpPr/>
            <p:nvPr/>
          </p:nvGrpSpPr>
          <p:grpSpPr>
            <a:xfrm>
              <a:off x="215900" y="982915"/>
              <a:ext cx="2261414" cy="460375"/>
              <a:chOff x="215900" y="982915"/>
              <a:chExt cx="2261414" cy="460375"/>
            </a:xfrm>
          </p:grpSpPr>
          <p:sp>
            <p:nvSpPr>
              <p:cNvPr id="1048851" name="矩形 107"/>
              <p:cNvSpPr/>
              <p:nvPr/>
            </p:nvSpPr>
            <p:spPr>
              <a:xfrm>
                <a:off x="215900" y="982915"/>
                <a:ext cx="335280"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4</a:t>
                </a:r>
                <a:endParaRPr lang="en-US" altLang="zh-CN" sz="2400" dirty="0">
                  <a:solidFill>
                    <a:schemeClr val="bg1"/>
                  </a:solidFill>
                  <a:latin typeface="Impact" panose="020B0806030902050204" pitchFamily="34" charset="0"/>
                  <a:cs typeface="+mn-ea"/>
                </a:endParaRPr>
              </a:p>
            </p:txBody>
          </p:sp>
          <p:sp>
            <p:nvSpPr>
              <p:cNvPr id="1048852" name="矩形 108"/>
              <p:cNvSpPr/>
              <p:nvPr/>
            </p:nvSpPr>
            <p:spPr>
              <a:xfrm>
                <a:off x="668834" y="1044470"/>
                <a:ext cx="1808480" cy="337185"/>
              </a:xfrm>
              <a:prstGeom prst="rect">
                <a:avLst/>
              </a:prstGeom>
            </p:spPr>
            <p:txBody>
              <a:bodyPr wrap="none">
                <a:spAutoFit/>
              </a:bodyPr>
              <a:lstStyle/>
              <a:p>
                <a:pPr algn="l">
                  <a:buClrTx/>
                  <a:buSzTx/>
                  <a:buFontTx/>
                </a:pPr>
                <a:r>
                  <a:rPr lang="zh-CN" altLang="en-US" sz="1600" b="1" dirty="0">
                    <a:solidFill>
                      <a:schemeClr val="bg1"/>
                    </a:solidFill>
                  </a:rPr>
                  <a:t>重难点与创新之处</a:t>
                </a:r>
              </a:p>
            </p:txBody>
          </p:sp>
          <p:sp>
            <p:nvSpPr>
              <p:cNvPr id="1048853"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94" name="组合 110"/>
          <p:cNvGrpSpPr/>
          <p:nvPr userDrawn="1"/>
        </p:nvGrpSpPr>
        <p:grpSpPr>
          <a:xfrm>
            <a:off x="118069" y="4736366"/>
            <a:ext cx="2464614" cy="461665"/>
            <a:chOff x="215900" y="982915"/>
            <a:chExt cx="2464614" cy="461665"/>
          </a:xfrm>
        </p:grpSpPr>
        <p:cxnSp>
          <p:nvCxnSpPr>
            <p:cNvPr id="314575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5" name="组合 112"/>
            <p:cNvGrpSpPr/>
            <p:nvPr/>
          </p:nvGrpSpPr>
          <p:grpSpPr>
            <a:xfrm>
              <a:off x="215900" y="982915"/>
              <a:ext cx="2464614" cy="461665"/>
              <a:chOff x="215900" y="982915"/>
              <a:chExt cx="2464614" cy="461665"/>
            </a:xfrm>
          </p:grpSpPr>
          <p:sp>
            <p:nvSpPr>
              <p:cNvPr id="1048854"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55"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56"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57" name="矩形 116"/>
          <p:cNvSpPr/>
          <p:nvPr userDrawn="1"/>
        </p:nvSpPr>
        <p:spPr>
          <a:xfrm>
            <a:off x="429081" y="130272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58" name="箭头: 燕尾形 56"/>
          <p:cNvSpPr/>
          <p:nvPr userDrawn="1"/>
        </p:nvSpPr>
        <p:spPr>
          <a:xfrm rot="5400000">
            <a:off x="1222851" y="191319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048859" name="矩形 103"/>
          <p:cNvSpPr/>
          <p:nvPr userDrawn="1"/>
        </p:nvSpPr>
        <p:spPr>
          <a:xfrm>
            <a:off x="-19685"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7" name="组合 104"/>
          <p:cNvGrpSpPr/>
          <p:nvPr userDrawn="1"/>
        </p:nvGrpSpPr>
        <p:grpSpPr>
          <a:xfrm>
            <a:off x="143469" y="2113809"/>
            <a:ext cx="2464614" cy="461665"/>
            <a:chOff x="215900" y="982915"/>
            <a:chExt cx="2464614" cy="461665"/>
          </a:xfrm>
        </p:grpSpPr>
        <p:cxnSp>
          <p:nvCxnSpPr>
            <p:cNvPr id="3145752"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98" name="组合 106"/>
            <p:cNvGrpSpPr/>
            <p:nvPr/>
          </p:nvGrpSpPr>
          <p:grpSpPr>
            <a:xfrm>
              <a:off x="215900" y="982915"/>
              <a:ext cx="2464614" cy="460375"/>
              <a:chOff x="215900" y="982915"/>
              <a:chExt cx="2464614" cy="460375"/>
            </a:xfrm>
          </p:grpSpPr>
          <p:sp>
            <p:nvSpPr>
              <p:cNvPr id="1048860" name="矩形 107"/>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861" name="矩形 108"/>
              <p:cNvSpPr/>
              <p:nvPr/>
            </p:nvSpPr>
            <p:spPr>
              <a:xfrm>
                <a:off x="668834" y="1044470"/>
                <a:ext cx="2011680" cy="337185"/>
              </a:xfrm>
              <a:prstGeom prst="rect">
                <a:avLst/>
              </a:prstGeom>
            </p:spPr>
            <p:txBody>
              <a:bodyPr wrap="none">
                <a:spAutoFit/>
              </a:bodyPr>
              <a:lstStyle/>
              <a:p>
                <a:pPr algn="l">
                  <a:buClrTx/>
                  <a:buSzTx/>
                  <a:buFontTx/>
                </a:pPr>
                <a:r>
                  <a:rPr lang="zh-CN" altLang="en-US" sz="1600" dirty="0">
                    <a:solidFill>
                      <a:schemeClr val="bg1">
                        <a:alpha val="35000"/>
                      </a:schemeClr>
                    </a:solidFill>
                  </a:rPr>
                  <a:t>研究背景与立项依据</a:t>
                </a:r>
              </a:p>
            </p:txBody>
          </p:sp>
          <p:sp>
            <p:nvSpPr>
              <p:cNvPr id="1048862"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99" name="组合 110"/>
          <p:cNvGrpSpPr/>
          <p:nvPr userDrawn="1"/>
        </p:nvGrpSpPr>
        <p:grpSpPr>
          <a:xfrm>
            <a:off x="143469" y="2748017"/>
            <a:ext cx="2663220" cy="461665"/>
            <a:chOff x="215900" y="982915"/>
            <a:chExt cx="2663220" cy="461665"/>
          </a:xfrm>
        </p:grpSpPr>
        <p:cxnSp>
          <p:nvCxnSpPr>
            <p:cNvPr id="3145753"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0" name="组合 112"/>
            <p:cNvGrpSpPr/>
            <p:nvPr/>
          </p:nvGrpSpPr>
          <p:grpSpPr>
            <a:xfrm>
              <a:off x="215900" y="982915"/>
              <a:ext cx="2663220" cy="461665"/>
              <a:chOff x="215900" y="982915"/>
              <a:chExt cx="2663220" cy="461665"/>
            </a:xfrm>
          </p:grpSpPr>
          <p:sp>
            <p:nvSpPr>
              <p:cNvPr id="1048863" name="矩形 113"/>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64" name="矩形 114"/>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65"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1" name="组合 116"/>
          <p:cNvGrpSpPr/>
          <p:nvPr userDrawn="1"/>
        </p:nvGrpSpPr>
        <p:grpSpPr>
          <a:xfrm>
            <a:off x="143469" y="3382225"/>
            <a:ext cx="2464614" cy="461665"/>
            <a:chOff x="215900" y="982915"/>
            <a:chExt cx="2464614" cy="461665"/>
          </a:xfrm>
        </p:grpSpPr>
        <p:cxnSp>
          <p:nvCxnSpPr>
            <p:cNvPr id="3145754" name="直接连接符 11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2" name="组合 118"/>
            <p:cNvGrpSpPr/>
            <p:nvPr/>
          </p:nvGrpSpPr>
          <p:grpSpPr>
            <a:xfrm>
              <a:off x="215900" y="982915"/>
              <a:ext cx="2464614" cy="460375"/>
              <a:chOff x="215900" y="982915"/>
              <a:chExt cx="2464614" cy="460375"/>
            </a:xfrm>
          </p:grpSpPr>
          <p:sp>
            <p:nvSpPr>
              <p:cNvPr id="1048866" name="矩形 119"/>
              <p:cNvSpPr/>
              <p:nvPr/>
            </p:nvSpPr>
            <p:spPr>
              <a:xfrm>
                <a:off x="215900" y="982915"/>
                <a:ext cx="344805"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3</a:t>
                </a:r>
                <a:endParaRPr lang="en-US" altLang="zh-CN" sz="2400" dirty="0">
                  <a:solidFill>
                    <a:schemeClr val="bg1"/>
                  </a:solidFill>
                  <a:latin typeface="Impact" panose="020B0806030902050204" pitchFamily="34" charset="0"/>
                  <a:cs typeface="+mn-ea"/>
                </a:endParaRPr>
              </a:p>
            </p:txBody>
          </p:sp>
          <p:sp>
            <p:nvSpPr>
              <p:cNvPr id="1048867" name="矩形 120"/>
              <p:cNvSpPr/>
              <p:nvPr/>
            </p:nvSpPr>
            <p:spPr>
              <a:xfrm>
                <a:off x="668834" y="1044470"/>
                <a:ext cx="2011680" cy="337185"/>
              </a:xfrm>
              <a:prstGeom prst="rect">
                <a:avLst/>
              </a:prstGeom>
            </p:spPr>
            <p:txBody>
              <a:bodyPr wrap="none">
                <a:spAutoFit/>
              </a:bodyPr>
              <a:lstStyle/>
              <a:p>
                <a:r>
                  <a:rPr lang="zh-CN" altLang="en-US" sz="1600" b="1" dirty="0">
                    <a:solidFill>
                      <a:schemeClr val="bg1"/>
                    </a:solidFill>
                  </a:rPr>
                  <a:t>核心方法与技术路线</a:t>
                </a:r>
              </a:p>
            </p:txBody>
          </p:sp>
          <p:sp>
            <p:nvSpPr>
              <p:cNvPr id="1048868"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3" name="组合 122"/>
          <p:cNvGrpSpPr/>
          <p:nvPr userDrawn="1"/>
        </p:nvGrpSpPr>
        <p:grpSpPr>
          <a:xfrm>
            <a:off x="143469" y="4016433"/>
            <a:ext cx="2459517" cy="461665"/>
            <a:chOff x="215900" y="982915"/>
            <a:chExt cx="2459517" cy="461665"/>
          </a:xfrm>
        </p:grpSpPr>
        <p:cxnSp>
          <p:nvCxnSpPr>
            <p:cNvPr id="3145755" name="直接连接符 12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4" name="组合 124"/>
            <p:cNvGrpSpPr/>
            <p:nvPr/>
          </p:nvGrpSpPr>
          <p:grpSpPr>
            <a:xfrm>
              <a:off x="215900" y="982915"/>
              <a:ext cx="2459517" cy="461665"/>
              <a:chOff x="215900" y="982915"/>
              <a:chExt cx="2459517" cy="461665"/>
            </a:xfrm>
          </p:grpSpPr>
          <p:sp>
            <p:nvSpPr>
              <p:cNvPr id="1048869" name="矩形 12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70" name="矩形 126"/>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71"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05" name="组合 128"/>
          <p:cNvGrpSpPr/>
          <p:nvPr userDrawn="1"/>
        </p:nvGrpSpPr>
        <p:grpSpPr>
          <a:xfrm>
            <a:off x="143469" y="4650641"/>
            <a:ext cx="2464614" cy="461665"/>
            <a:chOff x="215900" y="982915"/>
            <a:chExt cx="2464614" cy="461665"/>
          </a:xfrm>
        </p:grpSpPr>
        <p:cxnSp>
          <p:nvCxnSpPr>
            <p:cNvPr id="3145756" name="直接连接符 12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6" name="组合 130"/>
            <p:cNvGrpSpPr/>
            <p:nvPr/>
          </p:nvGrpSpPr>
          <p:grpSpPr>
            <a:xfrm>
              <a:off x="215900" y="982915"/>
              <a:ext cx="2464614" cy="461665"/>
              <a:chOff x="215900" y="982915"/>
              <a:chExt cx="2464614" cy="461665"/>
            </a:xfrm>
          </p:grpSpPr>
          <p:sp>
            <p:nvSpPr>
              <p:cNvPr id="1048872" name="矩形 131"/>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73" name="矩形 13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74"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75" name="矩形 134"/>
          <p:cNvSpPr/>
          <p:nvPr userDrawn="1"/>
        </p:nvSpPr>
        <p:spPr>
          <a:xfrm>
            <a:off x="454481" y="1216998"/>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76" name="箭头: 燕尾形 56"/>
          <p:cNvSpPr/>
          <p:nvPr userDrawn="1"/>
        </p:nvSpPr>
        <p:spPr>
          <a:xfrm rot="5400000">
            <a:off x="1248251" y="1827469"/>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1048782"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2" name="组合 86"/>
          <p:cNvGrpSpPr/>
          <p:nvPr userDrawn="1"/>
        </p:nvGrpSpPr>
        <p:grpSpPr>
          <a:xfrm>
            <a:off x="96479" y="2082694"/>
            <a:ext cx="2464614" cy="461665"/>
            <a:chOff x="215900" y="982915"/>
            <a:chExt cx="2464614" cy="461665"/>
          </a:xfrm>
        </p:grpSpPr>
        <p:cxnSp>
          <p:nvCxnSpPr>
            <p:cNvPr id="3145732"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3" name="组合 88"/>
            <p:cNvGrpSpPr/>
            <p:nvPr/>
          </p:nvGrpSpPr>
          <p:grpSpPr>
            <a:xfrm>
              <a:off x="215900" y="982915"/>
              <a:ext cx="2464614" cy="460375"/>
              <a:chOff x="215900" y="982915"/>
              <a:chExt cx="2464614" cy="460375"/>
            </a:xfrm>
          </p:grpSpPr>
          <p:sp>
            <p:nvSpPr>
              <p:cNvPr id="1048783" name="矩形 89"/>
              <p:cNvSpPr/>
              <p:nvPr/>
            </p:nvSpPr>
            <p:spPr>
              <a:xfrm>
                <a:off x="215900" y="982915"/>
                <a:ext cx="299085" cy="460375"/>
              </a:xfrm>
              <a:prstGeom prst="rect">
                <a:avLst/>
              </a:prstGeom>
            </p:spPr>
            <p:txBody>
              <a:bodyPr wrap="none">
                <a:spAutoFit/>
              </a:bodyPr>
              <a:lstStyle/>
              <a:p>
                <a:pPr algn="l">
                  <a:buClrTx/>
                  <a:buSzTx/>
                  <a:buFontTx/>
                </a:pPr>
                <a:r>
                  <a:rPr lang="en-US" altLang="zh-CN" sz="2400" dirty="0">
                    <a:solidFill>
                      <a:schemeClr val="bg1">
                        <a:alpha val="35000"/>
                      </a:schemeClr>
                    </a:solidFill>
                    <a:latin typeface="Impact" panose="020B0806030902050204" pitchFamily="34" charset="0"/>
                    <a:cs typeface="+mn-ea"/>
                    <a:sym typeface="+mn-lt"/>
                  </a:rPr>
                  <a:t>1</a:t>
                </a:r>
                <a:endParaRPr lang="en-US" altLang="zh-CN" sz="2400" dirty="0">
                  <a:solidFill>
                    <a:schemeClr val="bg1">
                      <a:alpha val="35000"/>
                    </a:schemeClr>
                  </a:solidFill>
                  <a:latin typeface="Impact" panose="020B0806030902050204" pitchFamily="34" charset="0"/>
                  <a:cs typeface="+mn-ea"/>
                </a:endParaRPr>
              </a:p>
            </p:txBody>
          </p:sp>
          <p:sp>
            <p:nvSpPr>
              <p:cNvPr id="1048784" name="矩形 90"/>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研究背景与立项依据</a:t>
                </a:r>
              </a:p>
            </p:txBody>
          </p:sp>
          <p:sp>
            <p:nvSpPr>
              <p:cNvPr id="1048785"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54" name="组合 92"/>
          <p:cNvGrpSpPr/>
          <p:nvPr userDrawn="1"/>
        </p:nvGrpSpPr>
        <p:grpSpPr>
          <a:xfrm>
            <a:off x="96479" y="2716902"/>
            <a:ext cx="2663220" cy="461665"/>
            <a:chOff x="215900" y="982915"/>
            <a:chExt cx="2663220" cy="461665"/>
          </a:xfrm>
        </p:grpSpPr>
        <p:cxnSp>
          <p:nvCxnSpPr>
            <p:cNvPr id="3145733"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5" name="组合 94"/>
            <p:cNvGrpSpPr/>
            <p:nvPr/>
          </p:nvGrpSpPr>
          <p:grpSpPr>
            <a:xfrm>
              <a:off x="215900" y="982915"/>
              <a:ext cx="2663220" cy="461665"/>
              <a:chOff x="215900" y="982915"/>
              <a:chExt cx="2663220" cy="461665"/>
            </a:xfrm>
          </p:grpSpPr>
          <p:sp>
            <p:nvSpPr>
              <p:cNvPr id="1048786"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787"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788"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56" name="组合 98"/>
          <p:cNvGrpSpPr/>
          <p:nvPr userDrawn="1"/>
        </p:nvGrpSpPr>
        <p:grpSpPr>
          <a:xfrm>
            <a:off x="96479" y="3351110"/>
            <a:ext cx="2464614" cy="461665"/>
            <a:chOff x="215900" y="982915"/>
            <a:chExt cx="2464614" cy="461665"/>
          </a:xfrm>
        </p:grpSpPr>
        <p:cxnSp>
          <p:nvCxnSpPr>
            <p:cNvPr id="3145734"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7" name="组合 100"/>
            <p:cNvGrpSpPr/>
            <p:nvPr/>
          </p:nvGrpSpPr>
          <p:grpSpPr>
            <a:xfrm>
              <a:off x="215900" y="982915"/>
              <a:ext cx="2464614" cy="461665"/>
              <a:chOff x="215900" y="982915"/>
              <a:chExt cx="2464614" cy="461665"/>
            </a:xfrm>
          </p:grpSpPr>
          <p:sp>
            <p:nvSpPr>
              <p:cNvPr id="1048789"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790"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791"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58" name="组合 104"/>
          <p:cNvGrpSpPr/>
          <p:nvPr userDrawn="1"/>
        </p:nvGrpSpPr>
        <p:grpSpPr>
          <a:xfrm>
            <a:off x="96479" y="3985318"/>
            <a:ext cx="2459517" cy="461665"/>
            <a:chOff x="215900" y="982915"/>
            <a:chExt cx="2459517" cy="461665"/>
          </a:xfrm>
        </p:grpSpPr>
        <p:cxnSp>
          <p:nvCxnSpPr>
            <p:cNvPr id="3145735"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59" name="组合 106"/>
            <p:cNvGrpSpPr/>
            <p:nvPr/>
          </p:nvGrpSpPr>
          <p:grpSpPr>
            <a:xfrm>
              <a:off x="215900" y="982915"/>
              <a:ext cx="2459517" cy="461665"/>
              <a:chOff x="215900" y="982915"/>
              <a:chExt cx="2459517" cy="461665"/>
            </a:xfrm>
          </p:grpSpPr>
          <p:sp>
            <p:nvSpPr>
              <p:cNvPr id="1048792"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793"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794"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60" name="组合 110"/>
          <p:cNvGrpSpPr/>
          <p:nvPr userDrawn="1"/>
        </p:nvGrpSpPr>
        <p:grpSpPr>
          <a:xfrm>
            <a:off x="96479" y="4619526"/>
            <a:ext cx="2464614" cy="461665"/>
            <a:chOff x="215900" y="982915"/>
            <a:chExt cx="2464614" cy="461665"/>
          </a:xfrm>
        </p:grpSpPr>
        <p:cxnSp>
          <p:nvCxnSpPr>
            <p:cNvPr id="3145736"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1" name="组合 112"/>
            <p:cNvGrpSpPr/>
            <p:nvPr/>
          </p:nvGrpSpPr>
          <p:grpSpPr>
            <a:xfrm>
              <a:off x="215900" y="982915"/>
              <a:ext cx="2464614" cy="460375"/>
              <a:chOff x="215900" y="982915"/>
              <a:chExt cx="2464614" cy="460375"/>
            </a:xfrm>
          </p:grpSpPr>
          <p:sp>
            <p:nvSpPr>
              <p:cNvPr id="1048795" name="矩形 113"/>
              <p:cNvSpPr/>
              <p:nvPr/>
            </p:nvSpPr>
            <p:spPr>
              <a:xfrm>
                <a:off x="215900" y="982915"/>
                <a:ext cx="346710" cy="460375"/>
              </a:xfrm>
              <a:prstGeom prst="rect">
                <a:avLst/>
              </a:prstGeom>
            </p:spPr>
            <p:txBody>
              <a:bodyPr wrap="none">
                <a:spAutoFit/>
              </a:bodyPr>
              <a:lstStyle/>
              <a:p>
                <a:pPr algn="l">
                  <a:buClrTx/>
                  <a:buSzTx/>
                  <a:buFontTx/>
                </a:pPr>
                <a:r>
                  <a:rPr lang="en-US" altLang="zh-CN" sz="2400" dirty="0">
                    <a:solidFill>
                      <a:schemeClr val="bg1"/>
                    </a:solidFill>
                    <a:latin typeface="Impact" panose="020B0806030902050204" pitchFamily="34" charset="0"/>
                    <a:cs typeface="+mn-ea"/>
                    <a:sym typeface="+mn-lt"/>
                  </a:rPr>
                  <a:t>5</a:t>
                </a:r>
                <a:endParaRPr lang="en-US" altLang="zh-CN" sz="2400" dirty="0">
                  <a:solidFill>
                    <a:schemeClr val="bg1"/>
                  </a:solidFill>
                  <a:latin typeface="Impact" panose="020B0806030902050204" pitchFamily="34" charset="0"/>
                  <a:cs typeface="+mn-ea"/>
                </a:endParaRPr>
              </a:p>
            </p:txBody>
          </p:sp>
          <p:sp>
            <p:nvSpPr>
              <p:cNvPr id="1048796" name="矩形 114"/>
              <p:cNvSpPr/>
              <p:nvPr/>
            </p:nvSpPr>
            <p:spPr>
              <a:xfrm>
                <a:off x="668834" y="1044470"/>
                <a:ext cx="2011680" cy="337185"/>
              </a:xfrm>
              <a:prstGeom prst="rect">
                <a:avLst/>
              </a:prstGeom>
            </p:spPr>
            <p:txBody>
              <a:bodyPr wrap="none">
                <a:spAutoFit/>
              </a:bodyPr>
              <a:lstStyle/>
              <a:p>
                <a:pPr algn="l">
                  <a:buClrTx/>
                  <a:buSzTx/>
                  <a:buFontTx/>
                </a:pPr>
                <a:r>
                  <a:rPr lang="zh-CN" altLang="en-US" sz="1600" b="1" dirty="0">
                    <a:solidFill>
                      <a:schemeClr val="bg1"/>
                    </a:solidFill>
                  </a:rPr>
                  <a:t>进度安排与预期成果</a:t>
                </a:r>
              </a:p>
            </p:txBody>
          </p:sp>
          <p:sp>
            <p:nvSpPr>
              <p:cNvPr id="1048797"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798" name="矩形 116"/>
          <p:cNvSpPr/>
          <p:nvPr userDrawn="1"/>
        </p:nvSpPr>
        <p:spPr>
          <a:xfrm>
            <a:off x="407491" y="118588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799" name="箭头: 燕尾形 56"/>
          <p:cNvSpPr/>
          <p:nvPr userDrawn="1"/>
        </p:nvSpPr>
        <p:spPr>
          <a:xfrm rot="5400000">
            <a:off x="1201261" y="179635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
        <p:nvSpPr>
          <p:cNvPr id="1048877" name="矩形 85"/>
          <p:cNvSpPr/>
          <p:nvPr userDrawn="1"/>
        </p:nvSpPr>
        <p:spPr>
          <a:xfrm>
            <a:off x="-20320" y="0"/>
            <a:ext cx="279019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8" name="组合 86"/>
          <p:cNvGrpSpPr/>
          <p:nvPr userDrawn="1"/>
        </p:nvGrpSpPr>
        <p:grpSpPr>
          <a:xfrm>
            <a:off x="107274" y="1327044"/>
            <a:ext cx="2663220" cy="461665"/>
            <a:chOff x="215900" y="982915"/>
            <a:chExt cx="2663220" cy="461665"/>
          </a:xfrm>
        </p:grpSpPr>
        <p:cxnSp>
          <p:nvCxnSpPr>
            <p:cNvPr id="3145757" name="直接连接符 87"/>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9" name="组合 88"/>
            <p:cNvGrpSpPr/>
            <p:nvPr/>
          </p:nvGrpSpPr>
          <p:grpSpPr>
            <a:xfrm>
              <a:off x="215900" y="982915"/>
              <a:ext cx="2663220" cy="461665"/>
              <a:chOff x="215900" y="982915"/>
              <a:chExt cx="2663220" cy="461665"/>
            </a:xfrm>
          </p:grpSpPr>
          <p:sp>
            <p:nvSpPr>
              <p:cNvPr id="1048878" name="矩形 89"/>
              <p:cNvSpPr/>
              <p:nvPr/>
            </p:nvSpPr>
            <p:spPr>
              <a:xfrm>
                <a:off x="215900" y="982915"/>
                <a:ext cx="301686" cy="461665"/>
              </a:xfrm>
              <a:prstGeom prst="rect">
                <a:avLst/>
              </a:prstGeom>
            </p:spPr>
            <p:txBody>
              <a:bodyPr wrap="none">
                <a:spAutoFit/>
              </a:bodyPr>
              <a:lstStyle/>
              <a:p>
                <a:r>
                  <a:rPr lang="en-US" altLang="zh-CN" sz="2400" dirty="0">
                    <a:solidFill>
                      <a:schemeClr val="bg1"/>
                    </a:solidFill>
                    <a:latin typeface="Impact" panose="020B0806030902050204" pitchFamily="34" charset="0"/>
                    <a:cs typeface="+mn-ea"/>
                    <a:sym typeface="+mn-lt"/>
                  </a:rPr>
                  <a:t>1</a:t>
                </a:r>
                <a:endParaRPr lang="zh-CN" altLang="en-US" sz="2400" dirty="0">
                  <a:solidFill>
                    <a:schemeClr val="bg1"/>
                  </a:solidFill>
                  <a:latin typeface="Impact" panose="020B0806030902050204" pitchFamily="34" charset="0"/>
                </a:endParaRPr>
              </a:p>
            </p:txBody>
          </p:sp>
          <p:sp>
            <p:nvSpPr>
              <p:cNvPr id="1048879" name="矩形 90"/>
              <p:cNvSpPr/>
              <p:nvPr/>
            </p:nvSpPr>
            <p:spPr>
              <a:xfrm>
                <a:off x="668834" y="1044470"/>
                <a:ext cx="2210286" cy="337185"/>
              </a:xfrm>
              <a:prstGeom prst="rect">
                <a:avLst/>
              </a:prstGeom>
            </p:spPr>
            <p:txBody>
              <a:bodyPr wrap="none">
                <a:spAutoFit/>
              </a:bodyPr>
              <a:lstStyle/>
              <a:p>
                <a:r>
                  <a:rPr lang="zh-CN" altLang="en-US" sz="1600" b="1" dirty="0">
                    <a:solidFill>
                      <a:schemeClr val="bg1"/>
                    </a:solidFill>
                  </a:rPr>
                  <a:t>研究背景与立项依据</a:t>
                </a:r>
                <a:endParaRPr lang="en-US" altLang="zh-CN" sz="1600" b="1" dirty="0">
                  <a:solidFill>
                    <a:schemeClr val="bg1"/>
                  </a:solidFill>
                </a:endParaRPr>
              </a:p>
            </p:txBody>
          </p:sp>
          <p:sp>
            <p:nvSpPr>
              <p:cNvPr id="1048880" name="箭头: V 形 12"/>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110" name="组合 92"/>
          <p:cNvGrpSpPr/>
          <p:nvPr userDrawn="1"/>
        </p:nvGrpSpPr>
        <p:grpSpPr>
          <a:xfrm>
            <a:off x="107274" y="1961252"/>
            <a:ext cx="2663220" cy="461665"/>
            <a:chOff x="215900" y="982915"/>
            <a:chExt cx="2663220" cy="461665"/>
          </a:xfrm>
        </p:grpSpPr>
        <p:cxnSp>
          <p:nvCxnSpPr>
            <p:cNvPr id="3145758" name="直接连接符 93"/>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1" name="组合 94"/>
            <p:cNvGrpSpPr/>
            <p:nvPr/>
          </p:nvGrpSpPr>
          <p:grpSpPr>
            <a:xfrm>
              <a:off x="215900" y="982915"/>
              <a:ext cx="2663220" cy="461665"/>
              <a:chOff x="215900" y="982915"/>
              <a:chExt cx="2663220" cy="461665"/>
            </a:xfrm>
          </p:grpSpPr>
          <p:sp>
            <p:nvSpPr>
              <p:cNvPr id="1048881" name="矩形 95"/>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2</a:t>
                </a:r>
                <a:endParaRPr lang="zh-CN" altLang="en-US" sz="2400" dirty="0">
                  <a:solidFill>
                    <a:schemeClr val="bg1">
                      <a:alpha val="35000"/>
                    </a:schemeClr>
                  </a:solidFill>
                  <a:latin typeface="Impact" panose="020B0806030902050204" pitchFamily="34" charset="0"/>
                </a:endParaRPr>
              </a:p>
            </p:txBody>
          </p:sp>
          <p:sp>
            <p:nvSpPr>
              <p:cNvPr id="1048882" name="矩形 96"/>
              <p:cNvSpPr/>
              <p:nvPr/>
            </p:nvSpPr>
            <p:spPr>
              <a:xfrm>
                <a:off x="668834" y="1044470"/>
                <a:ext cx="2210286" cy="337185"/>
              </a:xfrm>
              <a:prstGeom prst="rect">
                <a:avLst/>
              </a:prstGeom>
            </p:spPr>
            <p:txBody>
              <a:bodyPr wrap="none">
                <a:spAutoFit/>
              </a:bodyPr>
              <a:lstStyle/>
              <a:p>
                <a:r>
                  <a:rPr lang="zh-CN" altLang="en-US" sz="1600" dirty="0">
                    <a:solidFill>
                      <a:schemeClr val="bg1">
                        <a:alpha val="35000"/>
                      </a:schemeClr>
                    </a:solidFill>
                  </a:rPr>
                  <a:t>研究对象与研究内容</a:t>
                </a:r>
              </a:p>
            </p:txBody>
          </p:sp>
          <p:sp>
            <p:nvSpPr>
              <p:cNvPr id="1048883" name="箭头: V 形 18"/>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2" name="组合 98"/>
          <p:cNvGrpSpPr/>
          <p:nvPr userDrawn="1"/>
        </p:nvGrpSpPr>
        <p:grpSpPr>
          <a:xfrm>
            <a:off x="107274" y="2595460"/>
            <a:ext cx="2464614" cy="461665"/>
            <a:chOff x="215900" y="982915"/>
            <a:chExt cx="2464614" cy="461665"/>
          </a:xfrm>
        </p:grpSpPr>
        <p:cxnSp>
          <p:nvCxnSpPr>
            <p:cNvPr id="3145759" name="直接连接符 99"/>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3" name="组合 100"/>
            <p:cNvGrpSpPr/>
            <p:nvPr/>
          </p:nvGrpSpPr>
          <p:grpSpPr>
            <a:xfrm>
              <a:off x="215900" y="982915"/>
              <a:ext cx="2464614" cy="461665"/>
              <a:chOff x="215900" y="982915"/>
              <a:chExt cx="2464614" cy="461665"/>
            </a:xfrm>
          </p:grpSpPr>
          <p:sp>
            <p:nvSpPr>
              <p:cNvPr id="1048884" name="矩形 101"/>
              <p:cNvSpPr/>
              <p:nvPr/>
            </p:nvSpPr>
            <p:spPr>
              <a:xfrm>
                <a:off x="215900" y="982915"/>
                <a:ext cx="348172"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3</a:t>
                </a:r>
                <a:endParaRPr lang="zh-CN" altLang="en-US" sz="2400" dirty="0">
                  <a:solidFill>
                    <a:schemeClr val="bg1">
                      <a:alpha val="35000"/>
                    </a:schemeClr>
                  </a:solidFill>
                  <a:latin typeface="Impact" panose="020B0806030902050204" pitchFamily="34" charset="0"/>
                </a:endParaRPr>
              </a:p>
            </p:txBody>
          </p:sp>
          <p:sp>
            <p:nvSpPr>
              <p:cNvPr id="1048885" name="矩形 102"/>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核心方法与技术路线</a:t>
                </a:r>
              </a:p>
            </p:txBody>
          </p:sp>
          <p:sp>
            <p:nvSpPr>
              <p:cNvPr id="1048886" name="箭头: V 形 24"/>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4" name="组合 104"/>
          <p:cNvGrpSpPr/>
          <p:nvPr userDrawn="1"/>
        </p:nvGrpSpPr>
        <p:grpSpPr>
          <a:xfrm>
            <a:off x="107274" y="3229668"/>
            <a:ext cx="2459517" cy="461665"/>
            <a:chOff x="215900" y="982915"/>
            <a:chExt cx="2459517" cy="461665"/>
          </a:xfrm>
        </p:grpSpPr>
        <p:cxnSp>
          <p:nvCxnSpPr>
            <p:cNvPr id="3145760" name="直接连接符 105"/>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5" name="组合 106"/>
            <p:cNvGrpSpPr/>
            <p:nvPr/>
          </p:nvGrpSpPr>
          <p:grpSpPr>
            <a:xfrm>
              <a:off x="215900" y="982915"/>
              <a:ext cx="2459517" cy="461665"/>
              <a:chOff x="215900" y="982915"/>
              <a:chExt cx="2459517" cy="461665"/>
            </a:xfrm>
          </p:grpSpPr>
          <p:sp>
            <p:nvSpPr>
              <p:cNvPr id="1048887" name="矩形 107"/>
              <p:cNvSpPr/>
              <p:nvPr/>
            </p:nvSpPr>
            <p:spPr>
              <a:xfrm>
                <a:off x="215900" y="982915"/>
                <a:ext cx="338554"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4</a:t>
                </a:r>
                <a:endParaRPr lang="zh-CN" altLang="en-US" sz="2400" dirty="0">
                  <a:solidFill>
                    <a:schemeClr val="bg1">
                      <a:alpha val="35000"/>
                    </a:schemeClr>
                  </a:solidFill>
                  <a:latin typeface="Impact" panose="020B0806030902050204" pitchFamily="34" charset="0"/>
                </a:endParaRPr>
              </a:p>
            </p:txBody>
          </p:sp>
          <p:sp>
            <p:nvSpPr>
              <p:cNvPr id="1048888" name="矩形 108"/>
              <p:cNvSpPr/>
              <p:nvPr/>
            </p:nvSpPr>
            <p:spPr>
              <a:xfrm>
                <a:off x="668834" y="1044470"/>
                <a:ext cx="2006583" cy="337185"/>
              </a:xfrm>
              <a:prstGeom prst="rect">
                <a:avLst/>
              </a:prstGeom>
            </p:spPr>
            <p:txBody>
              <a:bodyPr wrap="none">
                <a:spAutoFit/>
              </a:bodyPr>
              <a:lstStyle/>
              <a:p>
                <a:r>
                  <a:rPr lang="zh-CN" altLang="en-US" sz="1600" dirty="0">
                    <a:solidFill>
                      <a:schemeClr val="bg1">
                        <a:alpha val="35000"/>
                      </a:schemeClr>
                    </a:solidFill>
                  </a:rPr>
                  <a:t>重难点与创新之处</a:t>
                </a:r>
              </a:p>
            </p:txBody>
          </p:sp>
          <p:sp>
            <p:nvSpPr>
              <p:cNvPr id="1048889" name="箭头: V 形 30"/>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grpSp>
        <p:nvGrpSpPr>
          <p:cNvPr id="116" name="组合 110"/>
          <p:cNvGrpSpPr/>
          <p:nvPr userDrawn="1"/>
        </p:nvGrpSpPr>
        <p:grpSpPr>
          <a:xfrm>
            <a:off x="107274" y="3863876"/>
            <a:ext cx="2464614" cy="461665"/>
            <a:chOff x="215900" y="982915"/>
            <a:chExt cx="2464614" cy="461665"/>
          </a:xfrm>
        </p:grpSpPr>
        <p:cxnSp>
          <p:nvCxnSpPr>
            <p:cNvPr id="3145761" name="直接连接符 111"/>
            <p:cNvCxnSpPr/>
            <p:nvPr/>
          </p:nvCxnSpPr>
          <p:spPr>
            <a:xfrm>
              <a:off x="215900" y="1444580"/>
              <a:ext cx="2311400" cy="0"/>
            </a:xfrm>
            <a:prstGeom prst="line">
              <a:avLst/>
            </a:prstGeom>
            <a:ln w="15875" cap="rnd">
              <a:solidFill>
                <a:schemeClr val="accent5">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7" name="组合 112"/>
            <p:cNvGrpSpPr/>
            <p:nvPr/>
          </p:nvGrpSpPr>
          <p:grpSpPr>
            <a:xfrm>
              <a:off x="215900" y="982915"/>
              <a:ext cx="2464614" cy="461665"/>
              <a:chOff x="215900" y="982915"/>
              <a:chExt cx="2464614" cy="461665"/>
            </a:xfrm>
          </p:grpSpPr>
          <p:sp>
            <p:nvSpPr>
              <p:cNvPr id="1048890" name="矩形 113"/>
              <p:cNvSpPr/>
              <p:nvPr/>
            </p:nvSpPr>
            <p:spPr>
              <a:xfrm>
                <a:off x="215900" y="982915"/>
                <a:ext cx="349776" cy="461665"/>
              </a:xfrm>
              <a:prstGeom prst="rect">
                <a:avLst/>
              </a:prstGeom>
            </p:spPr>
            <p:txBody>
              <a:bodyPr wrap="none">
                <a:spAutoFit/>
              </a:bodyPr>
              <a:lstStyle/>
              <a:p>
                <a:r>
                  <a:rPr lang="en-US" altLang="zh-CN" sz="2400" dirty="0">
                    <a:solidFill>
                      <a:schemeClr val="bg1">
                        <a:alpha val="35000"/>
                      </a:schemeClr>
                    </a:solidFill>
                    <a:latin typeface="Impact" panose="020B0806030902050204" pitchFamily="34" charset="0"/>
                    <a:cs typeface="+mn-ea"/>
                    <a:sym typeface="+mn-lt"/>
                  </a:rPr>
                  <a:t>5</a:t>
                </a:r>
                <a:endParaRPr lang="zh-CN" altLang="en-US" sz="2400" dirty="0">
                  <a:solidFill>
                    <a:schemeClr val="bg1">
                      <a:alpha val="35000"/>
                    </a:schemeClr>
                  </a:solidFill>
                  <a:latin typeface="Impact" panose="020B0806030902050204" pitchFamily="34" charset="0"/>
                </a:endParaRPr>
              </a:p>
            </p:txBody>
          </p:sp>
          <p:sp>
            <p:nvSpPr>
              <p:cNvPr id="1048891" name="矩形 114"/>
              <p:cNvSpPr/>
              <p:nvPr/>
            </p:nvSpPr>
            <p:spPr>
              <a:xfrm>
                <a:off x="668834" y="1044470"/>
                <a:ext cx="2011680" cy="337185"/>
              </a:xfrm>
              <a:prstGeom prst="rect">
                <a:avLst/>
              </a:prstGeom>
            </p:spPr>
            <p:txBody>
              <a:bodyPr wrap="none">
                <a:spAutoFit/>
              </a:bodyPr>
              <a:lstStyle/>
              <a:p>
                <a:r>
                  <a:rPr lang="zh-CN" altLang="en-US" sz="1600" dirty="0">
                    <a:solidFill>
                      <a:schemeClr val="bg1">
                        <a:alpha val="35000"/>
                      </a:schemeClr>
                    </a:solidFill>
                  </a:rPr>
                  <a:t>进度安排与预期成果</a:t>
                </a:r>
              </a:p>
            </p:txBody>
          </p:sp>
          <p:sp>
            <p:nvSpPr>
              <p:cNvPr id="1048892" name="箭头: V 形 36"/>
              <p:cNvSpPr/>
              <p:nvPr/>
            </p:nvSpPr>
            <p:spPr>
              <a:xfrm>
                <a:off x="557850" y="1141122"/>
                <a:ext cx="70720" cy="145251"/>
              </a:xfrm>
              <a:prstGeom prst="chevr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alpha val="35000"/>
                    </a:schemeClr>
                  </a:solidFill>
                </a:endParaRPr>
              </a:p>
            </p:txBody>
          </p:sp>
        </p:grpSp>
      </p:grpSp>
      <p:sp>
        <p:nvSpPr>
          <p:cNvPr id="1048893" name="矩形 116"/>
          <p:cNvSpPr/>
          <p:nvPr userDrawn="1"/>
        </p:nvSpPr>
        <p:spPr>
          <a:xfrm>
            <a:off x="418286" y="430233"/>
            <a:ext cx="1826141" cy="584775"/>
          </a:xfrm>
          <a:prstGeom prst="rect">
            <a:avLst/>
          </a:prstGeom>
        </p:spPr>
        <p:txBody>
          <a:bodyPr wrap="none">
            <a:spAutoFit/>
            <a:scene3d>
              <a:camera prst="orthographicFront"/>
              <a:lightRig rig="soft" dir="t">
                <a:rot lat="0" lon="0" rev="15600000"/>
              </a:lightRig>
            </a:scene3d>
            <a:sp3d extrusionH="57150" prstMaterial="softEdge">
              <a:bevelT w="25400" h="38100"/>
            </a:sp3d>
          </a:bodyPr>
          <a:lstStyle/>
          <a:p>
            <a:r>
              <a:rPr lang="zh-CN" altLang="en-US" sz="3200" b="1" dirty="0">
                <a:solidFill>
                  <a:schemeClr val="accent6">
                    <a:lumMod val="40000"/>
                    <a:lumOff val="60000"/>
                  </a:schemeClr>
                </a:solidFill>
                <a:effectLst/>
                <a:cs typeface="+mn-ea"/>
                <a:sym typeface="+mn-lt"/>
              </a:rPr>
              <a:t>项目框架</a:t>
            </a:r>
          </a:p>
        </p:txBody>
      </p:sp>
      <p:sp>
        <p:nvSpPr>
          <p:cNvPr id="1048894" name="箭头: 燕尾形 56"/>
          <p:cNvSpPr/>
          <p:nvPr userDrawn="1"/>
        </p:nvSpPr>
        <p:spPr>
          <a:xfrm rot="5400000">
            <a:off x="1212056" y="1040704"/>
            <a:ext cx="141017" cy="234126"/>
          </a:xfrm>
          <a:prstGeom prst="notchedRightArrow">
            <a:avLst>
              <a:gd name="adj1" fmla="val 50000"/>
              <a:gd name="adj2" fmla="val 10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895"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1048896"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1048897" name="日期占位符 3"/>
          <p:cNvSpPr>
            <a:spLocks noGrp="1"/>
          </p:cNvSpPr>
          <p:nvPr>
            <p:ph type="dt" sz="half" idx="10"/>
          </p:nvPr>
        </p:nvSpPr>
        <p:spPr>
          <a:xfrm>
            <a:off x="838200" y="6356350"/>
            <a:ext cx="2743200" cy="365125"/>
          </a:xfrm>
          <a:prstGeom prst="rect">
            <a:avLst/>
          </a:prstGeom>
        </p:spPr>
        <p:txBody>
          <a:bodyPr/>
          <a:lstStyle/>
          <a:p>
            <a:fld id="{9B82AFC9-7D9A-4FD9-B772-845CA8F4F0F5}" type="datetimeFigureOut">
              <a:rPr lang="zh-CN" altLang="en-US" smtClean="0"/>
              <a:t>2025/10/29</a:t>
            </a:fld>
            <a:endParaRPr lang="zh-CN" altLang="en-US"/>
          </a:p>
        </p:txBody>
      </p:sp>
      <p:sp>
        <p:nvSpPr>
          <p:cNvPr id="1048898"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99" name="灯片编号占位符 5"/>
          <p:cNvSpPr>
            <a:spLocks noGrp="1"/>
          </p:cNvSpPr>
          <p:nvPr>
            <p:ph type="sldNum" sz="quarter" idx="12"/>
          </p:nvPr>
        </p:nvSpPr>
        <p:spPr>
          <a:xfrm>
            <a:off x="8610600" y="6356350"/>
            <a:ext cx="2743200" cy="365125"/>
          </a:xfrm>
          <a:prstGeom prst="rect">
            <a:avLst/>
          </a:prstGeom>
        </p:spPr>
        <p:txBody>
          <a:bodyPr/>
          <a:lstStyle/>
          <a:p>
            <a:fld id="{F88BD4B3-A4CF-4B7B-A8C7-820FC5A3D5B4}" type="slidenum">
              <a:rPr lang="zh-CN" altLang="en-US" smtClean="0"/>
              <a:t>‹#›</a:t>
            </a:fld>
            <a:endParaRPr lang="zh-CN" alt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818" name="日期占位符 1"/>
          <p:cNvSpPr>
            <a:spLocks noGrp="1"/>
          </p:cNvSpPr>
          <p:nvPr>
            <p:ph type="dt" sz="half" idx="10"/>
          </p:nvPr>
        </p:nvSpPr>
        <p:spPr>
          <a:xfrm>
            <a:off x="838200" y="6356350"/>
            <a:ext cx="2743200" cy="365125"/>
          </a:xfrm>
          <a:prstGeom prst="rect">
            <a:avLst/>
          </a:prstGeom>
        </p:spPr>
        <p:txBody>
          <a:bodyPr/>
          <a:lstStyle/>
          <a:p>
            <a:fld id="{9B82AFC9-7D9A-4FD9-B772-845CA8F4F0F5}" type="datetimeFigureOut">
              <a:rPr lang="zh-CN" altLang="en-US" smtClean="0"/>
              <a:t>2025/10/29</a:t>
            </a:fld>
            <a:endParaRPr lang="zh-CN" altLang="en-US"/>
          </a:p>
        </p:txBody>
      </p:sp>
      <p:sp>
        <p:nvSpPr>
          <p:cNvPr id="1048819"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20" name="灯片编号占位符 3"/>
          <p:cNvSpPr>
            <a:spLocks noGrp="1"/>
          </p:cNvSpPr>
          <p:nvPr>
            <p:ph type="sldNum" sz="quarter" idx="12"/>
          </p:nvPr>
        </p:nvSpPr>
        <p:spPr>
          <a:xfrm>
            <a:off x="8610600" y="6356350"/>
            <a:ext cx="2743200" cy="365125"/>
          </a:xfrm>
          <a:prstGeom prst="rect">
            <a:avLst/>
          </a:prstGeom>
        </p:spPr>
        <p:txBody>
          <a:bodyPr/>
          <a:lstStyle/>
          <a:p>
            <a:fld id="{F88BD4B3-A4CF-4B7B-A8C7-820FC5A3D5B4}" type="slidenum">
              <a:rPr lang="zh-CN" altLang="en-US" smtClean="0"/>
              <a:t>‹#›</a:t>
            </a:fld>
            <a:endParaRPr lang="zh-CN" altLang="en-US"/>
          </a:p>
        </p:txBody>
      </p:sp>
      <p:sp>
        <p:nvSpPr>
          <p:cNvPr id="1048821" name="任意多边形: 形状 4"/>
          <p:cNvSpPr/>
          <p:nvPr userDrawn="1"/>
        </p:nvSpPr>
        <p:spPr>
          <a:xfrm>
            <a:off x="359366" y="6735098"/>
            <a:ext cx="11488295" cy="122903"/>
          </a:xfrm>
          <a:custGeom>
            <a:avLst/>
            <a:gdLst>
              <a:gd name="connsiteX0" fmla="*/ 247791 w 11488295"/>
              <a:gd name="connsiteY0" fmla="*/ 0 h 122903"/>
              <a:gd name="connsiteX1" fmla="*/ 11240504 w 11488295"/>
              <a:gd name="connsiteY1" fmla="*/ 0 h 122903"/>
              <a:gd name="connsiteX2" fmla="*/ 11462895 w 11488295"/>
              <a:gd name="connsiteY2" fmla="*/ 92117 h 122903"/>
              <a:gd name="connsiteX3" fmla="*/ 11488295 w 11488295"/>
              <a:gd name="connsiteY3" fmla="*/ 122903 h 122903"/>
              <a:gd name="connsiteX4" fmla="*/ 0 w 11488295"/>
              <a:gd name="connsiteY4" fmla="*/ 122903 h 122903"/>
              <a:gd name="connsiteX5" fmla="*/ 25400 w 11488295"/>
              <a:gd name="connsiteY5" fmla="*/ 92117 h 122903"/>
              <a:gd name="connsiteX6" fmla="*/ 247791 w 11488295"/>
              <a:gd name="connsiteY6" fmla="*/ 0 h 122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88295" h="122903">
                <a:moveTo>
                  <a:pt x="247791" y="0"/>
                </a:moveTo>
                <a:lnTo>
                  <a:pt x="11240504" y="0"/>
                </a:lnTo>
                <a:cubicBezTo>
                  <a:pt x="11327353" y="0"/>
                  <a:pt x="11405980" y="35203"/>
                  <a:pt x="11462895" y="92117"/>
                </a:cubicBezTo>
                <a:lnTo>
                  <a:pt x="11488295" y="122903"/>
                </a:lnTo>
                <a:lnTo>
                  <a:pt x="0" y="122903"/>
                </a:lnTo>
                <a:lnTo>
                  <a:pt x="25400" y="92117"/>
                </a:lnTo>
                <a:cubicBezTo>
                  <a:pt x="82315" y="35203"/>
                  <a:pt x="160942" y="0"/>
                  <a:pt x="247791" y="0"/>
                </a:cubicBez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48822" name="任意多边形: 形状 5"/>
          <p:cNvSpPr/>
          <p:nvPr userDrawn="1"/>
        </p:nvSpPr>
        <p:spPr>
          <a:xfrm flipV="1">
            <a:off x="359366" y="-4"/>
            <a:ext cx="11488295" cy="122903"/>
          </a:xfrm>
          <a:custGeom>
            <a:avLst/>
            <a:gdLst>
              <a:gd name="connsiteX0" fmla="*/ 247791 w 11488295"/>
              <a:gd name="connsiteY0" fmla="*/ 0 h 122903"/>
              <a:gd name="connsiteX1" fmla="*/ 11240504 w 11488295"/>
              <a:gd name="connsiteY1" fmla="*/ 0 h 122903"/>
              <a:gd name="connsiteX2" fmla="*/ 11462895 w 11488295"/>
              <a:gd name="connsiteY2" fmla="*/ 92117 h 122903"/>
              <a:gd name="connsiteX3" fmla="*/ 11488295 w 11488295"/>
              <a:gd name="connsiteY3" fmla="*/ 122903 h 122903"/>
              <a:gd name="connsiteX4" fmla="*/ 0 w 11488295"/>
              <a:gd name="connsiteY4" fmla="*/ 122903 h 122903"/>
              <a:gd name="connsiteX5" fmla="*/ 25400 w 11488295"/>
              <a:gd name="connsiteY5" fmla="*/ 92117 h 122903"/>
              <a:gd name="connsiteX6" fmla="*/ 247791 w 11488295"/>
              <a:gd name="connsiteY6" fmla="*/ 0 h 122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88295" h="122903">
                <a:moveTo>
                  <a:pt x="247791" y="0"/>
                </a:moveTo>
                <a:lnTo>
                  <a:pt x="11240504" y="0"/>
                </a:lnTo>
                <a:cubicBezTo>
                  <a:pt x="11327353" y="0"/>
                  <a:pt x="11405980" y="35203"/>
                  <a:pt x="11462895" y="92117"/>
                </a:cubicBezTo>
                <a:lnTo>
                  <a:pt x="11488295" y="122903"/>
                </a:lnTo>
                <a:lnTo>
                  <a:pt x="0" y="122903"/>
                </a:lnTo>
                <a:lnTo>
                  <a:pt x="25400" y="92117"/>
                </a:lnTo>
                <a:cubicBezTo>
                  <a:pt x="82315" y="35203"/>
                  <a:pt x="160942" y="0"/>
                  <a:pt x="247791" y="0"/>
                </a:cubicBez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theme" Target="../theme/theme3.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theme" Target="../theme/theme4.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theme" Target="../theme/theme5.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8.xml"/><Relationship Id="rId3" Type="http://schemas.openxmlformats.org/officeDocument/2006/relationships/slideLayout" Target="../slideLayouts/slideLayout53.xml"/><Relationship Id="rId7" Type="http://schemas.openxmlformats.org/officeDocument/2006/relationships/slideLayout" Target="../slideLayouts/slideLayout57.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theme" Target="../theme/theme6.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8.xml"/><Relationship Id="rId3" Type="http://schemas.openxmlformats.org/officeDocument/2006/relationships/slideLayout" Target="../slideLayouts/slideLayout63.xml"/><Relationship Id="rId7" Type="http://schemas.openxmlformats.org/officeDocument/2006/relationships/slideLayout" Target="../slideLayouts/slideLayout67.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theme" Target="../theme/theme7.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8.xml"/><Relationship Id="rId3" Type="http://schemas.openxmlformats.org/officeDocument/2006/relationships/slideLayout" Target="../slideLayouts/slideLayout73.xml"/><Relationship Id="rId7" Type="http://schemas.openxmlformats.org/officeDocument/2006/relationships/slideLayout" Target="../slideLayouts/slideLayout77.xml"/><Relationship Id="rId2" Type="http://schemas.openxmlformats.org/officeDocument/2006/relationships/slideLayout" Target="../slideLayouts/slideLayout72.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theme" Target="../theme/theme8.xml"/><Relationship Id="rId5" Type="http://schemas.openxmlformats.org/officeDocument/2006/relationships/slideLayout" Target="../slideLayouts/slideLayout75.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灯片编号占位符 5"/>
          <p:cNvSpPr txBox="1"/>
          <p:nvPr userDrawn="1"/>
        </p:nvSpPr>
        <p:spPr>
          <a:xfrm>
            <a:off x="11392302" y="6404476"/>
            <a:ext cx="668154" cy="365125"/>
          </a:xfrm>
          <a:prstGeom prst="rect">
            <a:avLst/>
          </a:prstGeom>
        </p:spPr>
        <p:txBody>
          <a:bodyPr/>
          <a:lstStyle>
            <a:defPPr>
              <a:defRPr lang="zh-CN"/>
            </a:defPPr>
            <a:lvl1pPr marL="0" algn="ctr" defTabSz="914400" rtl="0" eaLnBrk="1" latinLnBrk="0" hangingPunct="1">
              <a:defRPr sz="1400" kern="1200">
                <a:solidFill>
                  <a:schemeClr val="accent5">
                    <a:lumMod val="50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88BD4B3-A4CF-4B7B-A8C7-820FC5A3D5B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灯片编号占位符 5"/>
          <p:cNvSpPr txBox="1"/>
          <p:nvPr userDrawn="1"/>
        </p:nvSpPr>
        <p:spPr>
          <a:xfrm>
            <a:off x="11392302" y="6404476"/>
            <a:ext cx="668154" cy="365125"/>
          </a:xfrm>
          <a:prstGeom prst="rect">
            <a:avLst/>
          </a:prstGeom>
        </p:spPr>
        <p:txBody>
          <a:bodyPr/>
          <a:lstStyle>
            <a:defPPr>
              <a:defRPr lang="zh-CN"/>
            </a:defPPr>
            <a:lvl1pPr marL="0" algn="ctr" defTabSz="914400" rtl="0" eaLnBrk="1" latinLnBrk="0" hangingPunct="1">
              <a:defRPr sz="1400" kern="1200">
                <a:solidFill>
                  <a:schemeClr val="accent5">
                    <a:lumMod val="50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88BD4B3-A4CF-4B7B-A8C7-820FC5A3D5B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灯片编号占位符 5"/>
          <p:cNvSpPr txBox="1"/>
          <p:nvPr userDrawn="1"/>
        </p:nvSpPr>
        <p:spPr>
          <a:xfrm>
            <a:off x="11392302" y="6404476"/>
            <a:ext cx="668154" cy="365125"/>
          </a:xfrm>
          <a:prstGeom prst="rect">
            <a:avLst/>
          </a:prstGeom>
        </p:spPr>
        <p:txBody>
          <a:bodyPr/>
          <a:lstStyle>
            <a:defPPr>
              <a:defRPr lang="zh-CN"/>
            </a:defPPr>
            <a:lvl1pPr marL="0" algn="ctr" defTabSz="914400" rtl="0" eaLnBrk="1" latinLnBrk="0" hangingPunct="1">
              <a:defRPr sz="1400" kern="1200">
                <a:solidFill>
                  <a:schemeClr val="accent5">
                    <a:lumMod val="50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88BD4B3-A4CF-4B7B-A8C7-820FC5A3D5B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灯片编号占位符 5"/>
          <p:cNvSpPr txBox="1"/>
          <p:nvPr userDrawn="1"/>
        </p:nvSpPr>
        <p:spPr>
          <a:xfrm>
            <a:off x="11392302" y="6404476"/>
            <a:ext cx="668154" cy="365125"/>
          </a:xfrm>
          <a:prstGeom prst="rect">
            <a:avLst/>
          </a:prstGeom>
        </p:spPr>
        <p:txBody>
          <a:bodyPr/>
          <a:lstStyle>
            <a:defPPr>
              <a:defRPr lang="zh-CN"/>
            </a:defPPr>
            <a:lvl1pPr marL="0" algn="ctr" defTabSz="914400" rtl="0" eaLnBrk="1" latinLnBrk="0" hangingPunct="1">
              <a:defRPr sz="1400" kern="1200">
                <a:solidFill>
                  <a:schemeClr val="accent5">
                    <a:lumMod val="50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88BD4B3-A4CF-4B7B-A8C7-820FC5A3D5B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灯片编号占位符 5"/>
          <p:cNvSpPr txBox="1"/>
          <p:nvPr userDrawn="1"/>
        </p:nvSpPr>
        <p:spPr>
          <a:xfrm>
            <a:off x="11392302" y="6404476"/>
            <a:ext cx="668154" cy="365125"/>
          </a:xfrm>
          <a:prstGeom prst="rect">
            <a:avLst/>
          </a:prstGeom>
        </p:spPr>
        <p:txBody>
          <a:bodyPr/>
          <a:lstStyle>
            <a:defPPr>
              <a:defRPr lang="zh-CN"/>
            </a:defPPr>
            <a:lvl1pPr marL="0" algn="ctr" defTabSz="914400" rtl="0" eaLnBrk="1" latinLnBrk="0" hangingPunct="1">
              <a:defRPr sz="1400" kern="1200">
                <a:solidFill>
                  <a:schemeClr val="accent5">
                    <a:lumMod val="50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88BD4B3-A4CF-4B7B-A8C7-820FC5A3D5B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灯片编号占位符 5"/>
          <p:cNvSpPr txBox="1"/>
          <p:nvPr userDrawn="1"/>
        </p:nvSpPr>
        <p:spPr>
          <a:xfrm>
            <a:off x="11392302" y="6404476"/>
            <a:ext cx="668154" cy="365125"/>
          </a:xfrm>
          <a:prstGeom prst="rect">
            <a:avLst/>
          </a:prstGeom>
        </p:spPr>
        <p:txBody>
          <a:bodyPr/>
          <a:lstStyle>
            <a:defPPr>
              <a:defRPr lang="zh-CN"/>
            </a:defPPr>
            <a:lvl1pPr marL="0" algn="ctr" defTabSz="914400" rtl="0" eaLnBrk="1" latinLnBrk="0" hangingPunct="1">
              <a:defRPr sz="1400" kern="1200">
                <a:solidFill>
                  <a:schemeClr val="accent5">
                    <a:lumMod val="50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88BD4B3-A4CF-4B7B-A8C7-820FC5A3D5B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灯片编号占位符 5"/>
          <p:cNvSpPr txBox="1"/>
          <p:nvPr userDrawn="1"/>
        </p:nvSpPr>
        <p:spPr>
          <a:xfrm>
            <a:off x="11392302" y="6404476"/>
            <a:ext cx="668154" cy="365125"/>
          </a:xfrm>
          <a:prstGeom prst="rect">
            <a:avLst/>
          </a:prstGeom>
        </p:spPr>
        <p:txBody>
          <a:bodyPr/>
          <a:lstStyle>
            <a:defPPr>
              <a:defRPr lang="zh-CN"/>
            </a:defPPr>
            <a:lvl1pPr marL="0" algn="ctr" defTabSz="914400" rtl="0" eaLnBrk="1" latinLnBrk="0" hangingPunct="1">
              <a:defRPr sz="1400" kern="1200">
                <a:solidFill>
                  <a:schemeClr val="accent5">
                    <a:lumMod val="50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88BD4B3-A4CF-4B7B-A8C7-820FC5A3D5B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灯片编号占位符 5"/>
          <p:cNvSpPr txBox="1"/>
          <p:nvPr userDrawn="1"/>
        </p:nvSpPr>
        <p:spPr>
          <a:xfrm>
            <a:off x="11392302" y="6404476"/>
            <a:ext cx="668154" cy="365125"/>
          </a:xfrm>
          <a:prstGeom prst="rect">
            <a:avLst/>
          </a:prstGeom>
        </p:spPr>
        <p:txBody>
          <a:bodyPr/>
          <a:lstStyle>
            <a:defPPr>
              <a:defRPr lang="zh-CN"/>
            </a:defPPr>
            <a:lvl1pPr marL="0" algn="ctr" defTabSz="914400" rtl="0" eaLnBrk="1" latinLnBrk="0" hangingPunct="1">
              <a:defRPr sz="1400" kern="1200">
                <a:solidFill>
                  <a:schemeClr val="accent5">
                    <a:lumMod val="50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88BD4B3-A4CF-4B7B-A8C7-820FC5A3D5B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tags" Target="../tags/tag27.xml"/><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tags" Target="../tags/tag26.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29" Type="http://schemas.openxmlformats.org/officeDocument/2006/relationships/slideLayout" Target="../slideLayouts/slideLayout10.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28" Type="http://schemas.openxmlformats.org/officeDocument/2006/relationships/tags" Target="../tags/tag29.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tags" Target="../tags/tag28.xml"/></Relationships>
</file>

<file path=ppt/slides/_rels/slide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1.png"/><Relationship Id="rId5" Type="http://schemas.openxmlformats.org/officeDocument/2006/relationships/slideLayout" Target="../slideLayouts/slideLayout30.xml"/><Relationship Id="rId4" Type="http://schemas.openxmlformats.org/officeDocument/2006/relationships/tags" Target="../tags/tag33.xml"/></Relationships>
</file>

<file path=ppt/slides/_rels/slide4.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1.png"/><Relationship Id="rId5" Type="http://schemas.openxmlformats.org/officeDocument/2006/relationships/slideLayout" Target="../slideLayouts/slideLayout50.xml"/><Relationship Id="rId4" Type="http://schemas.openxmlformats.org/officeDocument/2006/relationships/tags" Target="../tags/tag37.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40.xml"/><Relationship Id="rId7" Type="http://schemas.openxmlformats.org/officeDocument/2006/relationships/slideLayout" Target="../slideLayouts/slideLayout50.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image" Target="../media/image3.png"/><Relationship Id="rId5" Type="http://schemas.openxmlformats.org/officeDocument/2006/relationships/tags" Target="../tags/tag42.xml"/><Relationship Id="rId10" Type="http://schemas.openxmlformats.org/officeDocument/2006/relationships/image" Target="../media/image2.png"/><Relationship Id="rId4" Type="http://schemas.openxmlformats.org/officeDocument/2006/relationships/tags" Target="../tags/tag41.xml"/><Relationship Id="rId9"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46.xml"/><Relationship Id="rId7" Type="http://schemas.openxmlformats.org/officeDocument/2006/relationships/notesSlide" Target="../notesSlides/notesSlide2.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slideLayout" Target="../slideLayouts/slideLayout50.xml"/><Relationship Id="rId5" Type="http://schemas.openxmlformats.org/officeDocument/2006/relationships/tags" Target="../tags/tag48.xml"/><Relationship Id="rId10" Type="http://schemas.openxmlformats.org/officeDocument/2006/relationships/image" Target="../media/image3.png"/><Relationship Id="rId4" Type="http://schemas.openxmlformats.org/officeDocument/2006/relationships/tags" Target="../tags/tag47.xml"/><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tags" Target="../tags/tag56.xml"/><Relationship Id="rId13" Type="http://schemas.openxmlformats.org/officeDocument/2006/relationships/slideLayout" Target="../slideLayouts/slideLayout40.xml"/><Relationship Id="rId18" Type="http://schemas.openxmlformats.org/officeDocument/2006/relationships/image" Target="../media/image2.png"/><Relationship Id="rId3" Type="http://schemas.openxmlformats.org/officeDocument/2006/relationships/tags" Target="../tags/tag51.xml"/><Relationship Id="rId21" Type="http://schemas.openxmlformats.org/officeDocument/2006/relationships/image" Target="../media/image8.png"/><Relationship Id="rId7" Type="http://schemas.openxmlformats.org/officeDocument/2006/relationships/tags" Target="../tags/tag55.xml"/><Relationship Id="rId12" Type="http://schemas.openxmlformats.org/officeDocument/2006/relationships/tags" Target="../tags/tag60.xml"/><Relationship Id="rId17" Type="http://schemas.openxmlformats.org/officeDocument/2006/relationships/image" Target="../media/image5.png"/><Relationship Id="rId2" Type="http://schemas.openxmlformats.org/officeDocument/2006/relationships/tags" Target="../tags/tag50.xml"/><Relationship Id="rId16" Type="http://schemas.openxmlformats.org/officeDocument/2006/relationships/image" Target="../media/image4.png"/><Relationship Id="rId20" Type="http://schemas.openxmlformats.org/officeDocument/2006/relationships/image" Target="../media/image7.png"/><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tags" Target="../tags/tag59.xml"/><Relationship Id="rId5" Type="http://schemas.openxmlformats.org/officeDocument/2006/relationships/tags" Target="../tags/tag53.xml"/><Relationship Id="rId15" Type="http://schemas.openxmlformats.org/officeDocument/2006/relationships/image" Target="../media/image1.png"/><Relationship Id="rId10" Type="http://schemas.openxmlformats.org/officeDocument/2006/relationships/tags" Target="../tags/tag58.xml"/><Relationship Id="rId19" Type="http://schemas.openxmlformats.org/officeDocument/2006/relationships/image" Target="../media/image6.png"/><Relationship Id="rId4" Type="http://schemas.openxmlformats.org/officeDocument/2006/relationships/tags" Target="../tags/tag52.xml"/><Relationship Id="rId9" Type="http://schemas.openxmlformats.org/officeDocument/2006/relationships/tags" Target="../tags/tag57.xml"/><Relationship Id="rId14"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61.xml"/><Relationship Id="rId5" Type="http://schemas.openxmlformats.org/officeDocument/2006/relationships/image" Target="../media/image9.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60.xml"/><Relationship Id="rId1" Type="http://schemas.openxmlformats.org/officeDocument/2006/relationships/tags" Target="../tags/tag6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0.xml"/><Relationship Id="rId1" Type="http://schemas.openxmlformats.org/officeDocument/2006/relationships/tags" Target="../tags/tag6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80.xml"/><Relationship Id="rId1" Type="http://schemas.openxmlformats.org/officeDocument/2006/relationships/tags" Target="../tags/tag64.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矩形 4"/>
          <p:cNvSpPr/>
          <p:nvPr/>
        </p:nvSpPr>
        <p:spPr>
          <a:xfrm>
            <a:off x="1054734" y="2310429"/>
            <a:ext cx="10082530" cy="1938992"/>
          </a:xfrm>
          <a:prstGeom prst="rect">
            <a:avLst/>
          </a:prstGeom>
        </p:spPr>
        <p:txBody>
          <a:bodyPr wrap="square">
            <a:spAutoFit/>
          </a:bodyPr>
          <a:lstStyle/>
          <a:p>
            <a:pPr algn="ctr"/>
            <a:r>
              <a:rPr lang="zh-CN" altLang="en-US" sz="6600" b="1" dirty="0">
                <a:solidFill>
                  <a:schemeClr val="bg2">
                    <a:lumMod val="25000"/>
                  </a:schemeClr>
                </a:solidFill>
                <a:effectLst>
                  <a:outerShdw blurRad="38100" dist="25400" dir="5400000" algn="ctr" rotWithShape="0">
                    <a:srgbClr val="6E747A">
                      <a:alpha val="43000"/>
                    </a:srgbClr>
                  </a:outerShdw>
                </a:effectLst>
                <a:cs typeface="+mn-ea"/>
                <a:sym typeface="+mn-lt"/>
              </a:rPr>
              <a:t>学习辅助进化优化</a:t>
            </a:r>
            <a:endParaRPr lang="en-US" altLang="zh-CN" sz="6600" b="1" dirty="0">
              <a:solidFill>
                <a:schemeClr val="bg2">
                  <a:lumMod val="25000"/>
                </a:schemeClr>
              </a:solidFill>
              <a:effectLst>
                <a:outerShdw blurRad="38100" dist="25400" dir="5400000" algn="ctr" rotWithShape="0">
                  <a:srgbClr val="6E747A">
                    <a:alpha val="43000"/>
                  </a:srgbClr>
                </a:outerShdw>
              </a:effectLst>
              <a:cs typeface="+mn-ea"/>
              <a:sym typeface="+mn-lt"/>
            </a:endParaRPr>
          </a:p>
          <a:p>
            <a:pPr algn="ctr"/>
            <a:r>
              <a:rPr lang="en-US" altLang="zh-CN" b="1" dirty="0"/>
              <a:t>Learning-Aided Evolution for Optimization</a:t>
            </a:r>
            <a:br>
              <a:rPr lang="en-US" altLang="zh-CN" sz="6600" b="1" dirty="0"/>
            </a:br>
            <a:r>
              <a:rPr lang="en-US" altLang="zh-CN" b="1" dirty="0"/>
              <a:t>Zhi-Hui Zhan , Senior Member, IEEE, Jian-Yu Li , Member, IEEE,</a:t>
            </a:r>
            <a:br>
              <a:rPr lang="en-US" altLang="zh-CN" sz="6600" b="1" dirty="0"/>
            </a:br>
            <a:r>
              <a:rPr lang="en-US" altLang="zh-CN" b="1" dirty="0"/>
              <a:t>Sam Kwong , Fellow, IEEE, and Jun Zhang , Fellow, IEEE</a:t>
            </a:r>
            <a:endParaRPr lang="zh-CN" altLang="en-US" sz="6600" b="1" dirty="0">
              <a:solidFill>
                <a:schemeClr val="bg2">
                  <a:lumMod val="25000"/>
                </a:schemeClr>
              </a:solidFill>
              <a:effectLst>
                <a:outerShdw blurRad="38100" dist="25400" dir="5400000" algn="ctr" rotWithShape="0">
                  <a:srgbClr val="6E747A">
                    <a:alpha val="43000"/>
                  </a:srgbClr>
                </a:outerShdw>
              </a:effectLst>
              <a:cs typeface="+mn-ea"/>
              <a:sym typeface="+mn-lt"/>
            </a:endParaRPr>
          </a:p>
        </p:txBody>
      </p:sp>
      <p:sp>
        <p:nvSpPr>
          <p:cNvPr id="1048637" name="矩形 5"/>
          <p:cNvSpPr/>
          <p:nvPr/>
        </p:nvSpPr>
        <p:spPr>
          <a:xfrm>
            <a:off x="3123871" y="2080242"/>
            <a:ext cx="271781" cy="447040"/>
          </a:xfrm>
          <a:prstGeom prst="rect">
            <a:avLst/>
          </a:prstGeom>
        </p:spPr>
        <p:txBody>
          <a:bodyPr wrap="none">
            <a:spAutoFit/>
          </a:bodyPr>
          <a:lstStyle/>
          <a:p>
            <a:r>
              <a:rPr lang="en-US" altLang="zh-CN" sz="2400" dirty="0">
                <a:solidFill>
                  <a:schemeClr val="accent5">
                    <a:lumMod val="50000"/>
                  </a:schemeClr>
                </a:solidFill>
                <a:cs typeface="+mn-ea"/>
                <a:sym typeface="+mn-lt"/>
              </a:rPr>
              <a:t> </a:t>
            </a:r>
            <a:endParaRPr lang="zh-CN" altLang="en-US" sz="2400" dirty="0">
              <a:solidFill>
                <a:schemeClr val="accent5">
                  <a:lumMod val="50000"/>
                </a:schemeClr>
              </a:solidFill>
              <a:cs typeface="+mn-ea"/>
              <a:sym typeface="+mn-lt"/>
            </a:endParaRPr>
          </a:p>
        </p:txBody>
      </p:sp>
      <p:sp>
        <p:nvSpPr>
          <p:cNvPr id="1048638" name="矩形 12"/>
          <p:cNvSpPr/>
          <p:nvPr/>
        </p:nvSpPr>
        <p:spPr>
          <a:xfrm>
            <a:off x="1288732" y="4463565"/>
            <a:ext cx="5006118" cy="1077218"/>
          </a:xfrm>
          <a:prstGeom prst="rect">
            <a:avLst/>
          </a:prstGeom>
        </p:spPr>
        <p:txBody>
          <a:bodyPr wrap="square">
            <a:spAutoFit/>
          </a:bodyPr>
          <a:lstStyle/>
          <a:p>
            <a:pPr algn="ctr"/>
            <a:r>
              <a:rPr lang="zh-CN" altLang="en-US" sz="3200" b="1" dirty="0">
                <a:solidFill>
                  <a:schemeClr val="accent5">
                    <a:lumMod val="50000"/>
                  </a:schemeClr>
                </a:solidFill>
                <a:cs typeface="+mn-ea"/>
                <a:sym typeface="+mn-lt"/>
              </a:rPr>
              <a:t>分享人：刘振毫</a:t>
            </a:r>
          </a:p>
          <a:p>
            <a:pPr algn="ctr"/>
            <a:endParaRPr lang="zh-CN" altLang="en-US" sz="3200" b="1" dirty="0">
              <a:solidFill>
                <a:schemeClr val="accent5">
                  <a:lumMod val="50000"/>
                </a:schemeClr>
              </a:solidFill>
              <a:cs typeface="+mn-ea"/>
              <a:sym typeface="+mn-lt"/>
            </a:endParaRPr>
          </a:p>
        </p:txBody>
      </p:sp>
      <p:pic>
        <p:nvPicPr>
          <p:cNvPr id="2097153" name="图片 52" descr="校徽紫色版"/>
          <p:cNvPicPr>
            <a:picLocks noChangeAspect="1"/>
          </p:cNvPicPr>
          <p:nvPr/>
        </p:nvPicPr>
        <p:blipFill>
          <a:blip r:embed="rId2"/>
          <a:stretch>
            <a:fillRect/>
          </a:stretch>
        </p:blipFill>
        <p:spPr>
          <a:xfrm>
            <a:off x="3433445" y="241300"/>
            <a:ext cx="4446270" cy="2872740"/>
          </a:xfrm>
          <a:prstGeom prst="rect">
            <a:avLst/>
          </a:prstGeom>
        </p:spPr>
      </p:pic>
      <p:sp>
        <p:nvSpPr>
          <p:cNvPr id="1048639" name="文本框 1"/>
          <p:cNvSpPr txBox="1"/>
          <p:nvPr/>
        </p:nvSpPr>
        <p:spPr>
          <a:xfrm>
            <a:off x="6959377" y="4463565"/>
            <a:ext cx="3803776" cy="584775"/>
          </a:xfrm>
          <a:prstGeom prst="rect">
            <a:avLst/>
          </a:prstGeom>
          <a:noFill/>
        </p:spPr>
        <p:txBody>
          <a:bodyPr wrap="square" rtlCol="0">
            <a:spAutoFit/>
          </a:bodyPr>
          <a:lstStyle/>
          <a:p>
            <a:r>
              <a:rPr lang="zh-CN" altLang="en-US" sz="3200" b="1" dirty="0">
                <a:solidFill>
                  <a:schemeClr val="accent5">
                    <a:lumMod val="50000"/>
                  </a:schemeClr>
                </a:solidFill>
                <a:cs typeface="+mn-ea"/>
                <a:sym typeface="+mn-lt"/>
              </a:rPr>
              <a:t>时间：</a:t>
            </a:r>
            <a:r>
              <a:rPr lang="en-US" altLang="zh-CN" sz="3200" b="1" dirty="0">
                <a:solidFill>
                  <a:schemeClr val="accent5">
                    <a:lumMod val="50000"/>
                  </a:schemeClr>
                </a:solidFill>
                <a:cs typeface="+mn-ea"/>
                <a:sym typeface="+mn-lt"/>
              </a:rPr>
              <a:t>2025.10.30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77" name="标题 1"/>
          <p:cNvSpPr txBox="1"/>
          <p:nvPr/>
        </p:nvSpPr>
        <p:spPr>
          <a:xfrm rot="16200000">
            <a:off x="-900991" y="3373448"/>
            <a:ext cx="2293400" cy="74038"/>
          </a:xfrm>
          <a:custGeom>
            <a:avLst/>
            <a:gdLst>
              <a:gd name="connsiteX0" fmla="*/ 1685474 w 1783010"/>
              <a:gd name="connsiteY0" fmla="*/ 0 h 175260"/>
              <a:gd name="connsiteX1" fmla="*/ 1783010 w 1783010"/>
              <a:gd name="connsiteY1" fmla="*/ 0 h 175260"/>
              <a:gd name="connsiteX2" fmla="*/ 1717986 w 1783010"/>
              <a:gd name="connsiteY2" fmla="*/ 175260 h 175260"/>
              <a:gd name="connsiteX3" fmla="*/ 1620450 w 1783010"/>
              <a:gd name="connsiteY3" fmla="*/ 175260 h 175260"/>
              <a:gd name="connsiteX4" fmla="*/ 1523429 w 1783010"/>
              <a:gd name="connsiteY4" fmla="*/ 0 h 175260"/>
              <a:gd name="connsiteX5" fmla="*/ 1620965 w 1783010"/>
              <a:gd name="connsiteY5" fmla="*/ 0 h 175260"/>
              <a:gd name="connsiteX6" fmla="*/ 1555941 w 1783010"/>
              <a:gd name="connsiteY6" fmla="*/ 175260 h 175260"/>
              <a:gd name="connsiteX7" fmla="*/ 1458405 w 1783010"/>
              <a:gd name="connsiteY7" fmla="*/ 175260 h 175260"/>
              <a:gd name="connsiteX8" fmla="*/ 1361384 w 1783010"/>
              <a:gd name="connsiteY8" fmla="*/ 0 h 175260"/>
              <a:gd name="connsiteX9" fmla="*/ 1458920 w 1783010"/>
              <a:gd name="connsiteY9" fmla="*/ 0 h 175260"/>
              <a:gd name="connsiteX10" fmla="*/ 1393896 w 1783010"/>
              <a:gd name="connsiteY10" fmla="*/ 175260 h 175260"/>
              <a:gd name="connsiteX11" fmla="*/ 1296360 w 1783010"/>
              <a:gd name="connsiteY11" fmla="*/ 175260 h 175260"/>
              <a:gd name="connsiteX12" fmla="*/ 1199339 w 1783010"/>
              <a:gd name="connsiteY12" fmla="*/ 0 h 175260"/>
              <a:gd name="connsiteX13" fmla="*/ 1296875 w 1783010"/>
              <a:gd name="connsiteY13" fmla="*/ 0 h 175260"/>
              <a:gd name="connsiteX14" fmla="*/ 1231851 w 1783010"/>
              <a:gd name="connsiteY14" fmla="*/ 175260 h 175260"/>
              <a:gd name="connsiteX15" fmla="*/ 1134315 w 1783010"/>
              <a:gd name="connsiteY15" fmla="*/ 175260 h 175260"/>
              <a:gd name="connsiteX16" fmla="*/ 1037294 w 1783010"/>
              <a:gd name="connsiteY16" fmla="*/ 0 h 175260"/>
              <a:gd name="connsiteX17" fmla="*/ 1134830 w 1783010"/>
              <a:gd name="connsiteY17" fmla="*/ 0 h 175260"/>
              <a:gd name="connsiteX18" fmla="*/ 1069806 w 1783010"/>
              <a:gd name="connsiteY18" fmla="*/ 175260 h 175260"/>
              <a:gd name="connsiteX19" fmla="*/ 972270 w 1783010"/>
              <a:gd name="connsiteY19" fmla="*/ 175260 h 175260"/>
              <a:gd name="connsiteX20" fmla="*/ 875249 w 1783010"/>
              <a:gd name="connsiteY20" fmla="*/ 0 h 175260"/>
              <a:gd name="connsiteX21" fmla="*/ 972785 w 1783010"/>
              <a:gd name="connsiteY21" fmla="*/ 0 h 175260"/>
              <a:gd name="connsiteX22" fmla="*/ 907761 w 1783010"/>
              <a:gd name="connsiteY22" fmla="*/ 175260 h 175260"/>
              <a:gd name="connsiteX23" fmla="*/ 810225 w 1783010"/>
              <a:gd name="connsiteY23" fmla="*/ 175260 h 175260"/>
              <a:gd name="connsiteX24" fmla="*/ 713204 w 1783010"/>
              <a:gd name="connsiteY24" fmla="*/ 0 h 175260"/>
              <a:gd name="connsiteX25" fmla="*/ 810740 w 1783010"/>
              <a:gd name="connsiteY25" fmla="*/ 0 h 175260"/>
              <a:gd name="connsiteX26" fmla="*/ 745716 w 1783010"/>
              <a:gd name="connsiteY26" fmla="*/ 175260 h 175260"/>
              <a:gd name="connsiteX27" fmla="*/ 648180 w 1783010"/>
              <a:gd name="connsiteY27" fmla="*/ 175260 h 175260"/>
              <a:gd name="connsiteX28" fmla="*/ 551159 w 1783010"/>
              <a:gd name="connsiteY28" fmla="*/ 0 h 175260"/>
              <a:gd name="connsiteX29" fmla="*/ 648695 w 1783010"/>
              <a:gd name="connsiteY29" fmla="*/ 0 h 175260"/>
              <a:gd name="connsiteX30" fmla="*/ 583671 w 1783010"/>
              <a:gd name="connsiteY30" fmla="*/ 175260 h 175260"/>
              <a:gd name="connsiteX31" fmla="*/ 486135 w 1783010"/>
              <a:gd name="connsiteY31" fmla="*/ 175260 h 175260"/>
              <a:gd name="connsiteX32" fmla="*/ 389114 w 1783010"/>
              <a:gd name="connsiteY32" fmla="*/ 0 h 175260"/>
              <a:gd name="connsiteX33" fmla="*/ 486650 w 1783010"/>
              <a:gd name="connsiteY33" fmla="*/ 0 h 175260"/>
              <a:gd name="connsiteX34" fmla="*/ 421626 w 1783010"/>
              <a:gd name="connsiteY34" fmla="*/ 175260 h 175260"/>
              <a:gd name="connsiteX35" fmla="*/ 324090 w 1783010"/>
              <a:gd name="connsiteY35" fmla="*/ 175260 h 175260"/>
              <a:gd name="connsiteX36" fmla="*/ 227069 w 1783010"/>
              <a:gd name="connsiteY36" fmla="*/ 0 h 175260"/>
              <a:gd name="connsiteX37" fmla="*/ 324605 w 1783010"/>
              <a:gd name="connsiteY37" fmla="*/ 0 h 175260"/>
              <a:gd name="connsiteX38" fmla="*/ 259581 w 1783010"/>
              <a:gd name="connsiteY38" fmla="*/ 175260 h 175260"/>
              <a:gd name="connsiteX39" fmla="*/ 162045 w 1783010"/>
              <a:gd name="connsiteY39" fmla="*/ 175260 h 175260"/>
              <a:gd name="connsiteX40" fmla="*/ 65024 w 1783010"/>
              <a:gd name="connsiteY40" fmla="*/ 0 h 175260"/>
              <a:gd name="connsiteX41" fmla="*/ 162560 w 1783010"/>
              <a:gd name="connsiteY41" fmla="*/ 0 h 175260"/>
              <a:gd name="connsiteX42" fmla="*/ 97536 w 1783010"/>
              <a:gd name="connsiteY42" fmla="*/ 175260 h 175260"/>
              <a:gd name="connsiteX43" fmla="*/ 0 w 1783010"/>
              <a:gd name="connsiteY43" fmla="*/ 175260 h 175260"/>
            </a:gdLst>
            <a:ahLst/>
            <a:cxnLst/>
            <a:rect l="l" t="t" r="r" b="b"/>
            <a:pathLst>
              <a:path w="1783010" h="175260">
                <a:moveTo>
                  <a:pt x="1685474" y="0"/>
                </a:moveTo>
                <a:lnTo>
                  <a:pt x="1783010" y="0"/>
                </a:lnTo>
                <a:lnTo>
                  <a:pt x="1717986" y="175260"/>
                </a:lnTo>
                <a:lnTo>
                  <a:pt x="1620450" y="175260"/>
                </a:lnTo>
                <a:close/>
                <a:moveTo>
                  <a:pt x="1523429" y="0"/>
                </a:moveTo>
                <a:lnTo>
                  <a:pt x="1620965" y="0"/>
                </a:lnTo>
                <a:lnTo>
                  <a:pt x="1555941" y="175260"/>
                </a:lnTo>
                <a:lnTo>
                  <a:pt x="1458405" y="175260"/>
                </a:lnTo>
                <a:close/>
                <a:moveTo>
                  <a:pt x="1361384" y="0"/>
                </a:moveTo>
                <a:lnTo>
                  <a:pt x="1458920" y="0"/>
                </a:lnTo>
                <a:lnTo>
                  <a:pt x="1393896" y="175260"/>
                </a:lnTo>
                <a:lnTo>
                  <a:pt x="1296360" y="175260"/>
                </a:lnTo>
                <a:close/>
                <a:moveTo>
                  <a:pt x="1199339" y="0"/>
                </a:moveTo>
                <a:lnTo>
                  <a:pt x="1296875" y="0"/>
                </a:lnTo>
                <a:lnTo>
                  <a:pt x="1231851" y="175260"/>
                </a:lnTo>
                <a:lnTo>
                  <a:pt x="1134315" y="175260"/>
                </a:lnTo>
                <a:close/>
                <a:moveTo>
                  <a:pt x="1037294" y="0"/>
                </a:moveTo>
                <a:lnTo>
                  <a:pt x="1134830" y="0"/>
                </a:lnTo>
                <a:lnTo>
                  <a:pt x="1069806" y="175260"/>
                </a:lnTo>
                <a:lnTo>
                  <a:pt x="972270" y="175260"/>
                </a:lnTo>
                <a:close/>
                <a:moveTo>
                  <a:pt x="875249" y="0"/>
                </a:moveTo>
                <a:lnTo>
                  <a:pt x="972785" y="0"/>
                </a:lnTo>
                <a:lnTo>
                  <a:pt x="907761" y="175260"/>
                </a:lnTo>
                <a:lnTo>
                  <a:pt x="810225" y="175260"/>
                </a:lnTo>
                <a:close/>
                <a:moveTo>
                  <a:pt x="713204" y="0"/>
                </a:moveTo>
                <a:lnTo>
                  <a:pt x="810740" y="0"/>
                </a:lnTo>
                <a:lnTo>
                  <a:pt x="745716" y="175260"/>
                </a:lnTo>
                <a:lnTo>
                  <a:pt x="648180" y="175260"/>
                </a:lnTo>
                <a:close/>
                <a:moveTo>
                  <a:pt x="551159" y="0"/>
                </a:moveTo>
                <a:lnTo>
                  <a:pt x="648695" y="0"/>
                </a:lnTo>
                <a:lnTo>
                  <a:pt x="583671" y="175260"/>
                </a:lnTo>
                <a:lnTo>
                  <a:pt x="486135" y="175260"/>
                </a:lnTo>
                <a:close/>
                <a:moveTo>
                  <a:pt x="389114" y="0"/>
                </a:moveTo>
                <a:lnTo>
                  <a:pt x="486650" y="0"/>
                </a:lnTo>
                <a:lnTo>
                  <a:pt x="421626" y="175260"/>
                </a:lnTo>
                <a:lnTo>
                  <a:pt x="324090" y="175260"/>
                </a:lnTo>
                <a:close/>
                <a:moveTo>
                  <a:pt x="227069" y="0"/>
                </a:moveTo>
                <a:lnTo>
                  <a:pt x="324605" y="0"/>
                </a:lnTo>
                <a:lnTo>
                  <a:pt x="259581" y="175260"/>
                </a:lnTo>
                <a:lnTo>
                  <a:pt x="162045" y="175260"/>
                </a:lnTo>
                <a:close/>
                <a:moveTo>
                  <a:pt x="65024" y="0"/>
                </a:moveTo>
                <a:lnTo>
                  <a:pt x="162560" y="0"/>
                </a:lnTo>
                <a:lnTo>
                  <a:pt x="97536" y="175260"/>
                </a:lnTo>
                <a:lnTo>
                  <a:pt x="0" y="175260"/>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latin typeface="等线" panose="02010600030101010101" pitchFamily="2" charset="-122"/>
              <a:ea typeface="等线" panose="02010600030101010101" pitchFamily="2" charset="-122"/>
            </a:endParaRPr>
          </a:p>
        </p:txBody>
      </p:sp>
      <p:sp>
        <p:nvSpPr>
          <p:cNvPr id="1048578" name="标题 1"/>
          <p:cNvSpPr txBox="1"/>
          <p:nvPr/>
        </p:nvSpPr>
        <p:spPr>
          <a:xfrm>
            <a:off x="-19050" y="-12700"/>
            <a:ext cx="12230100" cy="6883400"/>
          </a:xfrm>
          <a:prstGeom prst="rect">
            <a:avLst/>
          </a:prstGeom>
          <a:gradFill>
            <a:gsLst>
              <a:gs pos="18000">
                <a:schemeClr val="bg1">
                  <a:alpha val="100000"/>
                </a:schemeClr>
              </a:gs>
              <a:gs pos="100000">
                <a:schemeClr val="accent1">
                  <a:lumMod val="20000"/>
                  <a:lumOff val="80000"/>
                  <a:alpha val="100000"/>
                </a:schemeClr>
              </a:gs>
            </a:gsLst>
            <a:path path="circle">
              <a:fillToRect l="50000" t="50000" r="50000" b="50000"/>
            </a:path>
          </a:gradFill>
        </p:spPr>
        <p:txBody>
          <a:bodyPr vert="horz" wrap="square" lIns="0" tIns="0" rIns="0" bIns="0" rtlCol="0" anchor="ctr"/>
          <a:lstStyle/>
          <a:p>
            <a:pPr algn="ctr">
              <a:lnSpc>
                <a:spcPct val="100000"/>
              </a:lnSpc>
            </a:pPr>
            <a:endParaRPr kumimoji="1" lang="zh-CN" altLang="en-US">
              <a:latin typeface="等线" panose="02010600030101010101" pitchFamily="2" charset="-122"/>
              <a:ea typeface="等线" panose="02010600030101010101" pitchFamily="2" charset="-122"/>
            </a:endParaRPr>
          </a:p>
        </p:txBody>
      </p:sp>
      <p:sp>
        <p:nvSpPr>
          <p:cNvPr id="1048579" name="标题 1"/>
          <p:cNvSpPr txBox="1"/>
          <p:nvPr/>
        </p:nvSpPr>
        <p:spPr>
          <a:xfrm>
            <a:off x="-3995" y="0"/>
            <a:ext cx="6096000" cy="6858000"/>
          </a:xfrm>
          <a:prstGeom prst="rect">
            <a:avLst/>
          </a:prstGeom>
          <a:gradFill>
            <a:gsLst>
              <a:gs pos="0">
                <a:schemeClr val="accent1"/>
              </a:gs>
              <a:gs pos="100000">
                <a:schemeClr val="accent1">
                  <a:lumMod val="75000"/>
                </a:schemeClr>
              </a:gs>
            </a:gsLst>
            <a:lin ang="2700000" scaled="0"/>
          </a:gradFill>
          <a:ln w="9525" cap="sq">
            <a:noFill/>
            <a:miter/>
          </a:ln>
        </p:spPr>
        <p:txBody>
          <a:bodyPr vert="horz" wrap="square" lIns="91440" tIns="45720" rIns="91440" bIns="45720" rtlCol="0" anchor="ctr"/>
          <a:lstStyle/>
          <a:p>
            <a:pPr algn="ctr">
              <a:lnSpc>
                <a:spcPct val="110000"/>
              </a:lnSpc>
            </a:pPr>
            <a:endParaRPr kumimoji="1" lang="zh-CN" altLang="en-US" dirty="0">
              <a:solidFill>
                <a:schemeClr val="accent6"/>
              </a:solidFill>
              <a:latin typeface="等线" panose="02010600030101010101" pitchFamily="2" charset="-122"/>
              <a:ea typeface="等线" panose="02010600030101010101" pitchFamily="2" charset="-122"/>
            </a:endParaRPr>
          </a:p>
        </p:txBody>
      </p:sp>
      <p:sp>
        <p:nvSpPr>
          <p:cNvPr id="1048580" name="标题 1"/>
          <p:cNvSpPr txBox="1"/>
          <p:nvPr/>
        </p:nvSpPr>
        <p:spPr>
          <a:xfrm>
            <a:off x="3269079" y="626568"/>
            <a:ext cx="8714113" cy="5775342"/>
          </a:xfrm>
          <a:prstGeom prst="roundRect">
            <a:avLst>
              <a:gd name="adj" fmla="val 2047"/>
            </a:avLst>
          </a:prstGeom>
          <a:solidFill>
            <a:schemeClr val="bg1"/>
          </a:solidFill>
          <a:ln w="12700" cap="sq">
            <a:solidFill>
              <a:schemeClr val="accent1">
                <a:lumMod val="75000"/>
              </a:schemeClr>
            </a:solidFill>
            <a:miter/>
          </a:ln>
          <a:effectLst>
            <a:outerShdw blurRad="393700" dist="228600" sx="102000" sy="102000" algn="ctr" rotWithShape="0">
              <a:schemeClr val="accent1">
                <a:lumMod val="50000"/>
                <a:alpha val="20000"/>
              </a:schemeClr>
            </a:outerShdw>
          </a:effectLst>
        </p:spPr>
        <p:txBody>
          <a:bodyPr vert="horz" wrap="square" lIns="91440" tIns="45720" rIns="91440" bIns="45720" rtlCol="0" anchor="ctr"/>
          <a:lstStyle/>
          <a:p>
            <a:pPr algn="ctr">
              <a:lnSpc>
                <a:spcPct val="110000"/>
              </a:lnSpc>
            </a:pPr>
            <a:endParaRPr kumimoji="1" lang="zh-CN" altLang="en-US">
              <a:latin typeface="等线" panose="02010600030101010101" pitchFamily="2" charset="-122"/>
              <a:ea typeface="等线" panose="02010600030101010101" pitchFamily="2" charset="-122"/>
            </a:endParaRPr>
          </a:p>
        </p:txBody>
      </p:sp>
      <p:sp>
        <p:nvSpPr>
          <p:cNvPr id="1048581" name="标题 1"/>
          <p:cNvSpPr txBox="1"/>
          <p:nvPr/>
        </p:nvSpPr>
        <p:spPr>
          <a:xfrm>
            <a:off x="473875" y="3090547"/>
            <a:ext cx="2209800" cy="1172210"/>
          </a:xfrm>
          <a:prstGeom prst="rect">
            <a:avLst/>
          </a:prstGeom>
          <a:noFill/>
          <a:ln>
            <a:noFill/>
          </a:ln>
        </p:spPr>
        <p:txBody>
          <a:bodyPr vert="horz" wrap="square" lIns="0" tIns="0" rIns="0" bIns="0" rtlCol="0" anchor="t">
            <a:spAutoFit/>
          </a:bodyPr>
          <a:lstStyle/>
          <a:p>
            <a:pPr algn="ctr">
              <a:lnSpc>
                <a:spcPct val="130000"/>
              </a:lnSpc>
            </a:pPr>
            <a:r>
              <a:rPr kumimoji="1" lang="en-US" altLang="zh-CN" sz="6000" dirty="0">
                <a:ln w="12700">
                  <a:noFill/>
                </a:ln>
                <a:solidFill>
                  <a:srgbClr val="FFFFFF">
                    <a:alpha val="100000"/>
                  </a:srgbClr>
                </a:solidFill>
                <a:latin typeface="等线" panose="02010600030101010101" pitchFamily="2" charset="-122"/>
                <a:ea typeface="等线" panose="02010600030101010101" pitchFamily="2" charset="-122"/>
                <a:cs typeface="OPPOSans H"/>
              </a:rPr>
              <a:t>目 录</a:t>
            </a:r>
            <a:endParaRPr kumimoji="1" lang="zh-CN" altLang="en-US" dirty="0">
              <a:latin typeface="等线" panose="02010600030101010101" pitchFamily="2" charset="-122"/>
              <a:ea typeface="等线" panose="02010600030101010101" pitchFamily="2" charset="-122"/>
            </a:endParaRPr>
          </a:p>
        </p:txBody>
      </p:sp>
      <p:sp>
        <p:nvSpPr>
          <p:cNvPr id="1048582" name="标题 1"/>
          <p:cNvSpPr txBox="1"/>
          <p:nvPr/>
        </p:nvSpPr>
        <p:spPr>
          <a:xfrm>
            <a:off x="801274" y="719340"/>
            <a:ext cx="130290" cy="13029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latin typeface="等线" panose="02010600030101010101" pitchFamily="2" charset="-122"/>
              <a:ea typeface="等线" panose="02010600030101010101" pitchFamily="2" charset="-122"/>
            </a:endParaRPr>
          </a:p>
        </p:txBody>
      </p:sp>
      <p:sp>
        <p:nvSpPr>
          <p:cNvPr id="1048583" name="标题 1"/>
          <p:cNvSpPr txBox="1"/>
          <p:nvPr/>
        </p:nvSpPr>
        <p:spPr>
          <a:xfrm>
            <a:off x="1036824" y="719340"/>
            <a:ext cx="130290" cy="13029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latin typeface="等线" panose="02010600030101010101" pitchFamily="2" charset="-122"/>
              <a:ea typeface="等线" panose="02010600030101010101" pitchFamily="2" charset="-122"/>
            </a:endParaRPr>
          </a:p>
        </p:txBody>
      </p:sp>
      <p:sp>
        <p:nvSpPr>
          <p:cNvPr id="1048584" name="标题 1"/>
          <p:cNvSpPr txBox="1"/>
          <p:nvPr/>
        </p:nvSpPr>
        <p:spPr>
          <a:xfrm>
            <a:off x="1272374" y="719340"/>
            <a:ext cx="130290" cy="13029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latin typeface="等线" panose="02010600030101010101" pitchFamily="2" charset="-122"/>
              <a:ea typeface="等线" panose="02010600030101010101" pitchFamily="2" charset="-122"/>
            </a:endParaRPr>
          </a:p>
        </p:txBody>
      </p:sp>
      <p:grpSp>
        <p:nvGrpSpPr>
          <p:cNvPr id="25" name="组合 65"/>
          <p:cNvGrpSpPr/>
          <p:nvPr>
            <p:custDataLst>
              <p:tags r:id="rId1"/>
            </p:custDataLst>
          </p:nvPr>
        </p:nvGrpSpPr>
        <p:grpSpPr>
          <a:xfrm>
            <a:off x="3380284" y="1512999"/>
            <a:ext cx="3621243" cy="530826"/>
            <a:chOff x="3380284" y="1512999"/>
            <a:chExt cx="3621243" cy="530826"/>
          </a:xfrm>
        </p:grpSpPr>
        <p:sp>
          <p:nvSpPr>
            <p:cNvPr id="1048585" name="标题 1"/>
            <p:cNvSpPr txBox="1"/>
            <p:nvPr>
              <p:custDataLst>
                <p:tags r:id="rId23"/>
              </p:custDataLst>
            </p:nvPr>
          </p:nvSpPr>
          <p:spPr>
            <a:xfrm>
              <a:off x="3751401" y="1513001"/>
              <a:ext cx="3250126" cy="530824"/>
            </a:xfrm>
            <a:prstGeom prst="rect">
              <a:avLst/>
            </a:prstGeom>
            <a:solidFill>
              <a:schemeClr val="bg1"/>
            </a:solidFill>
            <a:ln w="12700" cap="sq">
              <a:gradFill>
                <a:gsLst>
                  <a:gs pos="0">
                    <a:schemeClr val="accent1">
                      <a:alpha val="0"/>
                    </a:schemeClr>
                  </a:gs>
                  <a:gs pos="100000">
                    <a:schemeClr val="accent1"/>
                  </a:gs>
                </a:gsLst>
                <a:lin ang="0" scaled="0"/>
              </a:gradFill>
              <a:miter/>
            </a:ln>
          </p:spPr>
          <p:txBody>
            <a:bodyPr vert="horz" wrap="square" lIns="91440" tIns="45720" rIns="91440" bIns="45720" rtlCol="0" anchor="ctr"/>
            <a:lstStyle/>
            <a:p>
              <a:pPr algn="ctr">
                <a:lnSpc>
                  <a:spcPct val="110000"/>
                </a:lnSpc>
              </a:pPr>
              <a:endParaRPr kumimoji="1" lang="zh-CN" altLang="en-US">
                <a:latin typeface="等线" panose="02010600030101010101" pitchFamily="2" charset="-122"/>
                <a:ea typeface="等线" panose="02010600030101010101" pitchFamily="2" charset="-122"/>
              </a:endParaRPr>
            </a:p>
          </p:txBody>
        </p:sp>
        <p:sp>
          <p:nvSpPr>
            <p:cNvPr id="1048586" name="标题 1"/>
            <p:cNvSpPr txBox="1"/>
            <p:nvPr>
              <p:custDataLst>
                <p:tags r:id="rId24"/>
              </p:custDataLst>
            </p:nvPr>
          </p:nvSpPr>
          <p:spPr>
            <a:xfrm>
              <a:off x="6921436" y="1513001"/>
              <a:ext cx="80091" cy="530824"/>
            </a:xfrm>
            <a:prstGeom prst="rect">
              <a:avLst/>
            </a:prstGeom>
            <a:solidFill>
              <a:schemeClr val="accent1"/>
            </a:solidFill>
            <a:ln w="12700" cap="sq">
              <a:gradFill>
                <a:gsLst>
                  <a:gs pos="0">
                    <a:schemeClr val="accent1"/>
                  </a:gs>
                  <a:gs pos="100000">
                    <a:schemeClr val="accent1"/>
                  </a:gs>
                </a:gsLst>
                <a:lin ang="0" scaled="0"/>
              </a:gradFill>
              <a:miter/>
            </a:ln>
          </p:spPr>
          <p:txBody>
            <a:bodyPr vert="horz" wrap="square" lIns="91440" tIns="45720" rIns="91440" bIns="45720" rtlCol="0" anchor="ctr"/>
            <a:lstStyle/>
            <a:p>
              <a:pPr algn="ctr">
                <a:lnSpc>
                  <a:spcPct val="110000"/>
                </a:lnSpc>
              </a:pPr>
              <a:endParaRPr kumimoji="1" lang="zh-CN" altLang="en-US">
                <a:latin typeface="等线" panose="02010600030101010101" pitchFamily="2" charset="-122"/>
                <a:ea typeface="等线" panose="02010600030101010101" pitchFamily="2" charset="-122"/>
              </a:endParaRPr>
            </a:p>
          </p:txBody>
        </p:sp>
        <p:sp>
          <p:nvSpPr>
            <p:cNvPr id="1048587" name="标题 1"/>
            <p:cNvSpPr txBox="1"/>
            <p:nvPr>
              <p:custDataLst>
                <p:tags r:id="rId25"/>
              </p:custDataLst>
            </p:nvPr>
          </p:nvSpPr>
          <p:spPr>
            <a:xfrm>
              <a:off x="3380284" y="1513001"/>
              <a:ext cx="530824" cy="530824"/>
            </a:xfrm>
            <a:prstGeom prst="donut">
              <a:avLst>
                <a:gd name="adj" fmla="val 9441"/>
              </a:avLst>
            </a:prstGeom>
            <a:gradFill>
              <a:gsLst>
                <a:gs pos="0">
                  <a:schemeClr val="accent1"/>
                </a:gs>
                <a:gs pos="100000">
                  <a:schemeClr val="accent1">
                    <a:lumMod val="75000"/>
                  </a:schemeClr>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latin typeface="等线" panose="02010600030101010101" pitchFamily="2" charset="-122"/>
                <a:ea typeface="等线" panose="02010600030101010101" pitchFamily="2" charset="-122"/>
              </a:endParaRPr>
            </a:p>
          </p:txBody>
        </p:sp>
        <p:sp>
          <p:nvSpPr>
            <p:cNvPr id="1048588" name="标题 1"/>
            <p:cNvSpPr txBox="1"/>
            <p:nvPr>
              <p:custDataLst>
                <p:tags r:id="rId26"/>
              </p:custDataLst>
            </p:nvPr>
          </p:nvSpPr>
          <p:spPr>
            <a:xfrm>
              <a:off x="3474995" y="1607712"/>
              <a:ext cx="341403" cy="341403"/>
            </a:xfrm>
            <a:prstGeom prst="ellipse">
              <a:avLst/>
            </a:prstGeom>
            <a:gradFill>
              <a:gsLst>
                <a:gs pos="0">
                  <a:schemeClr val="accent1"/>
                </a:gs>
                <a:gs pos="100000">
                  <a:schemeClr val="accent1">
                    <a:lumMod val="75000"/>
                  </a:schemeClr>
                </a:gs>
              </a:gsLst>
              <a:lin ang="0" scaled="0"/>
            </a:gradFill>
            <a:ln w="12700" cap="sq">
              <a:noFill/>
              <a:miter/>
            </a:ln>
            <a:effectLst>
              <a:outerShdw blurRad="114300" dist="76200" dir="2700000" algn="tl" rotWithShape="0">
                <a:schemeClr val="accent1">
                  <a:lumMod val="75000"/>
                  <a:alpha val="33000"/>
                </a:schemeClr>
              </a:outerShdw>
            </a:effectLst>
          </p:spPr>
          <p:txBody>
            <a:bodyPr vert="horz" wrap="square" lIns="91440" tIns="45720" rIns="91440" bIns="45720" rtlCol="0" anchor="ctr"/>
            <a:lstStyle/>
            <a:p>
              <a:pPr algn="ctr">
                <a:lnSpc>
                  <a:spcPct val="110000"/>
                </a:lnSpc>
              </a:pPr>
              <a:endParaRPr kumimoji="1" lang="zh-CN" altLang="en-US">
                <a:latin typeface="等线" panose="02010600030101010101" pitchFamily="2" charset="-122"/>
                <a:ea typeface="等线" panose="02010600030101010101" pitchFamily="2" charset="-122"/>
              </a:endParaRPr>
            </a:p>
          </p:txBody>
        </p:sp>
        <p:sp>
          <p:nvSpPr>
            <p:cNvPr id="1048589" name="标题 1"/>
            <p:cNvSpPr txBox="1"/>
            <p:nvPr>
              <p:custDataLst>
                <p:tags r:id="rId27"/>
              </p:custDataLst>
            </p:nvPr>
          </p:nvSpPr>
          <p:spPr>
            <a:xfrm>
              <a:off x="4190446" y="1512999"/>
              <a:ext cx="2604359" cy="530823"/>
            </a:xfrm>
            <a:prstGeom prst="rect">
              <a:avLst/>
            </a:prstGeom>
            <a:noFill/>
            <a:ln>
              <a:noFill/>
            </a:ln>
          </p:spPr>
          <p:txBody>
            <a:bodyPr vert="horz" wrap="square" lIns="0" tIns="0" rIns="0" bIns="0" rtlCol="0" anchor="ctr"/>
            <a:lstStyle/>
            <a:p>
              <a:pPr algn="l">
                <a:lnSpc>
                  <a:spcPct val="130000"/>
                </a:lnSpc>
              </a:pPr>
              <a:r>
                <a:rPr kumimoji="1" lang="zh-CN" altLang="en-US" dirty="0">
                  <a:ln w="12700">
                    <a:noFill/>
                  </a:ln>
                  <a:solidFill>
                    <a:srgbClr val="262626">
                      <a:alpha val="100000"/>
                    </a:srgbClr>
                  </a:solidFill>
                  <a:latin typeface="等线" panose="02010600030101010101" pitchFamily="2" charset="-122"/>
                  <a:ea typeface="等线" panose="02010600030101010101" pitchFamily="2" charset="-122"/>
                  <a:cs typeface="OPPOSans H"/>
                  <a:sym typeface="+mn-ea"/>
                </a:rPr>
                <a:t>背景</a:t>
              </a:r>
              <a:r>
                <a:rPr kumimoji="1" lang="zh-CN" altLang="en-US" dirty="0">
                  <a:ln w="12700">
                    <a:noFill/>
                  </a:ln>
                  <a:solidFill>
                    <a:srgbClr val="262626">
                      <a:alpha val="100000"/>
                    </a:srgbClr>
                  </a:solidFill>
                  <a:latin typeface="等线" panose="02010600030101010101" pitchFamily="2" charset="-122"/>
                  <a:ea typeface="等线" panose="02010600030101010101" pitchFamily="2" charset="-122"/>
                  <a:cs typeface="OPPOSans H"/>
                </a:rPr>
                <a:t>和</a:t>
              </a:r>
              <a:r>
                <a:rPr kumimoji="1" lang="zh-CN" altLang="en-US" dirty="0">
                  <a:ln w="12700">
                    <a:noFill/>
                  </a:ln>
                  <a:solidFill>
                    <a:srgbClr val="262626">
                      <a:alpha val="100000"/>
                    </a:srgbClr>
                  </a:solidFill>
                  <a:latin typeface="等线" panose="02010600030101010101" pitchFamily="2" charset="-122"/>
                  <a:ea typeface="等线" panose="02010600030101010101" pitchFamily="2" charset="-122"/>
                  <a:cs typeface="OPPOSans H"/>
                  <a:sym typeface="+mn-ea"/>
                </a:rPr>
                <a:t>挑战</a:t>
              </a:r>
              <a:endParaRPr kumimoji="1" lang="zh-CN" altLang="en-US" dirty="0">
                <a:latin typeface="等线" panose="02010600030101010101" pitchFamily="2" charset="-122"/>
                <a:ea typeface="等线" panose="02010600030101010101" pitchFamily="2" charset="-122"/>
              </a:endParaRPr>
            </a:p>
          </p:txBody>
        </p:sp>
        <p:sp>
          <p:nvSpPr>
            <p:cNvPr id="1048590" name="标题 1"/>
            <p:cNvSpPr txBox="1"/>
            <p:nvPr>
              <p:custDataLst>
                <p:tags r:id="rId28"/>
              </p:custDataLst>
            </p:nvPr>
          </p:nvSpPr>
          <p:spPr>
            <a:xfrm>
              <a:off x="3472063" y="1607712"/>
              <a:ext cx="344335" cy="341403"/>
            </a:xfrm>
            <a:prstGeom prst="rect">
              <a:avLst/>
            </a:prstGeom>
            <a:noFill/>
            <a:ln>
              <a:noFill/>
            </a:ln>
          </p:spPr>
          <p:txBody>
            <a:bodyPr vert="horz" wrap="square" lIns="0" tIns="0" rIns="0" bIns="0" rtlCol="0" anchor="ctr"/>
            <a:lstStyle/>
            <a:p>
              <a:pPr algn="ctr">
                <a:lnSpc>
                  <a:spcPct val="130000"/>
                </a:lnSpc>
              </a:pPr>
              <a:r>
                <a:rPr kumimoji="1" lang="en-US" altLang="zh-CN" dirty="0">
                  <a:ln w="12700">
                    <a:noFill/>
                  </a:ln>
                  <a:solidFill>
                    <a:srgbClr val="FFFFFF">
                      <a:alpha val="100000"/>
                    </a:srgbClr>
                  </a:solidFill>
                  <a:latin typeface="等线" panose="02010600030101010101" pitchFamily="2" charset="-122"/>
                  <a:ea typeface="等线" panose="02010600030101010101" pitchFamily="2" charset="-122"/>
                  <a:cs typeface="OPPOSans H"/>
                </a:rPr>
                <a:t>01</a:t>
              </a:r>
              <a:endParaRPr kumimoji="1" lang="zh-CN" altLang="en-US" dirty="0">
                <a:latin typeface="等线" panose="02010600030101010101" pitchFamily="2" charset="-122"/>
                <a:ea typeface="等线" panose="02010600030101010101" pitchFamily="2" charset="-122"/>
              </a:endParaRPr>
            </a:p>
          </p:txBody>
        </p:sp>
      </p:grpSp>
      <p:grpSp>
        <p:nvGrpSpPr>
          <p:cNvPr id="26" name="组合 60"/>
          <p:cNvGrpSpPr/>
          <p:nvPr>
            <p:custDataLst>
              <p:tags r:id="rId2"/>
            </p:custDataLst>
          </p:nvPr>
        </p:nvGrpSpPr>
        <p:grpSpPr>
          <a:xfrm>
            <a:off x="7716172" y="1512999"/>
            <a:ext cx="3621243" cy="530826"/>
            <a:chOff x="7680810" y="1512999"/>
            <a:chExt cx="3621243" cy="530826"/>
          </a:xfrm>
        </p:grpSpPr>
        <p:sp>
          <p:nvSpPr>
            <p:cNvPr id="1048591" name="标题 1"/>
            <p:cNvSpPr txBox="1"/>
            <p:nvPr>
              <p:custDataLst>
                <p:tags r:id="rId17"/>
              </p:custDataLst>
            </p:nvPr>
          </p:nvSpPr>
          <p:spPr>
            <a:xfrm>
              <a:off x="8051927" y="1513001"/>
              <a:ext cx="3250126" cy="530824"/>
            </a:xfrm>
            <a:prstGeom prst="rect">
              <a:avLst/>
            </a:prstGeom>
            <a:solidFill>
              <a:schemeClr val="bg1"/>
            </a:solidFill>
            <a:ln w="12700" cap="sq">
              <a:gradFill>
                <a:gsLst>
                  <a:gs pos="0">
                    <a:schemeClr val="accent1">
                      <a:alpha val="0"/>
                    </a:schemeClr>
                  </a:gs>
                  <a:gs pos="100000">
                    <a:schemeClr val="accent1"/>
                  </a:gs>
                </a:gsLst>
                <a:lin ang="0" scaled="0"/>
              </a:gradFill>
              <a:miter/>
            </a:ln>
          </p:spPr>
          <p:txBody>
            <a:bodyPr vert="horz" wrap="square" lIns="91440" tIns="45720" rIns="91440" bIns="45720" rtlCol="0" anchor="ctr"/>
            <a:lstStyle/>
            <a:p>
              <a:pPr algn="ctr">
                <a:lnSpc>
                  <a:spcPct val="110000"/>
                </a:lnSpc>
              </a:pPr>
              <a:endParaRPr kumimoji="1" lang="zh-CN" altLang="en-US">
                <a:latin typeface="等线" panose="02010600030101010101" pitchFamily="2" charset="-122"/>
                <a:ea typeface="等线" panose="02010600030101010101" pitchFamily="2" charset="-122"/>
              </a:endParaRPr>
            </a:p>
          </p:txBody>
        </p:sp>
        <p:sp>
          <p:nvSpPr>
            <p:cNvPr id="1048592" name="标题 1"/>
            <p:cNvSpPr txBox="1"/>
            <p:nvPr>
              <p:custDataLst>
                <p:tags r:id="rId18"/>
              </p:custDataLst>
            </p:nvPr>
          </p:nvSpPr>
          <p:spPr>
            <a:xfrm>
              <a:off x="11221962" y="1513001"/>
              <a:ext cx="80091" cy="530824"/>
            </a:xfrm>
            <a:prstGeom prst="rect">
              <a:avLst/>
            </a:prstGeom>
            <a:solidFill>
              <a:schemeClr val="accent1"/>
            </a:solidFill>
            <a:ln w="12700" cap="sq">
              <a:gradFill>
                <a:gsLst>
                  <a:gs pos="0">
                    <a:schemeClr val="accent1"/>
                  </a:gs>
                  <a:gs pos="100000">
                    <a:schemeClr val="accent1"/>
                  </a:gs>
                </a:gsLst>
                <a:lin ang="0" scaled="0"/>
              </a:gradFill>
              <a:miter/>
            </a:ln>
          </p:spPr>
          <p:txBody>
            <a:bodyPr vert="horz" wrap="square" lIns="91440" tIns="45720" rIns="91440" bIns="45720" rtlCol="0" anchor="ctr"/>
            <a:lstStyle/>
            <a:p>
              <a:pPr algn="ctr">
                <a:lnSpc>
                  <a:spcPct val="110000"/>
                </a:lnSpc>
              </a:pPr>
              <a:endParaRPr kumimoji="1" lang="zh-CN" altLang="en-US">
                <a:latin typeface="等线" panose="02010600030101010101" pitchFamily="2" charset="-122"/>
                <a:ea typeface="等线" panose="02010600030101010101" pitchFamily="2" charset="-122"/>
              </a:endParaRPr>
            </a:p>
          </p:txBody>
        </p:sp>
        <p:sp>
          <p:nvSpPr>
            <p:cNvPr id="1048593" name="标题 1"/>
            <p:cNvSpPr txBox="1"/>
            <p:nvPr>
              <p:custDataLst>
                <p:tags r:id="rId19"/>
              </p:custDataLst>
            </p:nvPr>
          </p:nvSpPr>
          <p:spPr>
            <a:xfrm>
              <a:off x="7680810" y="1513001"/>
              <a:ext cx="530824" cy="530824"/>
            </a:xfrm>
            <a:prstGeom prst="donut">
              <a:avLst>
                <a:gd name="adj" fmla="val 9441"/>
              </a:avLst>
            </a:prstGeom>
            <a:gradFill>
              <a:gsLst>
                <a:gs pos="0">
                  <a:schemeClr val="accent1"/>
                </a:gs>
                <a:gs pos="100000">
                  <a:schemeClr val="accent1">
                    <a:lumMod val="75000"/>
                  </a:schemeClr>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latin typeface="等线" panose="02010600030101010101" pitchFamily="2" charset="-122"/>
                <a:ea typeface="等线" panose="02010600030101010101" pitchFamily="2" charset="-122"/>
              </a:endParaRPr>
            </a:p>
          </p:txBody>
        </p:sp>
        <p:sp>
          <p:nvSpPr>
            <p:cNvPr id="1048594" name="标题 1"/>
            <p:cNvSpPr txBox="1"/>
            <p:nvPr>
              <p:custDataLst>
                <p:tags r:id="rId20"/>
              </p:custDataLst>
            </p:nvPr>
          </p:nvSpPr>
          <p:spPr>
            <a:xfrm>
              <a:off x="7775521" y="1607712"/>
              <a:ext cx="341403" cy="341403"/>
            </a:xfrm>
            <a:prstGeom prst="ellipse">
              <a:avLst/>
            </a:prstGeom>
            <a:gradFill>
              <a:gsLst>
                <a:gs pos="0">
                  <a:schemeClr val="accent1"/>
                </a:gs>
                <a:gs pos="100000">
                  <a:schemeClr val="accent1">
                    <a:lumMod val="75000"/>
                  </a:schemeClr>
                </a:gs>
              </a:gsLst>
              <a:lin ang="0" scaled="0"/>
            </a:gradFill>
            <a:ln w="12700" cap="sq">
              <a:noFill/>
              <a:miter/>
            </a:ln>
            <a:effectLst>
              <a:outerShdw blurRad="114300" dist="76200" dir="2700000" algn="tl" rotWithShape="0">
                <a:schemeClr val="accent1">
                  <a:lumMod val="75000"/>
                  <a:alpha val="33000"/>
                </a:schemeClr>
              </a:outerShdw>
            </a:effectLst>
          </p:spPr>
          <p:txBody>
            <a:bodyPr vert="horz" wrap="square" lIns="91440" tIns="45720" rIns="91440" bIns="45720" rtlCol="0" anchor="ctr"/>
            <a:lstStyle/>
            <a:p>
              <a:pPr algn="ctr">
                <a:lnSpc>
                  <a:spcPct val="110000"/>
                </a:lnSpc>
              </a:pPr>
              <a:endParaRPr kumimoji="1" lang="zh-CN" altLang="en-US">
                <a:latin typeface="等线" panose="02010600030101010101" pitchFamily="2" charset="-122"/>
                <a:ea typeface="等线" panose="02010600030101010101" pitchFamily="2" charset="-122"/>
              </a:endParaRPr>
            </a:p>
          </p:txBody>
        </p:sp>
        <p:sp>
          <p:nvSpPr>
            <p:cNvPr id="1048595" name="标题 1"/>
            <p:cNvSpPr txBox="1"/>
            <p:nvPr>
              <p:custDataLst>
                <p:tags r:id="rId21"/>
              </p:custDataLst>
            </p:nvPr>
          </p:nvSpPr>
          <p:spPr>
            <a:xfrm>
              <a:off x="8490972" y="1512999"/>
              <a:ext cx="2694734" cy="530823"/>
            </a:xfrm>
            <a:prstGeom prst="rect">
              <a:avLst/>
            </a:prstGeom>
            <a:noFill/>
            <a:ln>
              <a:noFill/>
            </a:ln>
          </p:spPr>
          <p:txBody>
            <a:bodyPr vert="horz" wrap="square" lIns="0" tIns="0" rIns="0" bIns="0" rtlCol="0" anchor="ctr"/>
            <a:lstStyle/>
            <a:p>
              <a:r>
                <a:rPr lang="en-US" altLang="zh-CN" dirty="0" err="1">
                  <a:solidFill>
                    <a:srgbClr val="595959"/>
                  </a:solidFill>
                  <a:latin typeface="等线" panose="02010600030101010101" pitchFamily="2" charset="-122"/>
                  <a:ea typeface="等线" panose="02010600030101010101" pitchFamily="2" charset="-122"/>
                  <a:cs typeface="MiSans" pitchFamily="34" charset="-120"/>
                </a:rPr>
                <a:t>LEO框架解析</a:t>
              </a:r>
              <a:endParaRPr lang="en-US" altLang="zh-CN" sz="1400" dirty="0">
                <a:latin typeface="等线" panose="02010600030101010101" pitchFamily="2" charset="-122"/>
                <a:ea typeface="等线" panose="02010600030101010101" pitchFamily="2" charset="-122"/>
              </a:endParaRPr>
            </a:p>
          </p:txBody>
        </p:sp>
        <p:sp>
          <p:nvSpPr>
            <p:cNvPr id="1048596" name="标题 1"/>
            <p:cNvSpPr txBox="1"/>
            <p:nvPr>
              <p:custDataLst>
                <p:tags r:id="rId22"/>
              </p:custDataLst>
            </p:nvPr>
          </p:nvSpPr>
          <p:spPr>
            <a:xfrm>
              <a:off x="7772589" y="1607712"/>
              <a:ext cx="344335" cy="341403"/>
            </a:xfrm>
            <a:prstGeom prst="rect">
              <a:avLst/>
            </a:prstGeom>
            <a:noFill/>
            <a:ln>
              <a:noFill/>
            </a:ln>
          </p:spPr>
          <p:txBody>
            <a:bodyPr vert="horz" wrap="square" lIns="0" tIns="0" rIns="0" bIns="0" rtlCol="0" anchor="ctr"/>
            <a:lstStyle/>
            <a:p>
              <a:pPr algn="ctr">
                <a:lnSpc>
                  <a:spcPct val="130000"/>
                </a:lnSpc>
              </a:pPr>
              <a:r>
                <a:rPr kumimoji="1" lang="en-US" altLang="zh-CN" dirty="0">
                  <a:ln w="12700">
                    <a:noFill/>
                  </a:ln>
                  <a:solidFill>
                    <a:srgbClr val="FFFFFF">
                      <a:alpha val="100000"/>
                    </a:srgbClr>
                  </a:solidFill>
                  <a:latin typeface="等线" panose="02010600030101010101" pitchFamily="2" charset="-122"/>
                  <a:ea typeface="等线" panose="02010600030101010101" pitchFamily="2" charset="-122"/>
                  <a:cs typeface="OPPOSans H"/>
                </a:rPr>
                <a:t>02</a:t>
              </a:r>
              <a:endParaRPr kumimoji="1" lang="zh-CN" altLang="en-US" dirty="0">
                <a:latin typeface="等线" panose="02010600030101010101" pitchFamily="2" charset="-122"/>
                <a:ea typeface="等线" panose="02010600030101010101" pitchFamily="2" charset="-122"/>
              </a:endParaRPr>
            </a:p>
          </p:txBody>
        </p:sp>
      </p:grpSp>
      <p:grpSp>
        <p:nvGrpSpPr>
          <p:cNvPr id="27" name="组合 64"/>
          <p:cNvGrpSpPr/>
          <p:nvPr>
            <p:custDataLst>
              <p:tags r:id="rId3"/>
            </p:custDataLst>
          </p:nvPr>
        </p:nvGrpSpPr>
        <p:grpSpPr>
          <a:xfrm>
            <a:off x="3380284" y="3248828"/>
            <a:ext cx="3621243" cy="530824"/>
            <a:chOff x="3380284" y="2748860"/>
            <a:chExt cx="3621243" cy="530824"/>
          </a:xfrm>
        </p:grpSpPr>
        <p:sp>
          <p:nvSpPr>
            <p:cNvPr id="1048597" name="标题 1"/>
            <p:cNvSpPr txBox="1"/>
            <p:nvPr>
              <p:custDataLst>
                <p:tags r:id="rId11"/>
              </p:custDataLst>
            </p:nvPr>
          </p:nvSpPr>
          <p:spPr>
            <a:xfrm>
              <a:off x="3751401" y="2748860"/>
              <a:ext cx="3250126" cy="530824"/>
            </a:xfrm>
            <a:prstGeom prst="rect">
              <a:avLst/>
            </a:prstGeom>
            <a:solidFill>
              <a:schemeClr val="bg1"/>
            </a:solidFill>
            <a:ln w="12700" cap="sq">
              <a:gradFill>
                <a:gsLst>
                  <a:gs pos="0">
                    <a:schemeClr val="accent1">
                      <a:alpha val="0"/>
                    </a:schemeClr>
                  </a:gs>
                  <a:gs pos="100000">
                    <a:schemeClr val="accent1"/>
                  </a:gs>
                </a:gsLst>
                <a:lin ang="0" scaled="0"/>
              </a:gradFill>
              <a:miter/>
            </a:ln>
          </p:spPr>
          <p:txBody>
            <a:bodyPr vert="horz" wrap="square" lIns="91440" tIns="45720" rIns="91440" bIns="45720" rtlCol="0" anchor="ctr"/>
            <a:lstStyle/>
            <a:p>
              <a:pPr algn="ctr">
                <a:lnSpc>
                  <a:spcPct val="110000"/>
                </a:lnSpc>
              </a:pPr>
              <a:endParaRPr kumimoji="1" lang="zh-CN" altLang="en-US">
                <a:latin typeface="等线" panose="02010600030101010101" pitchFamily="2" charset="-122"/>
                <a:ea typeface="等线" panose="02010600030101010101" pitchFamily="2" charset="-122"/>
              </a:endParaRPr>
            </a:p>
          </p:txBody>
        </p:sp>
        <p:sp>
          <p:nvSpPr>
            <p:cNvPr id="1048598" name="标题 1"/>
            <p:cNvSpPr txBox="1"/>
            <p:nvPr>
              <p:custDataLst>
                <p:tags r:id="rId12"/>
              </p:custDataLst>
            </p:nvPr>
          </p:nvSpPr>
          <p:spPr>
            <a:xfrm>
              <a:off x="6921436" y="2748860"/>
              <a:ext cx="80091" cy="530824"/>
            </a:xfrm>
            <a:prstGeom prst="rect">
              <a:avLst/>
            </a:prstGeom>
            <a:solidFill>
              <a:schemeClr val="accent1"/>
            </a:solidFill>
            <a:ln w="12700" cap="sq">
              <a:gradFill>
                <a:gsLst>
                  <a:gs pos="0">
                    <a:schemeClr val="accent1"/>
                  </a:gs>
                  <a:gs pos="100000">
                    <a:schemeClr val="accent1"/>
                  </a:gs>
                </a:gsLst>
                <a:lin ang="0" scaled="0"/>
              </a:gradFill>
              <a:miter/>
            </a:ln>
          </p:spPr>
          <p:txBody>
            <a:bodyPr vert="horz" wrap="square" lIns="91440" tIns="45720" rIns="91440" bIns="45720" rtlCol="0" anchor="ctr"/>
            <a:lstStyle/>
            <a:p>
              <a:pPr algn="ctr">
                <a:lnSpc>
                  <a:spcPct val="110000"/>
                </a:lnSpc>
              </a:pPr>
              <a:endParaRPr kumimoji="1" lang="zh-CN" altLang="en-US">
                <a:latin typeface="等线" panose="02010600030101010101" pitchFamily="2" charset="-122"/>
                <a:ea typeface="等线" panose="02010600030101010101" pitchFamily="2" charset="-122"/>
              </a:endParaRPr>
            </a:p>
          </p:txBody>
        </p:sp>
        <p:sp>
          <p:nvSpPr>
            <p:cNvPr id="1048599" name="标题 1"/>
            <p:cNvSpPr txBox="1"/>
            <p:nvPr>
              <p:custDataLst>
                <p:tags r:id="rId13"/>
              </p:custDataLst>
            </p:nvPr>
          </p:nvSpPr>
          <p:spPr>
            <a:xfrm>
              <a:off x="3380284" y="2748860"/>
              <a:ext cx="530824" cy="530824"/>
            </a:xfrm>
            <a:prstGeom prst="donut">
              <a:avLst>
                <a:gd name="adj" fmla="val 9441"/>
              </a:avLst>
            </a:prstGeom>
            <a:gradFill>
              <a:gsLst>
                <a:gs pos="0">
                  <a:schemeClr val="accent1"/>
                </a:gs>
                <a:gs pos="100000">
                  <a:schemeClr val="accent1">
                    <a:lumMod val="75000"/>
                  </a:schemeClr>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latin typeface="等线" panose="02010600030101010101" pitchFamily="2" charset="-122"/>
                <a:ea typeface="等线" panose="02010600030101010101" pitchFamily="2" charset="-122"/>
              </a:endParaRPr>
            </a:p>
          </p:txBody>
        </p:sp>
        <p:sp>
          <p:nvSpPr>
            <p:cNvPr id="1048600" name="标题 1"/>
            <p:cNvSpPr txBox="1"/>
            <p:nvPr>
              <p:custDataLst>
                <p:tags r:id="rId14"/>
              </p:custDataLst>
            </p:nvPr>
          </p:nvSpPr>
          <p:spPr>
            <a:xfrm>
              <a:off x="3474995" y="2843571"/>
              <a:ext cx="341403" cy="341403"/>
            </a:xfrm>
            <a:prstGeom prst="ellipse">
              <a:avLst/>
            </a:prstGeom>
            <a:gradFill>
              <a:gsLst>
                <a:gs pos="0">
                  <a:schemeClr val="accent1"/>
                </a:gs>
                <a:gs pos="100000">
                  <a:schemeClr val="accent1">
                    <a:lumMod val="75000"/>
                  </a:schemeClr>
                </a:gs>
              </a:gsLst>
              <a:lin ang="0" scaled="0"/>
            </a:gradFill>
            <a:ln w="12700" cap="sq">
              <a:noFill/>
              <a:miter/>
            </a:ln>
            <a:effectLst>
              <a:outerShdw blurRad="114300" dist="76200" dir="2700000" algn="tl" rotWithShape="0">
                <a:schemeClr val="accent1">
                  <a:lumMod val="75000"/>
                  <a:alpha val="33000"/>
                </a:schemeClr>
              </a:outerShdw>
            </a:effectLst>
          </p:spPr>
          <p:txBody>
            <a:bodyPr vert="horz" wrap="square" lIns="91440" tIns="45720" rIns="91440" bIns="45720" rtlCol="0" anchor="ctr"/>
            <a:lstStyle/>
            <a:p>
              <a:pPr algn="ctr">
                <a:lnSpc>
                  <a:spcPct val="110000"/>
                </a:lnSpc>
              </a:pPr>
              <a:endParaRPr kumimoji="1" lang="zh-CN" altLang="en-US">
                <a:latin typeface="等线" panose="02010600030101010101" pitchFamily="2" charset="-122"/>
                <a:ea typeface="等线" panose="02010600030101010101" pitchFamily="2" charset="-122"/>
              </a:endParaRPr>
            </a:p>
          </p:txBody>
        </p:sp>
        <p:sp>
          <p:nvSpPr>
            <p:cNvPr id="1048601" name="标题 1"/>
            <p:cNvSpPr txBox="1"/>
            <p:nvPr>
              <p:custDataLst>
                <p:tags r:id="rId15"/>
              </p:custDataLst>
            </p:nvPr>
          </p:nvSpPr>
          <p:spPr>
            <a:xfrm>
              <a:off x="4190446" y="2748860"/>
              <a:ext cx="2604359" cy="530823"/>
            </a:xfrm>
            <a:prstGeom prst="rect">
              <a:avLst/>
            </a:prstGeom>
            <a:noFill/>
            <a:ln>
              <a:noFill/>
            </a:ln>
          </p:spPr>
          <p:txBody>
            <a:bodyPr vert="horz" wrap="square" lIns="0" tIns="0" rIns="0" bIns="0" rtlCol="0" anchor="ctr"/>
            <a:lstStyle/>
            <a:p>
              <a:pPr>
                <a:lnSpc>
                  <a:spcPct val="150000"/>
                </a:lnSpc>
              </a:pPr>
              <a:r>
                <a:rPr lang="en-US" altLang="zh-CN" dirty="0" err="1">
                  <a:solidFill>
                    <a:srgbClr val="595959"/>
                  </a:solidFill>
                  <a:latin typeface="等线" panose="02010600030101010101" pitchFamily="2" charset="-122"/>
                  <a:ea typeface="等线" panose="02010600030101010101" pitchFamily="2" charset="-122"/>
                  <a:cs typeface="MiSans" pitchFamily="34" charset="-120"/>
                </a:rPr>
                <a:t>实验验证</a:t>
              </a:r>
              <a:endParaRPr lang="en-US" altLang="zh-CN" sz="1400" dirty="0">
                <a:latin typeface="等线" panose="02010600030101010101" pitchFamily="2" charset="-122"/>
                <a:ea typeface="等线" panose="02010600030101010101" pitchFamily="2" charset="-122"/>
              </a:endParaRPr>
            </a:p>
          </p:txBody>
        </p:sp>
        <p:sp>
          <p:nvSpPr>
            <p:cNvPr id="1048602" name="标题 1"/>
            <p:cNvSpPr txBox="1"/>
            <p:nvPr>
              <p:custDataLst>
                <p:tags r:id="rId16"/>
              </p:custDataLst>
            </p:nvPr>
          </p:nvSpPr>
          <p:spPr>
            <a:xfrm>
              <a:off x="3472063" y="2843571"/>
              <a:ext cx="344335" cy="341403"/>
            </a:xfrm>
            <a:prstGeom prst="rect">
              <a:avLst/>
            </a:prstGeom>
            <a:noFill/>
            <a:ln>
              <a:noFill/>
            </a:ln>
          </p:spPr>
          <p:txBody>
            <a:bodyPr vert="horz" wrap="square" lIns="0" tIns="0" rIns="0" bIns="0" rtlCol="0" anchor="ctr"/>
            <a:lstStyle/>
            <a:p>
              <a:pPr algn="ctr">
                <a:lnSpc>
                  <a:spcPct val="130000"/>
                </a:lnSpc>
              </a:pPr>
              <a:r>
                <a:rPr kumimoji="1" lang="en-US" altLang="zh-CN" dirty="0">
                  <a:ln w="12700">
                    <a:noFill/>
                  </a:ln>
                  <a:solidFill>
                    <a:srgbClr val="FFFFFF">
                      <a:alpha val="100000"/>
                    </a:srgbClr>
                  </a:solidFill>
                  <a:latin typeface="等线" panose="02010600030101010101" pitchFamily="2" charset="-122"/>
                  <a:ea typeface="等线" panose="02010600030101010101" pitchFamily="2" charset="-122"/>
                  <a:cs typeface="OPPOSans H"/>
                </a:rPr>
                <a:t>03</a:t>
              </a:r>
              <a:endParaRPr kumimoji="1" lang="zh-CN" altLang="en-US" dirty="0">
                <a:latin typeface="等线" panose="02010600030101010101" pitchFamily="2" charset="-122"/>
                <a:ea typeface="等线" panose="02010600030101010101" pitchFamily="2" charset="-122"/>
              </a:endParaRPr>
            </a:p>
          </p:txBody>
        </p:sp>
      </p:grpSp>
      <p:grpSp>
        <p:nvGrpSpPr>
          <p:cNvPr id="28" name="组合 61"/>
          <p:cNvGrpSpPr/>
          <p:nvPr>
            <p:custDataLst>
              <p:tags r:id="rId4"/>
            </p:custDataLst>
          </p:nvPr>
        </p:nvGrpSpPr>
        <p:grpSpPr>
          <a:xfrm>
            <a:off x="7706655" y="3248827"/>
            <a:ext cx="3621243" cy="530824"/>
            <a:chOff x="7680810" y="2748860"/>
            <a:chExt cx="3621243" cy="530824"/>
          </a:xfrm>
        </p:grpSpPr>
        <p:sp>
          <p:nvSpPr>
            <p:cNvPr id="1048603" name="标题 1"/>
            <p:cNvSpPr txBox="1"/>
            <p:nvPr>
              <p:custDataLst>
                <p:tags r:id="rId5"/>
              </p:custDataLst>
            </p:nvPr>
          </p:nvSpPr>
          <p:spPr>
            <a:xfrm>
              <a:off x="8051927" y="2748860"/>
              <a:ext cx="3250126" cy="530824"/>
            </a:xfrm>
            <a:prstGeom prst="rect">
              <a:avLst/>
            </a:prstGeom>
            <a:solidFill>
              <a:schemeClr val="bg1"/>
            </a:solidFill>
            <a:ln w="12700" cap="sq">
              <a:gradFill>
                <a:gsLst>
                  <a:gs pos="0">
                    <a:schemeClr val="accent1">
                      <a:alpha val="0"/>
                    </a:schemeClr>
                  </a:gs>
                  <a:gs pos="100000">
                    <a:schemeClr val="accent1"/>
                  </a:gs>
                </a:gsLst>
                <a:lin ang="0" scaled="0"/>
              </a:gradFill>
              <a:miter/>
            </a:ln>
          </p:spPr>
          <p:txBody>
            <a:bodyPr vert="horz" wrap="square" lIns="91440" tIns="45720" rIns="91440" bIns="45720" rtlCol="0" anchor="ctr"/>
            <a:lstStyle/>
            <a:p>
              <a:pPr algn="ctr">
                <a:lnSpc>
                  <a:spcPct val="110000"/>
                </a:lnSpc>
              </a:pPr>
              <a:endParaRPr kumimoji="1" lang="zh-CN" altLang="en-US">
                <a:latin typeface="等线" panose="02010600030101010101" pitchFamily="2" charset="-122"/>
                <a:ea typeface="等线" panose="02010600030101010101" pitchFamily="2" charset="-122"/>
              </a:endParaRPr>
            </a:p>
          </p:txBody>
        </p:sp>
        <p:sp>
          <p:nvSpPr>
            <p:cNvPr id="1048604" name="标题 1"/>
            <p:cNvSpPr txBox="1"/>
            <p:nvPr>
              <p:custDataLst>
                <p:tags r:id="rId6"/>
              </p:custDataLst>
            </p:nvPr>
          </p:nvSpPr>
          <p:spPr>
            <a:xfrm>
              <a:off x="11221962" y="2748860"/>
              <a:ext cx="80091" cy="530824"/>
            </a:xfrm>
            <a:prstGeom prst="rect">
              <a:avLst/>
            </a:prstGeom>
            <a:solidFill>
              <a:schemeClr val="accent1"/>
            </a:solidFill>
            <a:ln w="12700" cap="sq">
              <a:gradFill>
                <a:gsLst>
                  <a:gs pos="0">
                    <a:schemeClr val="accent1"/>
                  </a:gs>
                  <a:gs pos="100000">
                    <a:schemeClr val="accent1"/>
                  </a:gs>
                </a:gsLst>
                <a:lin ang="0" scaled="0"/>
              </a:gradFill>
              <a:miter/>
            </a:ln>
          </p:spPr>
          <p:txBody>
            <a:bodyPr vert="horz" wrap="square" lIns="91440" tIns="45720" rIns="91440" bIns="45720" rtlCol="0" anchor="ctr"/>
            <a:lstStyle/>
            <a:p>
              <a:pPr algn="ctr">
                <a:lnSpc>
                  <a:spcPct val="110000"/>
                </a:lnSpc>
              </a:pPr>
              <a:endParaRPr kumimoji="1" lang="zh-CN" altLang="en-US">
                <a:latin typeface="等线" panose="02010600030101010101" pitchFamily="2" charset="-122"/>
                <a:ea typeface="等线" panose="02010600030101010101" pitchFamily="2" charset="-122"/>
              </a:endParaRPr>
            </a:p>
          </p:txBody>
        </p:sp>
        <p:sp>
          <p:nvSpPr>
            <p:cNvPr id="1048605" name="标题 1"/>
            <p:cNvSpPr txBox="1"/>
            <p:nvPr>
              <p:custDataLst>
                <p:tags r:id="rId7"/>
              </p:custDataLst>
            </p:nvPr>
          </p:nvSpPr>
          <p:spPr>
            <a:xfrm>
              <a:off x="7680810" y="2748860"/>
              <a:ext cx="530824" cy="530824"/>
            </a:xfrm>
            <a:prstGeom prst="donut">
              <a:avLst>
                <a:gd name="adj" fmla="val 9441"/>
              </a:avLst>
            </a:prstGeom>
            <a:gradFill>
              <a:gsLst>
                <a:gs pos="0">
                  <a:schemeClr val="accent1"/>
                </a:gs>
                <a:gs pos="100000">
                  <a:schemeClr val="accent1">
                    <a:lumMod val="75000"/>
                  </a:schemeClr>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latin typeface="等线" panose="02010600030101010101" pitchFamily="2" charset="-122"/>
                <a:ea typeface="等线" panose="02010600030101010101" pitchFamily="2" charset="-122"/>
              </a:endParaRPr>
            </a:p>
          </p:txBody>
        </p:sp>
        <p:sp>
          <p:nvSpPr>
            <p:cNvPr id="1048606" name="标题 1"/>
            <p:cNvSpPr txBox="1"/>
            <p:nvPr>
              <p:custDataLst>
                <p:tags r:id="rId8"/>
              </p:custDataLst>
            </p:nvPr>
          </p:nvSpPr>
          <p:spPr>
            <a:xfrm>
              <a:off x="7775521" y="2843571"/>
              <a:ext cx="341403" cy="341403"/>
            </a:xfrm>
            <a:prstGeom prst="ellipse">
              <a:avLst/>
            </a:prstGeom>
            <a:gradFill>
              <a:gsLst>
                <a:gs pos="0">
                  <a:schemeClr val="accent1"/>
                </a:gs>
                <a:gs pos="100000">
                  <a:schemeClr val="accent1">
                    <a:lumMod val="75000"/>
                  </a:schemeClr>
                </a:gs>
              </a:gsLst>
              <a:lin ang="0" scaled="0"/>
            </a:gradFill>
            <a:ln w="12700" cap="sq">
              <a:noFill/>
              <a:miter/>
            </a:ln>
            <a:effectLst>
              <a:outerShdw blurRad="114300" dist="76200" dir="2700000" algn="tl" rotWithShape="0">
                <a:schemeClr val="accent1">
                  <a:lumMod val="75000"/>
                  <a:alpha val="33000"/>
                </a:schemeClr>
              </a:outerShdw>
            </a:effectLst>
          </p:spPr>
          <p:txBody>
            <a:bodyPr vert="horz" wrap="square" lIns="91440" tIns="45720" rIns="91440" bIns="45720" rtlCol="0" anchor="ctr"/>
            <a:lstStyle/>
            <a:p>
              <a:pPr algn="ctr">
                <a:lnSpc>
                  <a:spcPct val="110000"/>
                </a:lnSpc>
              </a:pPr>
              <a:endParaRPr kumimoji="1" lang="zh-CN" altLang="en-US">
                <a:latin typeface="等线" panose="02010600030101010101" pitchFamily="2" charset="-122"/>
                <a:ea typeface="等线" panose="02010600030101010101" pitchFamily="2" charset="-122"/>
              </a:endParaRPr>
            </a:p>
          </p:txBody>
        </p:sp>
        <p:sp>
          <p:nvSpPr>
            <p:cNvPr id="1048607" name="标题 1"/>
            <p:cNvSpPr txBox="1"/>
            <p:nvPr>
              <p:custDataLst>
                <p:tags r:id="rId9"/>
              </p:custDataLst>
            </p:nvPr>
          </p:nvSpPr>
          <p:spPr>
            <a:xfrm>
              <a:off x="8490972" y="2748860"/>
              <a:ext cx="2694734" cy="530823"/>
            </a:xfrm>
            <a:prstGeom prst="rect">
              <a:avLst/>
            </a:prstGeom>
            <a:noFill/>
            <a:ln>
              <a:noFill/>
            </a:ln>
          </p:spPr>
          <p:txBody>
            <a:bodyPr vert="horz" wrap="square" lIns="0" tIns="0" rIns="0" bIns="0" rtlCol="0" anchor="ctr"/>
            <a:lstStyle/>
            <a:p>
              <a:pPr>
                <a:lnSpc>
                  <a:spcPct val="150000"/>
                </a:lnSpc>
              </a:pPr>
              <a:r>
                <a:rPr lang="zh-CN" altLang="en-US" dirty="0">
                  <a:solidFill>
                    <a:srgbClr val="595959"/>
                  </a:solidFill>
                  <a:latin typeface="等线" panose="02010600030101010101" pitchFamily="2" charset="-122"/>
                  <a:ea typeface="等线" panose="02010600030101010101" pitchFamily="2" charset="-122"/>
                  <a:cs typeface="MiSans" pitchFamily="34" charset="-120"/>
                </a:rPr>
                <a:t>参数影响</a:t>
              </a:r>
              <a:endParaRPr lang="en-US" altLang="zh-CN" sz="1400" dirty="0">
                <a:latin typeface="等线" panose="02010600030101010101" pitchFamily="2" charset="-122"/>
                <a:ea typeface="等线" panose="02010600030101010101" pitchFamily="2" charset="-122"/>
              </a:endParaRPr>
            </a:p>
          </p:txBody>
        </p:sp>
        <p:sp>
          <p:nvSpPr>
            <p:cNvPr id="1048608" name="标题 1"/>
            <p:cNvSpPr txBox="1"/>
            <p:nvPr>
              <p:custDataLst>
                <p:tags r:id="rId10"/>
              </p:custDataLst>
            </p:nvPr>
          </p:nvSpPr>
          <p:spPr>
            <a:xfrm>
              <a:off x="7772589" y="2843571"/>
              <a:ext cx="344335" cy="341403"/>
            </a:xfrm>
            <a:prstGeom prst="rect">
              <a:avLst/>
            </a:prstGeom>
            <a:noFill/>
            <a:ln>
              <a:noFill/>
            </a:ln>
          </p:spPr>
          <p:txBody>
            <a:bodyPr vert="horz" wrap="square" lIns="0" tIns="0" rIns="0" bIns="0" rtlCol="0" anchor="ctr"/>
            <a:lstStyle/>
            <a:p>
              <a:pPr algn="ctr">
                <a:lnSpc>
                  <a:spcPct val="130000"/>
                </a:lnSpc>
              </a:pPr>
              <a:r>
                <a:rPr kumimoji="1" lang="en-US" altLang="zh-CN" dirty="0">
                  <a:ln w="12700">
                    <a:noFill/>
                  </a:ln>
                  <a:solidFill>
                    <a:srgbClr val="FFFFFF">
                      <a:alpha val="100000"/>
                    </a:srgbClr>
                  </a:solidFill>
                  <a:latin typeface="等线" panose="02010600030101010101" pitchFamily="2" charset="-122"/>
                  <a:ea typeface="等线" panose="02010600030101010101" pitchFamily="2" charset="-122"/>
                  <a:cs typeface="OPPOSans H"/>
                </a:rPr>
                <a:t>04</a:t>
              </a:r>
              <a:endParaRPr kumimoji="1" lang="zh-CN" altLang="en-US" dirty="0">
                <a:latin typeface="等线" panose="02010600030101010101" pitchFamily="2" charset="-122"/>
                <a:ea typeface="等线" panose="02010600030101010101" pitchFamily="2" charset="-122"/>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标题 1"/>
          <p:cNvSpPr txBox="1"/>
          <p:nvPr>
            <p:custDataLst>
              <p:tags r:id="rId1"/>
            </p:custDataLst>
          </p:nvPr>
        </p:nvSpPr>
        <p:spPr>
          <a:xfrm>
            <a:off x="5009542" y="2414956"/>
            <a:ext cx="623926" cy="603796"/>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cap="sq">
            <a:noFill/>
            <a:prstDash val="solid"/>
          </a:ln>
        </p:spPr>
        <p:txBody>
          <a:bodyPr vert="horz" wrap="square" lIns="91440" tIns="45720" rIns="91440" bIns="45720" rtlCol="0" anchor="t"/>
          <a:lstStyle/>
          <a:p>
            <a:pPr algn="l">
              <a:lnSpc>
                <a:spcPct val="110000"/>
              </a:lnSpc>
            </a:pPr>
            <a:endParaRPr kumimoji="1" lang="zh-CN" altLang="en-US"/>
          </a:p>
        </p:txBody>
      </p:sp>
      <p:sp>
        <p:nvSpPr>
          <p:cNvPr id="1048627" name="标题 1"/>
          <p:cNvSpPr txBox="1"/>
          <p:nvPr>
            <p:custDataLst>
              <p:tags r:id="rId2"/>
            </p:custDataLst>
          </p:nvPr>
        </p:nvSpPr>
        <p:spPr>
          <a:xfrm>
            <a:off x="1389380" y="5930265"/>
            <a:ext cx="8811895" cy="1574800"/>
          </a:xfrm>
          <a:prstGeom prst="rect">
            <a:avLst/>
          </a:prstGeom>
          <a:noFill/>
          <a:ln>
            <a:noFill/>
          </a:ln>
        </p:spPr>
        <p:txBody>
          <a:bodyPr vert="horz" wrap="square" lIns="0" tIns="0" rIns="0" bIns="0" rtlCol="0" anchor="t"/>
          <a:lstStyle/>
          <a:p>
            <a:pPr algn="l">
              <a:lnSpc>
                <a:spcPct val="150000"/>
              </a:lnSpc>
            </a:pPr>
            <a:endParaRPr kumimoji="1" lang="zh-CN" altLang="en-US" sz="2400" dirty="0">
              <a:latin typeface="等线" panose="02010600030101010101" pitchFamily="2" charset="-122"/>
              <a:ea typeface="等线" panose="02010600030101010101" pitchFamily="2" charset="-122"/>
            </a:endParaRPr>
          </a:p>
        </p:txBody>
      </p:sp>
      <p:sp>
        <p:nvSpPr>
          <p:cNvPr id="1048628" name="标题 1"/>
          <p:cNvSpPr txBox="1"/>
          <p:nvPr/>
        </p:nvSpPr>
        <p:spPr>
          <a:xfrm>
            <a:off x="0" y="6591300"/>
            <a:ext cx="12192000" cy="266700"/>
          </a:xfrm>
          <a:prstGeom prst="rect">
            <a:avLst/>
          </a:prstGeom>
          <a:solidFill>
            <a:schemeClr val="accent1"/>
          </a:solidFill>
        </p:spPr>
        <p:txBody>
          <a:bodyPr vert="horz" wrap="square" lIns="0" tIns="0" rIns="0" bIns="0" rtlCol="0" anchor="ctr"/>
          <a:lstStyle/>
          <a:p>
            <a:pPr algn="ctr">
              <a:lnSpc>
                <a:spcPct val="100000"/>
              </a:lnSpc>
            </a:pPr>
            <a:endParaRPr kumimoji="1" lang="zh-CN" altLang="en-US"/>
          </a:p>
        </p:txBody>
      </p:sp>
      <p:sp>
        <p:nvSpPr>
          <p:cNvPr id="1048629" name="标题 1"/>
          <p:cNvSpPr txBox="1"/>
          <p:nvPr>
            <p:custDataLst>
              <p:tags r:id="rId3"/>
            </p:custDataLst>
          </p:nvPr>
        </p:nvSpPr>
        <p:spPr>
          <a:xfrm>
            <a:off x="1517650" y="5377180"/>
            <a:ext cx="9229725" cy="489585"/>
          </a:xfrm>
          <a:prstGeom prst="rect">
            <a:avLst/>
          </a:prstGeom>
          <a:noFill/>
          <a:ln>
            <a:noFill/>
          </a:ln>
        </p:spPr>
        <p:txBody>
          <a:bodyPr vert="horz" wrap="square" lIns="0" tIns="0" rIns="0" bIns="0" rtlCol="0" anchor="ctr"/>
          <a:lstStyle/>
          <a:p>
            <a:pPr algn="l">
              <a:lnSpc>
                <a:spcPct val="150000"/>
              </a:lnSpc>
            </a:pPr>
            <a:endParaRPr kumimoji="1" lang="zh-CN" altLang="en-US" sz="2800" b="1" dirty="0" err="1">
              <a:ln w="12700">
                <a:noFill/>
              </a:ln>
              <a:solidFill>
                <a:schemeClr val="bg2">
                  <a:lumMod val="25000"/>
                </a:schemeClr>
              </a:solidFill>
              <a:latin typeface="等线" panose="02010600030101010101" pitchFamily="2" charset="-122"/>
              <a:ea typeface="等线" panose="02010600030101010101" pitchFamily="2" charset="-122"/>
              <a:cs typeface="Source Han Sans CN Bold"/>
            </a:endParaRPr>
          </a:p>
        </p:txBody>
      </p:sp>
      <p:sp>
        <p:nvSpPr>
          <p:cNvPr id="1048633" name="标题 1"/>
          <p:cNvSpPr txBox="1"/>
          <p:nvPr/>
        </p:nvSpPr>
        <p:spPr>
          <a:xfrm>
            <a:off x="783520" y="46704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b="1" dirty="0">
                <a:ln w="12700">
                  <a:noFill/>
                </a:ln>
                <a:latin typeface="+mj-ea"/>
                <a:ea typeface="+mj-ea"/>
                <a:cs typeface="Source Han Sans CN Bold"/>
              </a:rPr>
              <a:t>1.1</a:t>
            </a:r>
            <a:r>
              <a:rPr kumimoji="1" lang="zh-CN" altLang="en-US" sz="2800" b="1" dirty="0">
                <a:ln w="12700">
                  <a:noFill/>
                </a:ln>
                <a:latin typeface="+mj-ea"/>
                <a:ea typeface="+mj-ea"/>
                <a:cs typeface="Source Han Sans CN Bold"/>
              </a:rPr>
              <a:t>背景</a:t>
            </a:r>
          </a:p>
        </p:txBody>
      </p:sp>
      <p:pic>
        <p:nvPicPr>
          <p:cNvPr id="2097152" name="图片 24" descr="校徽紫色版"/>
          <p:cNvPicPr>
            <a:picLocks noChangeAspect="1"/>
          </p:cNvPicPr>
          <p:nvPr>
            <p:custDataLst>
              <p:tags r:id="rId4"/>
            </p:custDataLst>
          </p:nvPr>
        </p:nvPicPr>
        <p:blipFill>
          <a:blip r:embed="rId6"/>
          <a:stretch>
            <a:fillRect/>
          </a:stretch>
        </p:blipFill>
        <p:spPr>
          <a:xfrm>
            <a:off x="9377045" y="-278130"/>
            <a:ext cx="2713990" cy="1753235"/>
          </a:xfrm>
          <a:prstGeom prst="rect">
            <a:avLst/>
          </a:prstGeom>
        </p:spPr>
      </p:pic>
      <p:sp>
        <p:nvSpPr>
          <p:cNvPr id="3" name="文本框 2"/>
          <p:cNvSpPr txBox="1"/>
          <p:nvPr/>
        </p:nvSpPr>
        <p:spPr>
          <a:xfrm>
            <a:off x="1002665" y="1363980"/>
            <a:ext cx="10252710" cy="4829002"/>
          </a:xfrm>
          <a:prstGeom prst="rect">
            <a:avLst/>
          </a:prstGeom>
          <a:noFill/>
        </p:spPr>
        <p:txBody>
          <a:bodyPr wrap="square" rtlCol="0" anchor="t">
            <a:noAutofit/>
          </a:bodyPr>
          <a:lstStyle/>
          <a:p>
            <a:pPr>
              <a:lnSpc>
                <a:spcPct val="150000"/>
              </a:lnSpc>
            </a:pPr>
            <a:r>
              <a:rPr kumimoji="1" lang="zh-CN" altLang="en-US" sz="2800" b="1" dirty="0">
                <a:ln w="12700">
                  <a:noFill/>
                </a:ln>
                <a:solidFill>
                  <a:schemeClr val="bg2">
                    <a:lumMod val="25000"/>
                  </a:schemeClr>
                </a:solidFill>
                <a:latin typeface="等线" panose="02010600030101010101" pitchFamily="2" charset="-122"/>
                <a:ea typeface="等线" panose="02010600030101010101" pitchFamily="2" charset="-122"/>
                <a:cs typeface="Source Han Sans CN Bold"/>
                <a:sym typeface="+mn-ea"/>
              </a:rPr>
              <a:t>两大分支独立发展</a:t>
            </a:r>
          </a:p>
          <a:p>
            <a:pPr>
              <a:lnSpc>
                <a:spcPct val="150000"/>
              </a:lnSpc>
            </a:pPr>
            <a:r>
              <a:rPr kumimoji="1" lang="zh-CN" altLang="en-US" sz="2400" dirty="0">
                <a:latin typeface="等线" panose="02010600030101010101" pitchFamily="2" charset="-122"/>
                <a:ea typeface="等线" panose="02010600030101010101" pitchFamily="2" charset="-122"/>
                <a:sym typeface="+mn-ea"/>
              </a:rPr>
              <a:t>人工神经网络（</a:t>
            </a:r>
            <a:r>
              <a:rPr kumimoji="1" lang="en-US" altLang="zh-CN" sz="2400" dirty="0">
                <a:latin typeface="等线" panose="02010600030101010101" pitchFamily="2" charset="-122"/>
                <a:ea typeface="等线" panose="02010600030101010101" pitchFamily="2" charset="-122"/>
                <a:sym typeface="+mn-ea"/>
              </a:rPr>
              <a:t>ANN</a:t>
            </a:r>
            <a:r>
              <a:rPr kumimoji="1" lang="zh-CN" altLang="en-US" sz="2400" dirty="0">
                <a:latin typeface="等线" panose="02010600030101010101" pitchFamily="2" charset="-122"/>
                <a:ea typeface="等线" panose="02010600030101010101" pitchFamily="2" charset="-122"/>
                <a:sym typeface="+mn-ea"/>
              </a:rPr>
              <a:t>）与进化计算（</a:t>
            </a:r>
            <a:r>
              <a:rPr kumimoji="1" lang="en-US" altLang="zh-CN" sz="2400" dirty="0">
                <a:latin typeface="等线" panose="02010600030101010101" pitchFamily="2" charset="-122"/>
                <a:ea typeface="等线" panose="02010600030101010101" pitchFamily="2" charset="-122"/>
                <a:sym typeface="+mn-ea"/>
              </a:rPr>
              <a:t>EC</a:t>
            </a:r>
            <a:r>
              <a:rPr kumimoji="1" lang="zh-CN" altLang="en-US" sz="2400" dirty="0">
                <a:latin typeface="等线" panose="02010600030101010101" pitchFamily="2" charset="-122"/>
                <a:ea typeface="等线" panose="02010600030101010101" pitchFamily="2" charset="-122"/>
                <a:sym typeface="+mn-ea"/>
              </a:rPr>
              <a:t>）是人工智能的两大支柱，分别模拟人类的学习和优化能力。过去几十年，两者独立发展，</a:t>
            </a:r>
            <a:r>
              <a:rPr kumimoji="1" lang="en-US" altLang="zh-CN" sz="2400" dirty="0">
                <a:latin typeface="等线" panose="02010600030101010101" pitchFamily="2" charset="-122"/>
                <a:ea typeface="等线" panose="02010600030101010101" pitchFamily="2" charset="-122"/>
                <a:sym typeface="+mn-ea"/>
              </a:rPr>
              <a:t>ANN</a:t>
            </a:r>
            <a:r>
              <a:rPr kumimoji="1" lang="zh-CN" altLang="en-US" sz="2400" dirty="0">
                <a:latin typeface="等线" panose="02010600030101010101" pitchFamily="2" charset="-122"/>
                <a:ea typeface="等线" panose="02010600030101010101" pitchFamily="2" charset="-122"/>
                <a:sym typeface="+mn-ea"/>
              </a:rPr>
              <a:t>在图像识别、语音处理等领域取得巨大成功，而</a:t>
            </a:r>
            <a:r>
              <a:rPr kumimoji="1" lang="en-US" altLang="zh-CN" sz="2400" dirty="0">
                <a:latin typeface="等线" panose="02010600030101010101" pitchFamily="2" charset="-122"/>
                <a:ea typeface="等线" panose="02010600030101010101" pitchFamily="2" charset="-122"/>
                <a:sym typeface="+mn-ea"/>
              </a:rPr>
              <a:t>EC</a:t>
            </a:r>
            <a:r>
              <a:rPr kumimoji="1" lang="zh-CN" altLang="en-US" sz="2400" dirty="0">
                <a:latin typeface="等线" panose="02010600030101010101" pitchFamily="2" charset="-122"/>
                <a:ea typeface="等线" panose="02010600030101010101" pitchFamily="2" charset="-122"/>
                <a:sym typeface="+mn-ea"/>
              </a:rPr>
              <a:t>在优化问题上展现了独特优势。</a:t>
            </a:r>
          </a:p>
          <a:p>
            <a:pPr>
              <a:lnSpc>
                <a:spcPct val="150000"/>
              </a:lnSpc>
            </a:pPr>
            <a:r>
              <a:rPr kumimoji="1" lang="zh-CN" altLang="en-US" sz="2800" b="1" dirty="0">
                <a:ln w="12700">
                  <a:noFill/>
                </a:ln>
                <a:solidFill>
                  <a:schemeClr val="bg2">
                    <a:lumMod val="25000"/>
                  </a:schemeClr>
                </a:solidFill>
                <a:latin typeface="等线" panose="02010600030101010101" pitchFamily="2" charset="-122"/>
                <a:ea typeface="等线" panose="02010600030101010101" pitchFamily="2" charset="-122"/>
                <a:cs typeface="Source Han Sans CN Bold"/>
                <a:sym typeface="+mn-ea"/>
              </a:rPr>
              <a:t>人类解决问题的方式</a:t>
            </a:r>
          </a:p>
          <a:p>
            <a:pPr>
              <a:lnSpc>
                <a:spcPct val="150000"/>
              </a:lnSpc>
            </a:pPr>
            <a:r>
              <a:rPr kumimoji="1" lang="zh-CN" altLang="en-US" sz="2400" dirty="0">
                <a:latin typeface="等线" panose="02010600030101010101" pitchFamily="2" charset="-122"/>
                <a:ea typeface="等线" panose="02010600030101010101" pitchFamily="2" charset="-122"/>
              </a:rPr>
              <a:t>人类在解决问题时，学习与优化往往是交织在一起的，彼此相互促进。这种协同方式能够更高效地解决问题，但目前的</a:t>
            </a:r>
            <a:r>
              <a:rPr kumimoji="1" lang="en-US" altLang="zh-CN" sz="2400" dirty="0">
                <a:latin typeface="等线" panose="02010600030101010101" pitchFamily="2" charset="-122"/>
                <a:ea typeface="等线" panose="02010600030101010101" pitchFamily="2" charset="-122"/>
              </a:rPr>
              <a:t>ANN</a:t>
            </a:r>
            <a:r>
              <a:rPr kumimoji="1" lang="zh-CN" altLang="en-US" sz="2400" dirty="0">
                <a:latin typeface="等线" panose="02010600030101010101" pitchFamily="2" charset="-122"/>
                <a:ea typeface="等线" panose="02010600030101010101" pitchFamily="2" charset="-122"/>
              </a:rPr>
              <a:t>和</a:t>
            </a:r>
            <a:r>
              <a:rPr kumimoji="1" lang="en-US" altLang="zh-CN" sz="2400" dirty="0">
                <a:latin typeface="等线" panose="02010600030101010101" pitchFamily="2" charset="-122"/>
                <a:ea typeface="等线" panose="02010600030101010101" pitchFamily="2" charset="-122"/>
              </a:rPr>
              <a:t>EC</a:t>
            </a:r>
            <a:r>
              <a:rPr kumimoji="1" lang="zh-CN" altLang="en-US" sz="2400" dirty="0">
                <a:latin typeface="等线" panose="02010600030101010101" pitchFamily="2" charset="-122"/>
                <a:ea typeface="等线" panose="02010600030101010101" pitchFamily="2" charset="-122"/>
              </a:rPr>
              <a:t>算法之间缺乏这种深度融合</a:t>
            </a:r>
          </a:p>
          <a:p>
            <a:pPr>
              <a:lnSpc>
                <a:spcPct val="150000"/>
              </a:lnSpc>
            </a:pPr>
            <a:endParaRPr kumimoji="1" lang="zh-CN" altLang="en-US" sz="2400" b="1" dirty="0" err="1">
              <a:ln w="12700">
                <a:noFill/>
              </a:ln>
              <a:solidFill>
                <a:schemeClr val="bg2">
                  <a:lumMod val="25000"/>
                </a:schemeClr>
              </a:solidFill>
              <a:latin typeface="等线" panose="02010600030101010101" pitchFamily="2" charset="-122"/>
              <a:ea typeface="等线" panose="02010600030101010101" pitchFamily="2" charset="-122"/>
              <a:cs typeface="Source Han Sans CN Bold"/>
            </a:endParaRPr>
          </a:p>
          <a:p>
            <a:pPr>
              <a:lnSpc>
                <a:spcPct val="150000"/>
              </a:lnSpc>
            </a:pPr>
            <a:endParaRPr kumimoji="1" lang="zh-CN" altLang="en-US" sz="2400" b="0" i="0" dirty="0">
              <a:latin typeface="等线" panose="02010600030101010101" pitchFamily="2" charset="-122"/>
              <a:ea typeface="等线" panose="02010600030101010101" pitchFamily="2" charset="-122"/>
            </a:endParaRPr>
          </a:p>
          <a:p>
            <a:pPr>
              <a:lnSpc>
                <a:spcPct val="150000"/>
              </a:lnSpc>
            </a:pPr>
            <a:endParaRPr kumimoji="1" lang="zh-CN" altLang="en-US" sz="2400" dirty="0">
              <a:latin typeface="等线" panose="02010600030101010101" pitchFamily="2" charset="-122"/>
              <a:ea typeface="等线" panose="02010600030101010101" pitchFamily="2" charset="-122"/>
              <a:sym typeface="+mn-ea"/>
            </a:endParaRPr>
          </a:p>
          <a:p>
            <a:pPr>
              <a:lnSpc>
                <a:spcPct val="150000"/>
              </a:lnSpc>
            </a:pPr>
            <a:endParaRPr kumimoji="1" lang="zh-CN" altLang="en-US" sz="2400" dirty="0">
              <a:latin typeface="等线" panose="02010600030101010101" pitchFamily="2" charset="-122"/>
              <a:ea typeface="等线" panose="02010600030101010101" pitchFamily="2"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标题 1"/>
          <p:cNvSpPr txBox="1"/>
          <p:nvPr>
            <p:custDataLst>
              <p:tags r:id="rId1"/>
            </p:custDataLst>
          </p:nvPr>
        </p:nvSpPr>
        <p:spPr>
          <a:xfrm>
            <a:off x="5009542" y="2414956"/>
            <a:ext cx="623926" cy="603796"/>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cap="sq">
            <a:noFill/>
            <a:prstDash val="solid"/>
          </a:ln>
        </p:spPr>
        <p:txBody>
          <a:bodyPr vert="horz" wrap="square" lIns="91440" tIns="45720" rIns="91440" bIns="45720" rtlCol="0" anchor="t"/>
          <a:lstStyle/>
          <a:p>
            <a:pPr algn="l">
              <a:lnSpc>
                <a:spcPct val="110000"/>
              </a:lnSpc>
            </a:pPr>
            <a:endParaRPr kumimoji="1" lang="zh-CN" altLang="en-US"/>
          </a:p>
        </p:txBody>
      </p:sp>
      <p:sp>
        <p:nvSpPr>
          <p:cNvPr id="1048627" name="标题 1"/>
          <p:cNvSpPr txBox="1"/>
          <p:nvPr>
            <p:custDataLst>
              <p:tags r:id="rId2"/>
            </p:custDataLst>
          </p:nvPr>
        </p:nvSpPr>
        <p:spPr>
          <a:xfrm>
            <a:off x="1389380" y="5930265"/>
            <a:ext cx="8811895" cy="1574800"/>
          </a:xfrm>
          <a:prstGeom prst="rect">
            <a:avLst/>
          </a:prstGeom>
          <a:noFill/>
          <a:ln>
            <a:noFill/>
          </a:ln>
        </p:spPr>
        <p:txBody>
          <a:bodyPr vert="horz" wrap="square" lIns="0" tIns="0" rIns="0" bIns="0" rtlCol="0" anchor="t"/>
          <a:lstStyle/>
          <a:p>
            <a:pPr algn="l">
              <a:lnSpc>
                <a:spcPct val="150000"/>
              </a:lnSpc>
            </a:pPr>
            <a:endParaRPr kumimoji="1" lang="zh-CN" altLang="en-US" sz="2400" dirty="0">
              <a:latin typeface="等线" panose="02010600030101010101" pitchFamily="2" charset="-122"/>
              <a:ea typeface="等线" panose="02010600030101010101" pitchFamily="2" charset="-122"/>
            </a:endParaRPr>
          </a:p>
        </p:txBody>
      </p:sp>
      <p:sp>
        <p:nvSpPr>
          <p:cNvPr id="1048628" name="标题 1"/>
          <p:cNvSpPr txBox="1"/>
          <p:nvPr/>
        </p:nvSpPr>
        <p:spPr>
          <a:xfrm>
            <a:off x="0" y="6591300"/>
            <a:ext cx="12192000" cy="266700"/>
          </a:xfrm>
          <a:prstGeom prst="rect">
            <a:avLst/>
          </a:prstGeom>
          <a:solidFill>
            <a:schemeClr val="accent1"/>
          </a:solidFill>
        </p:spPr>
        <p:txBody>
          <a:bodyPr vert="horz" wrap="square" lIns="0" tIns="0" rIns="0" bIns="0" rtlCol="0" anchor="ctr"/>
          <a:lstStyle/>
          <a:p>
            <a:pPr algn="ctr">
              <a:lnSpc>
                <a:spcPct val="100000"/>
              </a:lnSpc>
            </a:pPr>
            <a:endParaRPr kumimoji="1" lang="zh-CN" altLang="en-US"/>
          </a:p>
        </p:txBody>
      </p:sp>
      <p:sp>
        <p:nvSpPr>
          <p:cNvPr id="1048629" name="标题 1"/>
          <p:cNvSpPr txBox="1"/>
          <p:nvPr>
            <p:custDataLst>
              <p:tags r:id="rId3"/>
            </p:custDataLst>
          </p:nvPr>
        </p:nvSpPr>
        <p:spPr>
          <a:xfrm>
            <a:off x="1517650" y="5377180"/>
            <a:ext cx="9229725" cy="489585"/>
          </a:xfrm>
          <a:prstGeom prst="rect">
            <a:avLst/>
          </a:prstGeom>
          <a:noFill/>
          <a:ln>
            <a:noFill/>
          </a:ln>
        </p:spPr>
        <p:txBody>
          <a:bodyPr vert="horz" wrap="square" lIns="0" tIns="0" rIns="0" bIns="0" rtlCol="0" anchor="ctr"/>
          <a:lstStyle/>
          <a:p>
            <a:pPr algn="l">
              <a:lnSpc>
                <a:spcPct val="150000"/>
              </a:lnSpc>
            </a:pPr>
            <a:endParaRPr kumimoji="1" lang="zh-CN" altLang="en-US" sz="2800" b="1" dirty="0" err="1">
              <a:ln w="12700">
                <a:noFill/>
              </a:ln>
              <a:solidFill>
                <a:schemeClr val="bg2">
                  <a:lumMod val="25000"/>
                </a:schemeClr>
              </a:solidFill>
              <a:latin typeface="等线" panose="02010600030101010101" pitchFamily="2" charset="-122"/>
              <a:ea typeface="等线" panose="02010600030101010101" pitchFamily="2" charset="-122"/>
              <a:cs typeface="Source Han Sans CN Bold"/>
            </a:endParaRPr>
          </a:p>
        </p:txBody>
      </p:sp>
      <p:sp>
        <p:nvSpPr>
          <p:cNvPr id="1048633" name="标题 1"/>
          <p:cNvSpPr txBox="1"/>
          <p:nvPr/>
        </p:nvSpPr>
        <p:spPr>
          <a:xfrm>
            <a:off x="783520" y="46704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b="1" dirty="0">
                <a:ln w="12700">
                  <a:noFill/>
                </a:ln>
                <a:latin typeface="+mj-ea"/>
                <a:ea typeface="+mj-ea"/>
                <a:cs typeface="Source Han Sans CN Bold"/>
              </a:rPr>
              <a:t>1.2</a:t>
            </a:r>
            <a:r>
              <a:rPr kumimoji="1" lang="zh-CN" altLang="en-US" sz="2800" b="1" dirty="0">
                <a:ln w="12700">
                  <a:noFill/>
                </a:ln>
                <a:latin typeface="+mj-ea"/>
                <a:ea typeface="+mj-ea"/>
                <a:cs typeface="Source Han Sans CN Bold"/>
              </a:rPr>
              <a:t>待解决的难题</a:t>
            </a:r>
          </a:p>
        </p:txBody>
      </p:sp>
      <p:pic>
        <p:nvPicPr>
          <p:cNvPr id="2097152" name="图片 24" descr="校徽紫色版"/>
          <p:cNvPicPr>
            <a:picLocks noChangeAspect="1"/>
          </p:cNvPicPr>
          <p:nvPr>
            <p:custDataLst>
              <p:tags r:id="rId4"/>
            </p:custDataLst>
          </p:nvPr>
        </p:nvPicPr>
        <p:blipFill>
          <a:blip r:embed="rId6"/>
          <a:stretch>
            <a:fillRect/>
          </a:stretch>
        </p:blipFill>
        <p:spPr>
          <a:xfrm>
            <a:off x="9377045" y="-278130"/>
            <a:ext cx="2713990" cy="1753235"/>
          </a:xfrm>
          <a:prstGeom prst="rect">
            <a:avLst/>
          </a:prstGeom>
        </p:spPr>
      </p:pic>
      <p:sp>
        <p:nvSpPr>
          <p:cNvPr id="3" name="文本框 2"/>
          <p:cNvSpPr txBox="1"/>
          <p:nvPr/>
        </p:nvSpPr>
        <p:spPr>
          <a:xfrm>
            <a:off x="1002664" y="1089025"/>
            <a:ext cx="9585325" cy="4687255"/>
          </a:xfrm>
          <a:prstGeom prst="rect">
            <a:avLst/>
          </a:prstGeom>
          <a:noFill/>
        </p:spPr>
        <p:txBody>
          <a:bodyPr wrap="square" rtlCol="0" anchor="t">
            <a:noAutofit/>
          </a:bodyPr>
          <a:lstStyle/>
          <a:p>
            <a:pPr>
              <a:lnSpc>
                <a:spcPct val="150000"/>
              </a:lnSpc>
            </a:pPr>
            <a:r>
              <a:rPr kumimoji="1" lang="zh-CN" altLang="en-US" sz="2800" b="1" dirty="0">
                <a:ln w="12700">
                  <a:noFill/>
                </a:ln>
                <a:solidFill>
                  <a:schemeClr val="bg2">
                    <a:lumMod val="25000"/>
                  </a:schemeClr>
                </a:solidFill>
                <a:latin typeface="等线" panose="02010600030101010101" pitchFamily="2" charset="-122"/>
                <a:ea typeface="等线" panose="02010600030101010101" pitchFamily="2" charset="-122"/>
                <a:cs typeface="Source Han Sans CN Bold"/>
                <a:sym typeface="+mn-ea"/>
              </a:rPr>
              <a:t>现有研究的局限性</a:t>
            </a:r>
            <a:endParaRPr kumimoji="1" lang="en-US" altLang="zh-CN" sz="2800" b="1" dirty="0">
              <a:ln w="12700">
                <a:noFill/>
              </a:ln>
              <a:solidFill>
                <a:schemeClr val="bg2">
                  <a:lumMod val="25000"/>
                </a:schemeClr>
              </a:solidFill>
              <a:latin typeface="等线" panose="02010600030101010101" pitchFamily="2" charset="-122"/>
              <a:ea typeface="等线" panose="02010600030101010101" pitchFamily="2" charset="-122"/>
              <a:cs typeface="Source Han Sans CN Bold"/>
              <a:sym typeface="+mn-ea"/>
            </a:endParaRPr>
          </a:p>
          <a:p>
            <a:pPr>
              <a:lnSpc>
                <a:spcPct val="150000"/>
              </a:lnSpc>
            </a:pPr>
            <a:r>
              <a:rPr kumimoji="1" lang="zh-CN" altLang="en-US" sz="2400" dirty="0">
                <a:latin typeface="等线" panose="02010600030101010101" pitchFamily="2" charset="-122"/>
                <a:ea typeface="等线" panose="02010600030101010101" pitchFamily="2" charset="-122"/>
                <a:sym typeface="+mn-ea"/>
              </a:rPr>
              <a:t>尽管已有研究尝试将</a:t>
            </a:r>
            <a:r>
              <a:rPr kumimoji="1" lang="en-US" altLang="zh-CN" sz="2400" dirty="0">
                <a:latin typeface="等线" panose="02010600030101010101" pitchFamily="2" charset="-122"/>
                <a:ea typeface="等线" panose="02010600030101010101" pitchFamily="2" charset="-122"/>
                <a:sym typeface="+mn-ea"/>
              </a:rPr>
              <a:t>EC</a:t>
            </a:r>
            <a:r>
              <a:rPr kumimoji="1" lang="zh-CN" altLang="en-US" sz="2400" dirty="0">
                <a:latin typeface="等线" panose="02010600030101010101" pitchFamily="2" charset="-122"/>
                <a:ea typeface="等线" panose="02010600030101010101" pitchFamily="2" charset="-122"/>
                <a:sym typeface="+mn-ea"/>
              </a:rPr>
              <a:t>用于优化神经网络结构，或将神经网络用于逼近适应度函数，很少有增强型进化计算算法利用人工神经网络来进化解决方案。传统</a:t>
            </a:r>
            <a:r>
              <a:rPr kumimoji="1" lang="en-US" altLang="zh-CN" sz="2400" dirty="0">
                <a:latin typeface="等线" panose="02010600030101010101" pitchFamily="2" charset="-122"/>
                <a:ea typeface="等线" panose="02010600030101010101" pitchFamily="2" charset="-122"/>
                <a:sym typeface="+mn-ea"/>
              </a:rPr>
              <a:t>EC</a:t>
            </a:r>
            <a:r>
              <a:rPr kumimoji="1" lang="zh-CN" altLang="en-US" sz="2400" dirty="0">
                <a:latin typeface="等线" panose="02010600030101010101" pitchFamily="2" charset="-122"/>
                <a:ea typeface="等线" panose="02010600030101010101" pitchFamily="2" charset="-122"/>
                <a:sym typeface="+mn-ea"/>
              </a:rPr>
              <a:t>算法在高维、多峰、昂贵评估的优化问题中存在效率瓶颈。</a:t>
            </a:r>
          </a:p>
          <a:p>
            <a:pPr>
              <a:lnSpc>
                <a:spcPct val="150000"/>
              </a:lnSpc>
            </a:pPr>
            <a:r>
              <a:rPr kumimoji="1" lang="zh-CN" altLang="en-US" sz="2800" b="1" dirty="0">
                <a:ln w="12700">
                  <a:noFill/>
                </a:ln>
                <a:solidFill>
                  <a:schemeClr val="bg2">
                    <a:lumMod val="25000"/>
                  </a:schemeClr>
                </a:solidFill>
                <a:latin typeface="等线" panose="02010600030101010101" pitchFamily="2" charset="-122"/>
                <a:ea typeface="等线" panose="02010600030101010101" pitchFamily="2" charset="-122"/>
                <a:cs typeface="Source Han Sans CN Bold"/>
                <a:sym typeface="+mn-ea"/>
              </a:rPr>
              <a:t>关键问题的提出</a:t>
            </a:r>
          </a:p>
          <a:p>
            <a:pPr>
              <a:lnSpc>
                <a:spcPct val="150000"/>
              </a:lnSpc>
            </a:pPr>
            <a:r>
              <a:rPr kumimoji="1" lang="zh-CN" altLang="en-US" sz="2400" dirty="0">
                <a:latin typeface="等线" panose="02010600030101010101" pitchFamily="2" charset="-122"/>
                <a:ea typeface="等线" panose="02010600030101010101" pitchFamily="2" charset="-122"/>
                <a:sym typeface="+mn-ea"/>
              </a:rPr>
              <a:t>我们能否将学习与进化结合起来，更高效地解决复杂问题，就像人类的学习能力与优化能力相结合那样</a:t>
            </a:r>
            <a:r>
              <a:rPr kumimoji="1" lang="en-US" altLang="zh-CN" sz="2400" dirty="0">
                <a:latin typeface="等线" panose="02010600030101010101" pitchFamily="2" charset="-122"/>
                <a:ea typeface="等线" panose="02010600030101010101" pitchFamily="2" charset="-122"/>
                <a:sym typeface="+mn-ea"/>
              </a:rPr>
              <a:t>?</a:t>
            </a:r>
            <a:endParaRPr kumimoji="1" lang="zh-CN" altLang="en-US" sz="2400" dirty="0">
              <a:latin typeface="等线" panose="02010600030101010101" pitchFamily="2" charset="-122"/>
              <a:ea typeface="等线" panose="02010600030101010101" pitchFamily="2" charset="-122"/>
            </a:endParaRPr>
          </a:p>
          <a:p>
            <a:pPr>
              <a:lnSpc>
                <a:spcPct val="150000"/>
              </a:lnSpc>
            </a:pPr>
            <a:endParaRPr kumimoji="1" lang="zh-CN" altLang="en-US" sz="2400" b="1" dirty="0">
              <a:ln w="12700">
                <a:noFill/>
              </a:ln>
              <a:solidFill>
                <a:schemeClr val="bg2">
                  <a:lumMod val="25000"/>
                </a:schemeClr>
              </a:solidFill>
              <a:latin typeface="等线" panose="02010600030101010101" pitchFamily="2" charset="-122"/>
              <a:ea typeface="等线" panose="02010600030101010101" pitchFamily="2" charset="-122"/>
              <a:cs typeface="Source Han Sans CN Bold"/>
            </a:endParaRPr>
          </a:p>
          <a:p>
            <a:pPr>
              <a:lnSpc>
                <a:spcPct val="150000"/>
              </a:lnSpc>
            </a:pPr>
            <a:endParaRPr kumimoji="1" lang="zh-CN" altLang="en-US" sz="2400" b="0" i="0" dirty="0">
              <a:latin typeface="等线" panose="02010600030101010101" pitchFamily="2" charset="-122"/>
              <a:ea typeface="等线" panose="02010600030101010101" pitchFamily="2" charset="-122"/>
            </a:endParaRPr>
          </a:p>
          <a:p>
            <a:pPr>
              <a:lnSpc>
                <a:spcPct val="150000"/>
              </a:lnSpc>
            </a:pPr>
            <a:endParaRPr kumimoji="1" lang="zh-CN" altLang="en-US" sz="2400" dirty="0">
              <a:latin typeface="等线" panose="02010600030101010101" pitchFamily="2" charset="-122"/>
              <a:ea typeface="等线" panose="02010600030101010101" pitchFamily="2" charset="-122"/>
              <a:sym typeface="+mn-ea"/>
            </a:endParaRPr>
          </a:p>
          <a:p>
            <a:pPr>
              <a:lnSpc>
                <a:spcPct val="150000"/>
              </a:lnSpc>
            </a:pPr>
            <a:endParaRPr kumimoji="1" lang="zh-CN" altLang="en-US" sz="2400" dirty="0">
              <a:latin typeface="等线" panose="02010600030101010101" pitchFamily="2" charset="-122"/>
              <a:ea typeface="等线" panose="02010600030101010101" pitchFamily="2"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F046D-9165-3221-D194-48401224AC01}"/>
            </a:ext>
          </a:extLst>
        </p:cNvPr>
        <p:cNvGrpSpPr/>
        <p:nvPr/>
      </p:nvGrpSpPr>
      <p:grpSpPr>
        <a:xfrm>
          <a:off x="0" y="0"/>
          <a:ext cx="0" cy="0"/>
          <a:chOff x="0" y="0"/>
          <a:chExt cx="0" cy="0"/>
        </a:xfrm>
      </p:grpSpPr>
      <p:sp>
        <p:nvSpPr>
          <p:cNvPr id="1048626" name="标题 1">
            <a:extLst>
              <a:ext uri="{FF2B5EF4-FFF2-40B4-BE49-F238E27FC236}">
                <a16:creationId xmlns:a16="http://schemas.microsoft.com/office/drawing/2014/main" id="{2C40DDB5-2C9E-C8A2-2557-079B59E8DE1A}"/>
              </a:ext>
            </a:extLst>
          </p:cNvPr>
          <p:cNvSpPr txBox="1"/>
          <p:nvPr>
            <p:custDataLst>
              <p:tags r:id="rId1"/>
            </p:custDataLst>
          </p:nvPr>
        </p:nvSpPr>
        <p:spPr>
          <a:xfrm>
            <a:off x="5002670" y="1086254"/>
            <a:ext cx="623926" cy="603796"/>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cap="sq">
            <a:noFill/>
            <a:prstDash val="solid"/>
          </a:ln>
        </p:spPr>
        <p:txBody>
          <a:bodyPr vert="horz" wrap="square" lIns="91440" tIns="45720" rIns="91440" bIns="45720" rtlCol="0" anchor="t"/>
          <a:lstStyle/>
          <a:p>
            <a:pPr algn="l">
              <a:lnSpc>
                <a:spcPct val="110000"/>
              </a:lnSpc>
            </a:pPr>
            <a:endParaRPr kumimoji="1" lang="zh-CN" altLang="en-US"/>
          </a:p>
        </p:txBody>
      </p:sp>
      <p:sp>
        <p:nvSpPr>
          <p:cNvPr id="1048627" name="标题 1">
            <a:extLst>
              <a:ext uri="{FF2B5EF4-FFF2-40B4-BE49-F238E27FC236}">
                <a16:creationId xmlns:a16="http://schemas.microsoft.com/office/drawing/2014/main" id="{8564B8AB-EEB7-65B1-1BB8-57E821982869}"/>
              </a:ext>
            </a:extLst>
          </p:cNvPr>
          <p:cNvSpPr txBox="1"/>
          <p:nvPr>
            <p:custDataLst>
              <p:tags r:id="rId2"/>
            </p:custDataLst>
          </p:nvPr>
        </p:nvSpPr>
        <p:spPr>
          <a:xfrm>
            <a:off x="1389380" y="5930265"/>
            <a:ext cx="8811895" cy="1574800"/>
          </a:xfrm>
          <a:prstGeom prst="rect">
            <a:avLst/>
          </a:prstGeom>
          <a:noFill/>
          <a:ln>
            <a:noFill/>
          </a:ln>
        </p:spPr>
        <p:txBody>
          <a:bodyPr vert="horz" wrap="square" lIns="0" tIns="0" rIns="0" bIns="0" rtlCol="0" anchor="t"/>
          <a:lstStyle/>
          <a:p>
            <a:pPr algn="l">
              <a:lnSpc>
                <a:spcPct val="150000"/>
              </a:lnSpc>
            </a:pPr>
            <a:endParaRPr kumimoji="1" lang="zh-CN" altLang="en-US" sz="2400" dirty="0">
              <a:latin typeface="等线" panose="02010600030101010101" pitchFamily="2" charset="-122"/>
              <a:ea typeface="等线" panose="02010600030101010101" pitchFamily="2" charset="-122"/>
            </a:endParaRPr>
          </a:p>
        </p:txBody>
      </p:sp>
      <p:sp>
        <p:nvSpPr>
          <p:cNvPr id="1048628" name="标题 1">
            <a:extLst>
              <a:ext uri="{FF2B5EF4-FFF2-40B4-BE49-F238E27FC236}">
                <a16:creationId xmlns:a16="http://schemas.microsoft.com/office/drawing/2014/main" id="{7996A15B-3F33-356F-1C40-063007DD0AF3}"/>
              </a:ext>
            </a:extLst>
          </p:cNvPr>
          <p:cNvSpPr txBox="1"/>
          <p:nvPr/>
        </p:nvSpPr>
        <p:spPr>
          <a:xfrm>
            <a:off x="0" y="6591300"/>
            <a:ext cx="12192000" cy="266700"/>
          </a:xfrm>
          <a:prstGeom prst="rect">
            <a:avLst/>
          </a:prstGeom>
          <a:solidFill>
            <a:schemeClr val="accent1"/>
          </a:solidFill>
        </p:spPr>
        <p:txBody>
          <a:bodyPr vert="horz" wrap="square" lIns="0" tIns="0" rIns="0" bIns="0" rtlCol="0" anchor="ctr"/>
          <a:lstStyle/>
          <a:p>
            <a:pPr algn="ctr">
              <a:lnSpc>
                <a:spcPct val="100000"/>
              </a:lnSpc>
            </a:pPr>
            <a:endParaRPr kumimoji="1" lang="zh-CN" altLang="en-US"/>
          </a:p>
        </p:txBody>
      </p:sp>
      <p:sp>
        <p:nvSpPr>
          <p:cNvPr id="1048629" name="标题 1">
            <a:extLst>
              <a:ext uri="{FF2B5EF4-FFF2-40B4-BE49-F238E27FC236}">
                <a16:creationId xmlns:a16="http://schemas.microsoft.com/office/drawing/2014/main" id="{58A06F3D-0BD0-BDE7-56BD-6239C597B1CB}"/>
              </a:ext>
            </a:extLst>
          </p:cNvPr>
          <p:cNvSpPr txBox="1"/>
          <p:nvPr>
            <p:custDataLst>
              <p:tags r:id="rId3"/>
            </p:custDataLst>
          </p:nvPr>
        </p:nvSpPr>
        <p:spPr>
          <a:xfrm>
            <a:off x="1538605" y="4928235"/>
            <a:ext cx="9229725" cy="489585"/>
          </a:xfrm>
          <a:prstGeom prst="rect">
            <a:avLst/>
          </a:prstGeom>
          <a:noFill/>
          <a:ln>
            <a:noFill/>
          </a:ln>
        </p:spPr>
        <p:txBody>
          <a:bodyPr vert="horz" wrap="square" lIns="0" tIns="0" rIns="0" bIns="0" rtlCol="0" anchor="ctr"/>
          <a:lstStyle/>
          <a:p>
            <a:pPr algn="l">
              <a:lnSpc>
                <a:spcPct val="150000"/>
              </a:lnSpc>
            </a:pPr>
            <a:endParaRPr kumimoji="1" lang="zh-CN" altLang="en-US" sz="2800" b="1" dirty="0" err="1">
              <a:ln w="12700">
                <a:noFill/>
              </a:ln>
              <a:solidFill>
                <a:schemeClr val="bg2">
                  <a:lumMod val="25000"/>
                </a:schemeClr>
              </a:solidFill>
              <a:latin typeface="等线" panose="02010600030101010101" pitchFamily="2" charset="-122"/>
              <a:ea typeface="等线" panose="02010600030101010101" pitchFamily="2" charset="-122"/>
              <a:cs typeface="Source Han Sans CN Bold"/>
            </a:endParaRPr>
          </a:p>
        </p:txBody>
      </p:sp>
      <p:sp>
        <p:nvSpPr>
          <p:cNvPr id="1048633" name="标题 1">
            <a:extLst>
              <a:ext uri="{FF2B5EF4-FFF2-40B4-BE49-F238E27FC236}">
                <a16:creationId xmlns:a16="http://schemas.microsoft.com/office/drawing/2014/main" id="{A3D520C3-6316-BD29-2D99-FDC2785E7AB7}"/>
              </a:ext>
            </a:extLst>
          </p:cNvPr>
          <p:cNvSpPr txBox="1"/>
          <p:nvPr/>
        </p:nvSpPr>
        <p:spPr>
          <a:xfrm>
            <a:off x="783520" y="467040"/>
            <a:ext cx="10671175" cy="468000"/>
          </a:xfrm>
          <a:prstGeom prst="rect">
            <a:avLst/>
          </a:prstGeom>
          <a:noFill/>
          <a:ln>
            <a:noFill/>
          </a:ln>
        </p:spPr>
        <p:txBody>
          <a:bodyPr vert="horz" wrap="square" lIns="0" tIns="0" rIns="0" bIns="0" rtlCol="0" anchor="ctr"/>
          <a:lstStyle/>
          <a:p>
            <a:pPr>
              <a:lnSpc>
                <a:spcPct val="110000"/>
              </a:lnSpc>
            </a:pPr>
            <a:r>
              <a:rPr kumimoji="1" lang="en-US" altLang="zh-CN" sz="2800" b="1" dirty="0">
                <a:ln w="12700">
                  <a:noFill/>
                </a:ln>
                <a:latin typeface="+mj-ea"/>
                <a:ea typeface="+mj-ea"/>
                <a:cs typeface="Source Han Sans CN Bold"/>
              </a:rPr>
              <a:t>2.1</a:t>
            </a:r>
            <a:r>
              <a:rPr lang="en-US" altLang="zh-CN" sz="2800" dirty="0">
                <a:solidFill>
                  <a:srgbClr val="0D0D0D"/>
                </a:solidFill>
                <a:latin typeface="MiSans" pitchFamily="34" charset="0"/>
                <a:ea typeface="MiSans" pitchFamily="34" charset="-122"/>
                <a:cs typeface="MiSans" pitchFamily="34" charset="-120"/>
              </a:rPr>
              <a:t>LEO</a:t>
            </a:r>
            <a:r>
              <a:rPr lang="zh-CN" altLang="en-US" sz="2800" dirty="0">
                <a:solidFill>
                  <a:srgbClr val="0D0D0D"/>
                </a:solidFill>
                <a:latin typeface="MiSans" pitchFamily="34" charset="0"/>
                <a:ea typeface="MiSans" pitchFamily="34" charset="-122"/>
                <a:cs typeface="MiSans" pitchFamily="34" charset="-120"/>
              </a:rPr>
              <a:t>框架</a:t>
            </a:r>
            <a:endParaRPr kumimoji="1" lang="zh-CN" altLang="en-US" sz="2800" b="1" dirty="0">
              <a:ln w="12700">
                <a:noFill/>
              </a:ln>
              <a:latin typeface="+mj-ea"/>
              <a:ea typeface="+mj-ea"/>
              <a:cs typeface="Source Han Sans CN Bold"/>
            </a:endParaRPr>
          </a:p>
        </p:txBody>
      </p:sp>
      <p:pic>
        <p:nvPicPr>
          <p:cNvPr id="2097152" name="图片 24" descr="校徽紫色版">
            <a:extLst>
              <a:ext uri="{FF2B5EF4-FFF2-40B4-BE49-F238E27FC236}">
                <a16:creationId xmlns:a16="http://schemas.microsoft.com/office/drawing/2014/main" id="{D10D9C35-69AF-F320-B1A0-722C737468F7}"/>
              </a:ext>
            </a:extLst>
          </p:cNvPr>
          <p:cNvPicPr>
            <a:picLocks noChangeAspect="1"/>
          </p:cNvPicPr>
          <p:nvPr>
            <p:custDataLst>
              <p:tags r:id="rId4"/>
            </p:custDataLst>
          </p:nvPr>
        </p:nvPicPr>
        <p:blipFill>
          <a:blip r:embed="rId9"/>
          <a:stretch>
            <a:fillRect/>
          </a:stretch>
        </p:blipFill>
        <p:spPr>
          <a:xfrm>
            <a:off x="9377045" y="-278130"/>
            <a:ext cx="2713990" cy="1753235"/>
          </a:xfrm>
          <a:prstGeom prst="rect">
            <a:avLst/>
          </a:prstGeom>
        </p:spPr>
      </p:pic>
      <p:pic>
        <p:nvPicPr>
          <p:cNvPr id="2097157" name="图片 16">
            <a:extLst>
              <a:ext uri="{FF2B5EF4-FFF2-40B4-BE49-F238E27FC236}">
                <a16:creationId xmlns:a16="http://schemas.microsoft.com/office/drawing/2014/main" id="{D987CC5B-4009-ADFF-BC8C-9E39CA98B2DD}"/>
              </a:ext>
            </a:extLst>
          </p:cNvPr>
          <p:cNvPicPr>
            <a:picLocks noChangeAspect="1"/>
          </p:cNvPicPr>
          <p:nvPr>
            <p:custDataLst>
              <p:tags r:id="rId5"/>
            </p:custDataLst>
          </p:nvPr>
        </p:nvPicPr>
        <p:blipFill>
          <a:blip r:embed="rId10"/>
          <a:srcRect/>
          <a:stretch>
            <a:fillRect/>
          </a:stretch>
        </p:blipFill>
        <p:spPr>
          <a:xfrm>
            <a:off x="5948628" y="1569153"/>
            <a:ext cx="294743" cy="336849"/>
          </a:xfrm>
          <a:prstGeom prst="rect">
            <a:avLst/>
          </a:prstGeom>
          <a:noFill/>
          <a:ln>
            <a:noFill/>
          </a:ln>
        </p:spPr>
      </p:pic>
      <p:sp>
        <p:nvSpPr>
          <p:cNvPr id="1048671" name="标题 1">
            <a:extLst>
              <a:ext uri="{FF2B5EF4-FFF2-40B4-BE49-F238E27FC236}">
                <a16:creationId xmlns:a16="http://schemas.microsoft.com/office/drawing/2014/main" id="{D1DBD1F3-F36C-09CB-549A-70FB6B0877A8}"/>
              </a:ext>
            </a:extLst>
          </p:cNvPr>
          <p:cNvSpPr txBox="1"/>
          <p:nvPr>
            <p:custDataLst>
              <p:tags r:id="rId6"/>
            </p:custDataLst>
          </p:nvPr>
        </p:nvSpPr>
        <p:spPr>
          <a:xfrm>
            <a:off x="6396672" y="1769178"/>
            <a:ext cx="5310224" cy="2944112"/>
          </a:xfrm>
          <a:prstGeom prst="rect">
            <a:avLst/>
          </a:prstGeom>
          <a:noFill/>
          <a:ln>
            <a:noFill/>
          </a:ln>
        </p:spPr>
        <p:txBody>
          <a:bodyPr vert="horz" wrap="square" lIns="0" tIns="0" rIns="0" bIns="0" rtlCol="0" anchor="t"/>
          <a:lstStyle/>
          <a:p>
            <a:pPr>
              <a:spcBef>
                <a:spcPts val="300"/>
              </a:spcBef>
            </a:pPr>
            <a:r>
              <a:rPr lang="zh-CN" altLang="en-US" sz="2400" b="1" dirty="0">
                <a:solidFill>
                  <a:srgbClr val="404040"/>
                </a:solidFill>
                <a:latin typeface="等线" panose="02010600030101010101" pitchFamily="2" charset="-122"/>
                <a:ea typeface="等线" panose="02010600030101010101" pitchFamily="2" charset="-122"/>
              </a:rPr>
              <a:t>整体的 </a:t>
            </a:r>
            <a:r>
              <a:rPr lang="en-US" altLang="zh-CN" sz="2400" b="1" dirty="0">
                <a:solidFill>
                  <a:srgbClr val="404040"/>
                </a:solidFill>
                <a:latin typeface="等线" panose="02010600030101010101" pitchFamily="2" charset="-122"/>
                <a:ea typeface="等线" panose="02010600030101010101" pitchFamily="2" charset="-122"/>
              </a:rPr>
              <a:t>LEO </a:t>
            </a:r>
            <a:r>
              <a:rPr lang="zh-CN" altLang="en-US" sz="2400" b="1" dirty="0">
                <a:solidFill>
                  <a:srgbClr val="404040"/>
                </a:solidFill>
                <a:latin typeface="等线" panose="02010600030101010101" pitchFamily="2" charset="-122"/>
                <a:ea typeface="等线" panose="02010600030101010101" pitchFamily="2" charset="-122"/>
              </a:rPr>
              <a:t>框架如图 </a:t>
            </a:r>
            <a:r>
              <a:rPr lang="en-US" altLang="zh-CN" sz="2400" b="1" dirty="0">
                <a:solidFill>
                  <a:srgbClr val="404040"/>
                </a:solidFill>
                <a:latin typeface="等线" panose="02010600030101010101" pitchFamily="2" charset="-122"/>
                <a:ea typeface="等线" panose="02010600030101010101" pitchFamily="2" charset="-122"/>
              </a:rPr>
              <a:t>4</a:t>
            </a:r>
            <a:r>
              <a:rPr lang="zh-CN" altLang="en-US" sz="2400" b="1" dirty="0">
                <a:solidFill>
                  <a:srgbClr val="404040"/>
                </a:solidFill>
                <a:latin typeface="等线" panose="02010600030101010101" pitchFamily="2" charset="-122"/>
                <a:ea typeface="等线" panose="02010600030101010101" pitchFamily="2" charset="-122"/>
              </a:rPr>
              <a:t>所示，它包含两个部分，即进化部分和学习部分。与传统的进化计算</a:t>
            </a:r>
            <a:r>
              <a:rPr lang="en-US" altLang="zh-CN" sz="2400" b="1" dirty="0">
                <a:solidFill>
                  <a:srgbClr val="404040"/>
                </a:solidFill>
                <a:latin typeface="等线" panose="02010600030101010101" pitchFamily="2" charset="-122"/>
                <a:ea typeface="等线" panose="02010600030101010101" pitchFamily="2" charset="-122"/>
              </a:rPr>
              <a:t>(EC)</a:t>
            </a:r>
            <a:r>
              <a:rPr lang="zh-CN" altLang="en-US" sz="2400" b="1" dirty="0">
                <a:solidFill>
                  <a:srgbClr val="404040"/>
                </a:solidFill>
                <a:latin typeface="等线" panose="02010600030101010101" pitchFamily="2" charset="-122"/>
                <a:ea typeface="等线" panose="02010600030101010101" pitchFamily="2" charset="-122"/>
              </a:rPr>
              <a:t>框架相比，</a:t>
            </a:r>
            <a:r>
              <a:rPr lang="en-US" altLang="zh-CN" sz="2400" b="1" dirty="0">
                <a:solidFill>
                  <a:srgbClr val="404040"/>
                </a:solidFill>
                <a:latin typeface="等线" panose="02010600030101010101" pitchFamily="2" charset="-122"/>
                <a:ea typeface="等线" panose="02010600030101010101" pitchFamily="2" charset="-122"/>
              </a:rPr>
              <a:t>LE0</a:t>
            </a:r>
            <a:r>
              <a:rPr lang="zh-CN" altLang="en-US" sz="2400" b="1" dirty="0">
                <a:solidFill>
                  <a:srgbClr val="404040"/>
                </a:solidFill>
                <a:latin typeface="等线" panose="02010600030101010101" pitchFamily="2" charset="-122"/>
                <a:ea typeface="等线" panose="02010600030101010101" pitchFamily="2" charset="-122"/>
              </a:rPr>
              <a:t>的主要创新之处在于，它不仅使用传统的进化算子，还使用学习辅助的进化算子来生成新的有潜力的个体。</a:t>
            </a:r>
          </a:p>
        </p:txBody>
      </p:sp>
      <p:pic>
        <p:nvPicPr>
          <p:cNvPr id="3" name="图片 2">
            <a:extLst>
              <a:ext uri="{FF2B5EF4-FFF2-40B4-BE49-F238E27FC236}">
                <a16:creationId xmlns:a16="http://schemas.microsoft.com/office/drawing/2014/main" id="{9B008625-1FF4-01FA-5E17-30EDDAEE0D46}"/>
              </a:ext>
            </a:extLst>
          </p:cNvPr>
          <p:cNvPicPr>
            <a:picLocks noChangeAspect="1"/>
          </p:cNvPicPr>
          <p:nvPr/>
        </p:nvPicPr>
        <p:blipFill>
          <a:blip r:embed="rId11"/>
          <a:stretch>
            <a:fillRect/>
          </a:stretch>
        </p:blipFill>
        <p:spPr>
          <a:xfrm>
            <a:off x="373844" y="1146213"/>
            <a:ext cx="6039228" cy="4136987"/>
          </a:xfrm>
          <a:prstGeom prst="rect">
            <a:avLst/>
          </a:prstGeom>
        </p:spPr>
      </p:pic>
    </p:spTree>
    <p:extLst>
      <p:ext uri="{BB962C8B-B14F-4D97-AF65-F5344CB8AC3E}">
        <p14:creationId xmlns:p14="http://schemas.microsoft.com/office/powerpoint/2010/main" val="371997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8C9EB-4015-6867-B068-ABDD009D84F3}"/>
            </a:ext>
          </a:extLst>
        </p:cNvPr>
        <p:cNvGrpSpPr/>
        <p:nvPr/>
      </p:nvGrpSpPr>
      <p:grpSpPr>
        <a:xfrm>
          <a:off x="0" y="0"/>
          <a:ext cx="0" cy="0"/>
          <a:chOff x="0" y="0"/>
          <a:chExt cx="0" cy="0"/>
        </a:xfrm>
      </p:grpSpPr>
      <p:sp>
        <p:nvSpPr>
          <p:cNvPr id="1048626" name="标题 1">
            <a:extLst>
              <a:ext uri="{FF2B5EF4-FFF2-40B4-BE49-F238E27FC236}">
                <a16:creationId xmlns:a16="http://schemas.microsoft.com/office/drawing/2014/main" id="{71E171C7-3651-C56A-A267-8C248DBC0E35}"/>
              </a:ext>
            </a:extLst>
          </p:cNvPr>
          <p:cNvSpPr txBox="1"/>
          <p:nvPr>
            <p:custDataLst>
              <p:tags r:id="rId1"/>
            </p:custDataLst>
          </p:nvPr>
        </p:nvSpPr>
        <p:spPr>
          <a:xfrm>
            <a:off x="5002670" y="1086254"/>
            <a:ext cx="623926" cy="603796"/>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cap="sq">
            <a:noFill/>
            <a:prstDash val="solid"/>
          </a:ln>
        </p:spPr>
        <p:txBody>
          <a:bodyPr vert="horz" wrap="square" lIns="91440" tIns="45720" rIns="91440" bIns="45720" rtlCol="0" anchor="t"/>
          <a:lstStyle/>
          <a:p>
            <a:pPr algn="l">
              <a:lnSpc>
                <a:spcPct val="110000"/>
              </a:lnSpc>
            </a:pPr>
            <a:endParaRPr kumimoji="1" lang="zh-CN" altLang="en-US"/>
          </a:p>
        </p:txBody>
      </p:sp>
      <p:sp>
        <p:nvSpPr>
          <p:cNvPr id="1048627" name="标题 1">
            <a:extLst>
              <a:ext uri="{FF2B5EF4-FFF2-40B4-BE49-F238E27FC236}">
                <a16:creationId xmlns:a16="http://schemas.microsoft.com/office/drawing/2014/main" id="{159B6817-6194-2F12-3565-F348B7C728EE}"/>
              </a:ext>
            </a:extLst>
          </p:cNvPr>
          <p:cNvSpPr txBox="1"/>
          <p:nvPr>
            <p:custDataLst>
              <p:tags r:id="rId2"/>
            </p:custDataLst>
          </p:nvPr>
        </p:nvSpPr>
        <p:spPr>
          <a:xfrm>
            <a:off x="1389380" y="5930265"/>
            <a:ext cx="8811895" cy="1574800"/>
          </a:xfrm>
          <a:prstGeom prst="rect">
            <a:avLst/>
          </a:prstGeom>
          <a:noFill/>
          <a:ln>
            <a:noFill/>
          </a:ln>
        </p:spPr>
        <p:txBody>
          <a:bodyPr vert="horz" wrap="square" lIns="0" tIns="0" rIns="0" bIns="0" rtlCol="0" anchor="t"/>
          <a:lstStyle/>
          <a:p>
            <a:pPr algn="l">
              <a:lnSpc>
                <a:spcPct val="150000"/>
              </a:lnSpc>
            </a:pPr>
            <a:endParaRPr kumimoji="1" lang="zh-CN" altLang="en-US" sz="2400" dirty="0">
              <a:latin typeface="等线" panose="02010600030101010101" pitchFamily="2" charset="-122"/>
              <a:ea typeface="等线" panose="02010600030101010101" pitchFamily="2" charset="-122"/>
            </a:endParaRPr>
          </a:p>
        </p:txBody>
      </p:sp>
      <p:sp>
        <p:nvSpPr>
          <p:cNvPr id="1048628" name="标题 1">
            <a:extLst>
              <a:ext uri="{FF2B5EF4-FFF2-40B4-BE49-F238E27FC236}">
                <a16:creationId xmlns:a16="http://schemas.microsoft.com/office/drawing/2014/main" id="{89D60AD7-D70B-A5E8-143B-8E8E5E9C4877}"/>
              </a:ext>
            </a:extLst>
          </p:cNvPr>
          <p:cNvSpPr txBox="1"/>
          <p:nvPr/>
        </p:nvSpPr>
        <p:spPr>
          <a:xfrm>
            <a:off x="0" y="6591300"/>
            <a:ext cx="12192000" cy="266700"/>
          </a:xfrm>
          <a:prstGeom prst="rect">
            <a:avLst/>
          </a:prstGeom>
          <a:solidFill>
            <a:schemeClr val="accent1"/>
          </a:solidFill>
        </p:spPr>
        <p:txBody>
          <a:bodyPr vert="horz" wrap="square" lIns="0" tIns="0" rIns="0" bIns="0" rtlCol="0" anchor="ctr"/>
          <a:lstStyle/>
          <a:p>
            <a:pPr algn="ctr">
              <a:lnSpc>
                <a:spcPct val="100000"/>
              </a:lnSpc>
            </a:pPr>
            <a:endParaRPr kumimoji="1" lang="zh-CN" altLang="en-US"/>
          </a:p>
        </p:txBody>
      </p:sp>
      <p:sp>
        <p:nvSpPr>
          <p:cNvPr id="1048633" name="标题 1">
            <a:extLst>
              <a:ext uri="{FF2B5EF4-FFF2-40B4-BE49-F238E27FC236}">
                <a16:creationId xmlns:a16="http://schemas.microsoft.com/office/drawing/2014/main" id="{3B2F2D97-97FE-AB79-4643-D43A7C23B049}"/>
              </a:ext>
            </a:extLst>
          </p:cNvPr>
          <p:cNvSpPr txBox="1"/>
          <p:nvPr/>
        </p:nvSpPr>
        <p:spPr>
          <a:xfrm>
            <a:off x="783520" y="467040"/>
            <a:ext cx="10671175" cy="468000"/>
          </a:xfrm>
          <a:prstGeom prst="rect">
            <a:avLst/>
          </a:prstGeom>
          <a:noFill/>
          <a:ln>
            <a:noFill/>
          </a:ln>
        </p:spPr>
        <p:txBody>
          <a:bodyPr vert="horz" wrap="square" lIns="0" tIns="0" rIns="0" bIns="0" rtlCol="0" anchor="ctr"/>
          <a:lstStyle/>
          <a:p>
            <a:pPr>
              <a:lnSpc>
                <a:spcPct val="110000"/>
              </a:lnSpc>
            </a:pPr>
            <a:r>
              <a:rPr kumimoji="1" lang="en-US" altLang="zh-CN" sz="2800" b="1" dirty="0">
                <a:ln w="12700">
                  <a:noFill/>
                </a:ln>
                <a:latin typeface="+mj-ea"/>
                <a:ea typeface="+mj-ea"/>
                <a:cs typeface="Source Han Sans CN Bold"/>
              </a:rPr>
              <a:t>2.1</a:t>
            </a:r>
            <a:r>
              <a:rPr lang="en-US" altLang="zh-CN" sz="2800" dirty="0">
                <a:solidFill>
                  <a:srgbClr val="0D0D0D"/>
                </a:solidFill>
                <a:latin typeface="MiSans" pitchFamily="34" charset="0"/>
                <a:ea typeface="MiSans" pitchFamily="34" charset="-122"/>
                <a:cs typeface="MiSans" pitchFamily="34" charset="-120"/>
              </a:rPr>
              <a:t>LEO</a:t>
            </a:r>
            <a:r>
              <a:rPr lang="zh-CN" altLang="en-US" sz="2800" dirty="0">
                <a:solidFill>
                  <a:srgbClr val="0D0D0D"/>
                </a:solidFill>
                <a:latin typeface="MiSans" pitchFamily="34" charset="0"/>
                <a:ea typeface="MiSans" pitchFamily="34" charset="-122"/>
                <a:cs typeface="MiSans" pitchFamily="34" charset="-120"/>
              </a:rPr>
              <a:t>框架</a:t>
            </a:r>
            <a:endParaRPr kumimoji="1" lang="zh-CN" altLang="en-US" sz="2800" b="1" dirty="0">
              <a:ln w="12700">
                <a:noFill/>
              </a:ln>
              <a:latin typeface="+mj-ea"/>
              <a:ea typeface="+mj-ea"/>
              <a:cs typeface="Source Han Sans CN Bold"/>
            </a:endParaRPr>
          </a:p>
        </p:txBody>
      </p:sp>
      <p:pic>
        <p:nvPicPr>
          <p:cNvPr id="2097152" name="图片 24" descr="校徽紫色版">
            <a:extLst>
              <a:ext uri="{FF2B5EF4-FFF2-40B4-BE49-F238E27FC236}">
                <a16:creationId xmlns:a16="http://schemas.microsoft.com/office/drawing/2014/main" id="{05E95464-4F2C-8040-7EDC-99255B323BC6}"/>
              </a:ext>
            </a:extLst>
          </p:cNvPr>
          <p:cNvPicPr>
            <a:picLocks noChangeAspect="1"/>
          </p:cNvPicPr>
          <p:nvPr>
            <p:custDataLst>
              <p:tags r:id="rId3"/>
            </p:custDataLst>
          </p:nvPr>
        </p:nvPicPr>
        <p:blipFill>
          <a:blip r:embed="rId8"/>
          <a:stretch>
            <a:fillRect/>
          </a:stretch>
        </p:blipFill>
        <p:spPr>
          <a:xfrm>
            <a:off x="9377045" y="-278130"/>
            <a:ext cx="2713990" cy="1753235"/>
          </a:xfrm>
          <a:prstGeom prst="rect">
            <a:avLst/>
          </a:prstGeom>
        </p:spPr>
      </p:pic>
      <p:pic>
        <p:nvPicPr>
          <p:cNvPr id="2097157" name="图片 16">
            <a:extLst>
              <a:ext uri="{FF2B5EF4-FFF2-40B4-BE49-F238E27FC236}">
                <a16:creationId xmlns:a16="http://schemas.microsoft.com/office/drawing/2014/main" id="{CF0AC973-CC05-D5DC-0B2F-35FC2B3AA04F}"/>
              </a:ext>
            </a:extLst>
          </p:cNvPr>
          <p:cNvPicPr>
            <a:picLocks noChangeAspect="1"/>
          </p:cNvPicPr>
          <p:nvPr>
            <p:custDataLst>
              <p:tags r:id="rId4"/>
            </p:custDataLst>
          </p:nvPr>
        </p:nvPicPr>
        <p:blipFill>
          <a:blip r:embed="rId9"/>
          <a:srcRect/>
          <a:stretch>
            <a:fillRect/>
          </a:stretch>
        </p:blipFill>
        <p:spPr>
          <a:xfrm>
            <a:off x="5948628" y="1569153"/>
            <a:ext cx="294743" cy="336849"/>
          </a:xfrm>
          <a:prstGeom prst="rect">
            <a:avLst/>
          </a:prstGeom>
          <a:noFill/>
          <a:ln>
            <a:noFill/>
          </a:ln>
        </p:spPr>
      </p:pic>
      <p:sp>
        <p:nvSpPr>
          <p:cNvPr id="1048671" name="标题 1">
            <a:extLst>
              <a:ext uri="{FF2B5EF4-FFF2-40B4-BE49-F238E27FC236}">
                <a16:creationId xmlns:a16="http://schemas.microsoft.com/office/drawing/2014/main" id="{300EEAC8-9FF8-7DA8-AB2F-3E34A3D6E999}"/>
              </a:ext>
            </a:extLst>
          </p:cNvPr>
          <p:cNvSpPr txBox="1"/>
          <p:nvPr>
            <p:custDataLst>
              <p:tags r:id="rId5"/>
            </p:custDataLst>
          </p:nvPr>
        </p:nvSpPr>
        <p:spPr>
          <a:xfrm>
            <a:off x="6396672" y="1769178"/>
            <a:ext cx="5310224" cy="2944112"/>
          </a:xfrm>
          <a:prstGeom prst="rect">
            <a:avLst/>
          </a:prstGeom>
          <a:noFill/>
          <a:ln>
            <a:noFill/>
          </a:ln>
        </p:spPr>
        <p:txBody>
          <a:bodyPr vert="horz" wrap="square" lIns="0" tIns="0" rIns="0" bIns="0" rtlCol="0" anchor="t"/>
          <a:lstStyle/>
          <a:p>
            <a:pPr>
              <a:spcBef>
                <a:spcPts val="300"/>
              </a:spcBef>
            </a:pPr>
            <a:r>
              <a:rPr lang="zh-CN" altLang="en-US" sz="2400" b="1" dirty="0">
                <a:solidFill>
                  <a:srgbClr val="404040"/>
                </a:solidFill>
                <a:latin typeface="等线" panose="02010600030101010101" pitchFamily="2" charset="-122"/>
                <a:ea typeface="等线" panose="02010600030101010101" pitchFamily="2" charset="-122"/>
              </a:rPr>
              <a:t>在学习部分，</a:t>
            </a:r>
            <a:r>
              <a:rPr lang="en-US" altLang="zh-CN" sz="2400" b="1" dirty="0">
                <a:solidFill>
                  <a:srgbClr val="404040"/>
                </a:solidFill>
                <a:latin typeface="等线" panose="02010600030101010101" pitchFamily="2" charset="-122"/>
                <a:ea typeface="等线" panose="02010600030101010101" pitchFamily="2" charset="-122"/>
              </a:rPr>
              <a:t>LEO </a:t>
            </a:r>
            <a:r>
              <a:rPr lang="zh-CN" altLang="en-US" sz="2400" b="1" dirty="0">
                <a:solidFill>
                  <a:srgbClr val="404040"/>
                </a:solidFill>
                <a:latin typeface="等线" panose="02010600030101010101" pitchFamily="2" charset="-122"/>
                <a:ea typeface="等线" panose="02010600030101010101" pitchFamily="2" charset="-122"/>
              </a:rPr>
              <a:t>利用从进化部分收集的成功解决方案对来训练学习系统，从而学习成功进化对。通过从大量成功的解决方案对中学习，人工神经网络能够掌握足够的成功进化模式，以帮助实现更好的个体进化，这可能比传统的进化算子更直接、更高效。</a:t>
            </a:r>
          </a:p>
        </p:txBody>
      </p:sp>
      <p:pic>
        <p:nvPicPr>
          <p:cNvPr id="3" name="图片 2">
            <a:extLst>
              <a:ext uri="{FF2B5EF4-FFF2-40B4-BE49-F238E27FC236}">
                <a16:creationId xmlns:a16="http://schemas.microsoft.com/office/drawing/2014/main" id="{F6761A76-104F-E359-73DB-B25AD94792E4}"/>
              </a:ext>
            </a:extLst>
          </p:cNvPr>
          <p:cNvPicPr>
            <a:picLocks noChangeAspect="1"/>
          </p:cNvPicPr>
          <p:nvPr/>
        </p:nvPicPr>
        <p:blipFill>
          <a:blip r:embed="rId10"/>
          <a:stretch>
            <a:fillRect/>
          </a:stretch>
        </p:blipFill>
        <p:spPr>
          <a:xfrm>
            <a:off x="373844" y="1146213"/>
            <a:ext cx="6039228" cy="4136987"/>
          </a:xfrm>
          <a:prstGeom prst="rect">
            <a:avLst/>
          </a:prstGeom>
        </p:spPr>
      </p:pic>
    </p:spTree>
    <p:extLst>
      <p:ext uri="{BB962C8B-B14F-4D97-AF65-F5344CB8AC3E}">
        <p14:creationId xmlns:p14="http://schemas.microsoft.com/office/powerpoint/2010/main" val="4048956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标题 1"/>
          <p:cNvSpPr txBox="1"/>
          <p:nvPr>
            <p:custDataLst>
              <p:tags r:id="rId1"/>
            </p:custDataLst>
          </p:nvPr>
        </p:nvSpPr>
        <p:spPr>
          <a:xfrm>
            <a:off x="5002670" y="1086254"/>
            <a:ext cx="623926" cy="603796"/>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cap="sq">
            <a:noFill/>
            <a:prstDash val="solid"/>
          </a:ln>
        </p:spPr>
        <p:txBody>
          <a:bodyPr vert="horz" wrap="square" lIns="91440" tIns="45720" rIns="91440" bIns="45720" rtlCol="0" anchor="t"/>
          <a:lstStyle/>
          <a:p>
            <a:pPr algn="l">
              <a:lnSpc>
                <a:spcPct val="110000"/>
              </a:lnSpc>
            </a:pPr>
            <a:endParaRPr kumimoji="1" lang="zh-CN" altLang="en-US"/>
          </a:p>
        </p:txBody>
      </p:sp>
      <p:sp>
        <p:nvSpPr>
          <p:cNvPr id="1048628" name="标题 1"/>
          <p:cNvSpPr txBox="1"/>
          <p:nvPr/>
        </p:nvSpPr>
        <p:spPr>
          <a:xfrm>
            <a:off x="0" y="6591300"/>
            <a:ext cx="12192000" cy="266700"/>
          </a:xfrm>
          <a:prstGeom prst="rect">
            <a:avLst/>
          </a:prstGeom>
          <a:solidFill>
            <a:schemeClr val="accent1"/>
          </a:solidFill>
        </p:spPr>
        <p:txBody>
          <a:bodyPr vert="horz" wrap="square" lIns="0" tIns="0" rIns="0" bIns="0" rtlCol="0" anchor="ctr"/>
          <a:lstStyle/>
          <a:p>
            <a:pPr algn="ctr">
              <a:lnSpc>
                <a:spcPct val="100000"/>
              </a:lnSpc>
            </a:pPr>
            <a:endParaRPr kumimoji="1" lang="zh-CN" altLang="en-US"/>
          </a:p>
        </p:txBody>
      </p:sp>
      <p:sp>
        <p:nvSpPr>
          <p:cNvPr id="1048629" name="标题 1"/>
          <p:cNvSpPr txBox="1"/>
          <p:nvPr>
            <p:custDataLst>
              <p:tags r:id="rId2"/>
            </p:custDataLst>
          </p:nvPr>
        </p:nvSpPr>
        <p:spPr>
          <a:xfrm>
            <a:off x="1538605" y="4928235"/>
            <a:ext cx="9229725" cy="489585"/>
          </a:xfrm>
          <a:prstGeom prst="rect">
            <a:avLst/>
          </a:prstGeom>
          <a:noFill/>
          <a:ln>
            <a:noFill/>
          </a:ln>
        </p:spPr>
        <p:txBody>
          <a:bodyPr vert="horz" wrap="square" lIns="0" tIns="0" rIns="0" bIns="0" rtlCol="0" anchor="ctr"/>
          <a:lstStyle/>
          <a:p>
            <a:pPr algn="l">
              <a:lnSpc>
                <a:spcPct val="150000"/>
              </a:lnSpc>
            </a:pPr>
            <a:endParaRPr kumimoji="1" lang="zh-CN" altLang="en-US" sz="2800" b="1" dirty="0" err="1">
              <a:ln w="12700">
                <a:noFill/>
              </a:ln>
              <a:solidFill>
                <a:schemeClr val="bg2">
                  <a:lumMod val="25000"/>
                </a:schemeClr>
              </a:solidFill>
              <a:latin typeface="等线" panose="02010600030101010101" pitchFamily="2" charset="-122"/>
              <a:ea typeface="等线" panose="02010600030101010101" pitchFamily="2" charset="-122"/>
              <a:cs typeface="Source Han Sans CN Bold"/>
            </a:endParaRPr>
          </a:p>
        </p:txBody>
      </p:sp>
      <p:sp>
        <p:nvSpPr>
          <p:cNvPr id="1048633" name="标题 1"/>
          <p:cNvSpPr txBox="1"/>
          <p:nvPr/>
        </p:nvSpPr>
        <p:spPr>
          <a:xfrm>
            <a:off x="783520" y="467040"/>
            <a:ext cx="10671175" cy="468000"/>
          </a:xfrm>
          <a:prstGeom prst="rect">
            <a:avLst/>
          </a:prstGeom>
          <a:noFill/>
          <a:ln>
            <a:noFill/>
          </a:ln>
        </p:spPr>
        <p:txBody>
          <a:bodyPr vert="horz" wrap="square" lIns="0" tIns="0" rIns="0" bIns="0" rtlCol="0" anchor="ctr"/>
          <a:lstStyle/>
          <a:p>
            <a:pPr>
              <a:lnSpc>
                <a:spcPct val="110000"/>
              </a:lnSpc>
            </a:pPr>
            <a:r>
              <a:rPr kumimoji="1" lang="en-US" altLang="zh-CN" sz="2800" b="1" dirty="0">
                <a:ln w="12700">
                  <a:noFill/>
                </a:ln>
                <a:latin typeface="+mj-ea"/>
                <a:ea typeface="+mj-ea"/>
                <a:cs typeface="Source Han Sans CN Bold"/>
              </a:rPr>
              <a:t>2.2</a:t>
            </a:r>
            <a:r>
              <a:rPr kumimoji="1" lang="zh-CN" altLang="en-US" sz="2800" b="1" dirty="0">
                <a:ln w="12700">
                  <a:noFill/>
                </a:ln>
                <a:solidFill>
                  <a:srgbClr val="0D0D0D"/>
                </a:solidFill>
                <a:latin typeface="MiSans" pitchFamily="34" charset="0"/>
                <a:ea typeface="MiSans" pitchFamily="34" charset="-122"/>
                <a:cs typeface="MiSans" pitchFamily="34" charset="-120"/>
              </a:rPr>
              <a:t>学习部分</a:t>
            </a:r>
            <a:endParaRPr kumimoji="1" lang="zh-CN" altLang="en-US" sz="2800" b="1" dirty="0">
              <a:ln w="12700">
                <a:noFill/>
              </a:ln>
              <a:latin typeface="+mj-ea"/>
              <a:ea typeface="+mj-ea"/>
              <a:cs typeface="Source Han Sans CN Bold"/>
            </a:endParaRPr>
          </a:p>
        </p:txBody>
      </p:sp>
      <p:pic>
        <p:nvPicPr>
          <p:cNvPr id="2097152" name="图片 24" descr="校徽紫色版"/>
          <p:cNvPicPr>
            <a:picLocks noChangeAspect="1"/>
          </p:cNvPicPr>
          <p:nvPr>
            <p:custDataLst>
              <p:tags r:id="rId3"/>
            </p:custDataLst>
          </p:nvPr>
        </p:nvPicPr>
        <p:blipFill>
          <a:blip r:embed="rId15"/>
          <a:stretch>
            <a:fillRect/>
          </a:stretch>
        </p:blipFill>
        <p:spPr>
          <a:xfrm>
            <a:off x="9377045" y="-278130"/>
            <a:ext cx="2713990" cy="1753235"/>
          </a:xfrm>
          <a:prstGeom prst="rect">
            <a:avLst/>
          </a:prstGeom>
        </p:spPr>
      </p:pic>
      <p:sp>
        <p:nvSpPr>
          <p:cNvPr id="1048666" name="标题 1"/>
          <p:cNvSpPr txBox="1"/>
          <p:nvPr>
            <p:custDataLst>
              <p:tags r:id="rId4"/>
            </p:custDataLst>
          </p:nvPr>
        </p:nvSpPr>
        <p:spPr>
          <a:xfrm>
            <a:off x="8195072" y="1401304"/>
            <a:ext cx="671052" cy="671052"/>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2097155" name="图片 12"/>
          <p:cNvPicPr>
            <a:picLocks noChangeAspect="1"/>
          </p:cNvPicPr>
          <p:nvPr>
            <p:custDataLst>
              <p:tags r:id="rId5"/>
            </p:custDataLst>
          </p:nvPr>
        </p:nvPicPr>
        <p:blipFill>
          <a:blip r:embed="rId16"/>
          <a:srcRect/>
          <a:stretch>
            <a:fillRect/>
          </a:stretch>
        </p:blipFill>
        <p:spPr>
          <a:xfrm>
            <a:off x="8393753" y="1571037"/>
            <a:ext cx="273690" cy="331586"/>
          </a:xfrm>
          <a:prstGeom prst="rect">
            <a:avLst/>
          </a:prstGeom>
          <a:noFill/>
          <a:ln>
            <a:noFill/>
          </a:ln>
        </p:spPr>
      </p:pic>
      <p:sp>
        <p:nvSpPr>
          <p:cNvPr id="1048667" name="标题 1"/>
          <p:cNvSpPr txBox="1"/>
          <p:nvPr>
            <p:custDataLst>
              <p:tags r:id="rId6"/>
            </p:custDataLst>
          </p:nvPr>
        </p:nvSpPr>
        <p:spPr>
          <a:xfrm>
            <a:off x="2322926" y="1401304"/>
            <a:ext cx="671052" cy="671052"/>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2097156" name="图片 14"/>
          <p:cNvPicPr>
            <a:picLocks noChangeAspect="1"/>
          </p:cNvPicPr>
          <p:nvPr>
            <p:custDataLst>
              <p:tags r:id="rId7"/>
            </p:custDataLst>
          </p:nvPr>
        </p:nvPicPr>
        <p:blipFill>
          <a:blip r:embed="rId17"/>
          <a:srcRect/>
          <a:stretch>
            <a:fillRect/>
          </a:stretch>
        </p:blipFill>
        <p:spPr>
          <a:xfrm>
            <a:off x="2492659" y="1597353"/>
            <a:ext cx="331587" cy="278954"/>
          </a:xfrm>
          <a:prstGeom prst="rect">
            <a:avLst/>
          </a:prstGeom>
          <a:noFill/>
          <a:ln>
            <a:noFill/>
          </a:ln>
        </p:spPr>
      </p:pic>
      <p:pic>
        <p:nvPicPr>
          <p:cNvPr id="2097157" name="图片 16"/>
          <p:cNvPicPr>
            <a:picLocks noChangeAspect="1"/>
          </p:cNvPicPr>
          <p:nvPr>
            <p:custDataLst>
              <p:tags r:id="rId8"/>
            </p:custDataLst>
          </p:nvPr>
        </p:nvPicPr>
        <p:blipFill>
          <a:blip r:embed="rId18"/>
          <a:srcRect/>
          <a:stretch>
            <a:fillRect/>
          </a:stretch>
        </p:blipFill>
        <p:spPr>
          <a:xfrm>
            <a:off x="5948628" y="1569153"/>
            <a:ext cx="294743" cy="336849"/>
          </a:xfrm>
          <a:prstGeom prst="rect">
            <a:avLst/>
          </a:prstGeom>
          <a:noFill/>
          <a:ln>
            <a:noFill/>
          </a:ln>
        </p:spPr>
      </p:pic>
      <p:sp>
        <p:nvSpPr>
          <p:cNvPr id="1048669" name="标题 1"/>
          <p:cNvSpPr txBox="1"/>
          <p:nvPr>
            <p:custDataLst>
              <p:tags r:id="rId9"/>
            </p:custDataLst>
          </p:nvPr>
        </p:nvSpPr>
        <p:spPr>
          <a:xfrm>
            <a:off x="990576" y="2991325"/>
            <a:ext cx="3537291" cy="2513192"/>
          </a:xfrm>
          <a:prstGeom prst="rect">
            <a:avLst/>
          </a:prstGeom>
          <a:noFill/>
          <a:ln>
            <a:noFill/>
          </a:ln>
        </p:spPr>
        <p:txBody>
          <a:bodyPr vert="horz" wrap="square" lIns="0" tIns="0" rIns="0" bIns="0" rtlCol="0" anchor="t"/>
          <a:lstStyle/>
          <a:p>
            <a:pPr>
              <a:spcBef>
                <a:spcPts val="300"/>
              </a:spcBef>
            </a:pPr>
            <a:r>
              <a:rPr lang="zh-CN" altLang="en-US" sz="2400" b="1" dirty="0">
                <a:solidFill>
                  <a:srgbClr val="404040"/>
                </a:solidFill>
                <a:latin typeface="等线" panose="02010600030101010101" pitchFamily="2" charset="-122"/>
                <a:ea typeface="等线" panose="02010600030101010101" pitchFamily="2" charset="-122"/>
              </a:rPr>
              <a:t>给定第</a:t>
            </a:r>
            <a:r>
              <a:rPr lang="en-US" altLang="zh-CN" sz="2400" b="1" dirty="0">
                <a:solidFill>
                  <a:srgbClr val="404040"/>
                </a:solidFill>
                <a:latin typeface="等线" panose="02010600030101010101" pitchFamily="2" charset="-122"/>
                <a:ea typeface="等线" panose="02010600030101010101" pitchFamily="2" charset="-122"/>
              </a:rPr>
              <a:t>g</a:t>
            </a:r>
            <a:r>
              <a:rPr lang="zh-CN" altLang="en-US" sz="2400" b="1" dirty="0">
                <a:solidFill>
                  <a:srgbClr val="404040"/>
                </a:solidFill>
                <a:latin typeface="等线" panose="02010600030101010101" pitchFamily="2" charset="-122"/>
                <a:ea typeface="等线" panose="02010600030101010101" pitchFamily="2" charset="-122"/>
              </a:rPr>
              <a:t>代中的第</a:t>
            </a:r>
            <a:r>
              <a:rPr lang="en-US" altLang="zh-CN" sz="2400" b="1" dirty="0" err="1">
                <a:solidFill>
                  <a:srgbClr val="404040"/>
                </a:solidFill>
                <a:latin typeface="等线" panose="02010600030101010101" pitchFamily="2" charset="-122"/>
                <a:ea typeface="等线" panose="02010600030101010101" pitchFamily="2" charset="-122"/>
              </a:rPr>
              <a:t>i</a:t>
            </a:r>
            <a:r>
              <a:rPr lang="zh-CN" altLang="en-US" sz="2400" b="1" dirty="0">
                <a:solidFill>
                  <a:srgbClr val="404040"/>
                </a:solidFill>
                <a:latin typeface="等线" panose="02010600030101010101" pitchFamily="2" charset="-122"/>
                <a:ea typeface="等线" panose="02010600030101010101" pitchFamily="2" charset="-122"/>
              </a:rPr>
              <a:t>个个体在第</a:t>
            </a:r>
            <a:r>
              <a:rPr lang="en-US" altLang="zh-CN" sz="2400" b="1" dirty="0">
                <a:solidFill>
                  <a:srgbClr val="404040"/>
                </a:solidFill>
                <a:latin typeface="等线" panose="02010600030101010101" pitchFamily="2" charset="-122"/>
                <a:ea typeface="等线" panose="02010600030101010101" pitchFamily="2" charset="-122"/>
              </a:rPr>
              <a:t>g</a:t>
            </a:r>
            <a:r>
              <a:rPr lang="zh-CN" altLang="en-US" sz="2400" b="1" dirty="0">
                <a:solidFill>
                  <a:srgbClr val="404040"/>
                </a:solidFill>
                <a:latin typeface="等线" panose="02010600030101010101" pitchFamily="2" charset="-122"/>
                <a:ea typeface="等线" panose="02010600030101010101" pitchFamily="2" charset="-122"/>
              </a:rPr>
              <a:t>以及</a:t>
            </a:r>
            <a:r>
              <a:rPr lang="en-US" altLang="zh-CN" sz="2400" b="1" dirty="0">
                <a:solidFill>
                  <a:srgbClr val="404040"/>
                </a:solidFill>
                <a:latin typeface="等线" panose="02010600030101010101" pitchFamily="2" charset="-122"/>
                <a:ea typeface="等线" panose="02010600030101010101" pitchFamily="2" charset="-122"/>
              </a:rPr>
              <a:t>g+1</a:t>
            </a:r>
            <a:r>
              <a:rPr lang="zh-CN" altLang="en-US" sz="2400" b="1" dirty="0">
                <a:solidFill>
                  <a:srgbClr val="404040"/>
                </a:solidFill>
                <a:latin typeface="等线" panose="02010600030101010101" pitchFamily="2" charset="-122"/>
                <a:ea typeface="等线" panose="02010600030101010101" pitchFamily="2" charset="-122"/>
              </a:rPr>
              <a:t>代，分别记为</a:t>
            </a:r>
            <a:r>
              <a:rPr lang="en-US" altLang="zh-CN" sz="2400" b="1" dirty="0">
                <a:solidFill>
                  <a:srgbClr val="404040"/>
                </a:solidFill>
                <a:latin typeface="等线" panose="02010600030101010101" pitchFamily="2" charset="-122"/>
                <a:ea typeface="等线" panose="02010600030101010101" pitchFamily="2" charset="-122"/>
              </a:rPr>
              <a:t>       </a:t>
            </a:r>
            <a:r>
              <a:rPr lang="zh-CN" altLang="en-US" sz="2400" b="1" dirty="0">
                <a:solidFill>
                  <a:srgbClr val="404040"/>
                </a:solidFill>
                <a:latin typeface="等线" panose="02010600030101010101" pitchFamily="2" charset="-122"/>
                <a:ea typeface="等线" panose="02010600030101010101" pitchFamily="2" charset="-122"/>
              </a:rPr>
              <a:t>和            若  </a:t>
            </a:r>
            <a:r>
              <a:rPr lang="en-US" altLang="zh-CN" sz="2400" b="1" dirty="0">
                <a:solidFill>
                  <a:srgbClr val="404040"/>
                </a:solidFill>
                <a:latin typeface="等线" panose="02010600030101010101" pitchFamily="2" charset="-122"/>
                <a:ea typeface="等线" panose="02010600030101010101" pitchFamily="2" charset="-122"/>
              </a:rPr>
              <a:t>      </a:t>
            </a:r>
            <a:r>
              <a:rPr lang="zh-CN" altLang="en-US" sz="2400" b="1" dirty="0">
                <a:solidFill>
                  <a:srgbClr val="404040"/>
                </a:solidFill>
                <a:latin typeface="等线" panose="02010600030101010101" pitchFamily="2" charset="-122"/>
                <a:ea typeface="等线" panose="02010600030101010101" pitchFamily="2" charset="-122"/>
              </a:rPr>
              <a:t>的适应度优于</a:t>
            </a:r>
            <a:r>
              <a:rPr lang="en-US" altLang="zh-CN" sz="2400" b="1" dirty="0">
                <a:solidFill>
                  <a:srgbClr val="404040"/>
                </a:solidFill>
                <a:latin typeface="等线" panose="02010600030101010101" pitchFamily="2" charset="-122"/>
                <a:ea typeface="等线" panose="02010600030101010101" pitchFamily="2" charset="-122"/>
              </a:rPr>
              <a:t>          </a:t>
            </a:r>
            <a:r>
              <a:rPr lang="zh-CN" altLang="en-US" sz="2400" b="1" dirty="0">
                <a:solidFill>
                  <a:srgbClr val="404040"/>
                </a:solidFill>
                <a:latin typeface="等线" panose="02010600030101010101" pitchFamily="2" charset="-122"/>
                <a:ea typeface="等线" panose="02010600030101010101" pitchFamily="2" charset="-122"/>
              </a:rPr>
              <a:t>，则</a:t>
            </a:r>
            <a:endParaRPr lang="en-US" altLang="zh-CN" sz="2400" b="1" dirty="0">
              <a:solidFill>
                <a:srgbClr val="404040"/>
              </a:solidFill>
              <a:latin typeface="等线" panose="02010600030101010101" pitchFamily="2" charset="-122"/>
              <a:ea typeface="等线" panose="02010600030101010101" pitchFamily="2" charset="-122"/>
            </a:endParaRPr>
          </a:p>
          <a:p>
            <a:pPr>
              <a:spcBef>
                <a:spcPts val="300"/>
              </a:spcBef>
            </a:pPr>
            <a:r>
              <a:rPr lang="zh-CN" altLang="en-US" sz="2400" b="1" dirty="0">
                <a:solidFill>
                  <a:srgbClr val="404040"/>
                </a:solidFill>
                <a:latin typeface="等线" panose="02010600030101010101" pitchFamily="2" charset="-122"/>
                <a:ea typeface="等线" panose="02010600030101010101" pitchFamily="2" charset="-122"/>
              </a:rPr>
              <a:t>                  被定义为成功进化对</a:t>
            </a:r>
          </a:p>
          <a:p>
            <a:pPr>
              <a:spcBef>
                <a:spcPts val="300"/>
              </a:spcBef>
            </a:pPr>
            <a:endParaRPr lang="zh-CN" altLang="en-US" sz="2400" b="1" dirty="0">
              <a:solidFill>
                <a:srgbClr val="404040"/>
              </a:solidFill>
              <a:latin typeface="等线" panose="02010600030101010101" pitchFamily="2" charset="-122"/>
              <a:ea typeface="等线" panose="02010600030101010101" pitchFamily="2" charset="-122"/>
            </a:endParaRPr>
          </a:p>
        </p:txBody>
      </p:sp>
      <p:sp>
        <p:nvSpPr>
          <p:cNvPr id="1048672" name="标题 1"/>
          <p:cNvSpPr txBox="1"/>
          <p:nvPr>
            <p:custDataLst>
              <p:tags r:id="rId10"/>
            </p:custDataLst>
          </p:nvPr>
        </p:nvSpPr>
        <p:spPr>
          <a:xfrm>
            <a:off x="1024474" y="2075735"/>
            <a:ext cx="3267955" cy="560447"/>
          </a:xfrm>
          <a:prstGeom prst="rect">
            <a:avLst/>
          </a:prstGeom>
          <a:noFill/>
          <a:ln>
            <a:noFill/>
          </a:ln>
        </p:spPr>
        <p:txBody>
          <a:bodyPr vert="horz" wrap="square" lIns="0" tIns="0" rIns="0" bIns="0" rtlCol="0" anchor="b"/>
          <a:lstStyle/>
          <a:p>
            <a:pPr algn="ctr">
              <a:lnSpc>
                <a:spcPct val="100000"/>
              </a:lnSpc>
            </a:pPr>
            <a:r>
              <a:rPr kumimoji="1" lang="zh-CN" altLang="en-US" sz="2800" b="1" dirty="0">
                <a:ln w="12700">
                  <a:noFill/>
                </a:ln>
                <a:solidFill>
                  <a:schemeClr val="bg2">
                    <a:lumMod val="25000"/>
                    <a:alpha val="100000"/>
                  </a:schemeClr>
                </a:solidFill>
                <a:latin typeface="等线" panose="02010600030101010101" pitchFamily="2" charset="-122"/>
                <a:ea typeface="等线" panose="02010600030101010101" pitchFamily="2" charset="-122"/>
                <a:cs typeface="Source Han Sans CN Bold"/>
              </a:rPr>
              <a:t>成功进化对</a:t>
            </a:r>
            <a:endParaRPr kumimoji="1" lang="en-US" altLang="zh-CN" sz="2800" b="1" dirty="0">
              <a:ln w="12700">
                <a:noFill/>
              </a:ln>
              <a:solidFill>
                <a:schemeClr val="bg2">
                  <a:lumMod val="25000"/>
                  <a:alpha val="100000"/>
                </a:schemeClr>
              </a:solidFill>
              <a:latin typeface="等线" panose="02010600030101010101" pitchFamily="2" charset="-122"/>
              <a:ea typeface="等线" panose="02010600030101010101" pitchFamily="2" charset="-122"/>
              <a:cs typeface="Source Han Sans CN Bold"/>
            </a:endParaRPr>
          </a:p>
        </p:txBody>
      </p:sp>
      <p:sp>
        <p:nvSpPr>
          <p:cNvPr id="1048674" name="标题 1"/>
          <p:cNvSpPr txBox="1"/>
          <p:nvPr>
            <p:custDataLst>
              <p:tags r:id="rId11"/>
            </p:custDataLst>
          </p:nvPr>
        </p:nvSpPr>
        <p:spPr>
          <a:xfrm>
            <a:off x="7013763" y="2334865"/>
            <a:ext cx="2982486" cy="307777"/>
          </a:xfrm>
          <a:prstGeom prst="rect">
            <a:avLst/>
          </a:prstGeom>
          <a:noFill/>
          <a:ln>
            <a:noFill/>
          </a:ln>
        </p:spPr>
        <p:txBody>
          <a:bodyPr vert="horz" wrap="square" lIns="0" tIns="0" rIns="0" bIns="0" rtlCol="0" anchor="b">
            <a:noAutofit/>
          </a:bodyPr>
          <a:lstStyle/>
          <a:p>
            <a:pPr lvl="0" algn="ctr">
              <a:buClrTx/>
              <a:buSzTx/>
              <a:buFontTx/>
            </a:pPr>
            <a:r>
              <a:rPr kumimoji="1" lang="zh-CN" altLang="en-US" sz="2800" b="1" dirty="0">
                <a:ln w="12700">
                  <a:noFill/>
                </a:ln>
                <a:solidFill>
                  <a:schemeClr val="bg2">
                    <a:lumMod val="25000"/>
                    <a:alpha val="100000"/>
                  </a:schemeClr>
                </a:solidFill>
                <a:latin typeface="等线" panose="02010600030101010101" pitchFamily="2" charset="-122"/>
                <a:ea typeface="等线" panose="02010600030101010101" pitchFamily="2" charset="-122"/>
                <a:cs typeface="Source Han Sans CN Bold"/>
                <a:sym typeface="+mn-ea"/>
              </a:rPr>
              <a:t>知识的形成</a:t>
            </a:r>
          </a:p>
        </p:txBody>
      </p:sp>
      <p:sp>
        <p:nvSpPr>
          <p:cNvPr id="1048671" name="标题 1"/>
          <p:cNvSpPr txBox="1"/>
          <p:nvPr>
            <p:custDataLst>
              <p:tags r:id="rId12"/>
            </p:custDataLst>
          </p:nvPr>
        </p:nvSpPr>
        <p:spPr>
          <a:xfrm>
            <a:off x="5778596" y="2936320"/>
            <a:ext cx="5411611" cy="3258418"/>
          </a:xfrm>
          <a:prstGeom prst="rect">
            <a:avLst/>
          </a:prstGeom>
          <a:noFill/>
          <a:ln>
            <a:noFill/>
          </a:ln>
        </p:spPr>
        <p:txBody>
          <a:bodyPr vert="horz" wrap="square" lIns="0" tIns="0" rIns="0" bIns="0" rtlCol="0" anchor="t"/>
          <a:lstStyle/>
          <a:p>
            <a:pPr>
              <a:spcBef>
                <a:spcPts val="300"/>
              </a:spcBef>
            </a:pPr>
            <a:r>
              <a:rPr lang="zh-CN" altLang="en-US" sz="2400" b="1" dirty="0">
                <a:solidFill>
                  <a:srgbClr val="404040"/>
                </a:solidFill>
                <a:latin typeface="等线" panose="02010600030101010101" pitchFamily="2" charset="-122"/>
                <a:ea typeface="等线" panose="02010600030101010101" pitchFamily="2" charset="-122"/>
              </a:rPr>
              <a:t>为了解决随着进化的进行，收集到的成功解决方案对的数量会迅速增加</a:t>
            </a:r>
            <a:r>
              <a:rPr lang="en-US" altLang="zh-CN" sz="2400" b="1" dirty="0">
                <a:solidFill>
                  <a:srgbClr val="404040"/>
                </a:solidFill>
                <a:latin typeface="等线" panose="02010600030101010101" pitchFamily="2" charset="-122"/>
                <a:ea typeface="等线" panose="02010600030101010101" pitchFamily="2" charset="-122"/>
              </a:rPr>
              <a:t>;</a:t>
            </a:r>
            <a:r>
              <a:rPr lang="zh-CN" altLang="en-US" sz="2400" b="1" dirty="0">
                <a:solidFill>
                  <a:srgbClr val="404040"/>
                </a:solidFill>
                <a:latin typeface="等线" panose="02010600030101010101" pitchFamily="2" charset="-122"/>
                <a:ea typeface="等线" panose="02010600030101010101" pitchFamily="2" charset="-122"/>
              </a:rPr>
              <a:t> 在较早世代中学习到的 </a:t>
            </a:r>
            <a:r>
              <a:rPr lang="en-US" altLang="zh-CN" sz="2400" b="1" dirty="0">
                <a:solidFill>
                  <a:srgbClr val="404040"/>
                </a:solidFill>
                <a:latin typeface="等线" panose="02010600030101010101" pitchFamily="2" charset="-122"/>
                <a:ea typeface="等线" panose="02010600030101010101" pitchFamily="2" charset="-122"/>
              </a:rPr>
              <a:t>SEP </a:t>
            </a:r>
            <a:r>
              <a:rPr lang="zh-CN" altLang="en-US" sz="2400" b="1" dirty="0">
                <a:solidFill>
                  <a:srgbClr val="404040"/>
                </a:solidFill>
                <a:latin typeface="等线" panose="02010600030101010101" pitchFamily="2" charset="-122"/>
                <a:ea typeface="等线" panose="02010600030101010101" pitchFamily="2" charset="-122"/>
              </a:rPr>
              <a:t>可能不适用于较晚世代中的解决方案。我们使用一个外部档案库来存储成功的解决方案对，并定期更新该档案库，通过这种方式，可以自适应地控制可用的成功解决方案对的数量，同时过时的对也会自然被淘汰。</a:t>
            </a:r>
          </a:p>
        </p:txBody>
      </p:sp>
      <p:pic>
        <p:nvPicPr>
          <p:cNvPr id="3" name="图片 2">
            <a:extLst>
              <a:ext uri="{FF2B5EF4-FFF2-40B4-BE49-F238E27FC236}">
                <a16:creationId xmlns:a16="http://schemas.microsoft.com/office/drawing/2014/main" id="{B9123766-4E82-AC02-9EE6-64909DF1121B}"/>
              </a:ext>
            </a:extLst>
          </p:cNvPr>
          <p:cNvPicPr>
            <a:picLocks noChangeAspect="1"/>
          </p:cNvPicPr>
          <p:nvPr/>
        </p:nvPicPr>
        <p:blipFill>
          <a:blip r:embed="rId19"/>
          <a:stretch>
            <a:fillRect/>
          </a:stretch>
        </p:blipFill>
        <p:spPr>
          <a:xfrm>
            <a:off x="1285123" y="3778162"/>
            <a:ext cx="562532" cy="352961"/>
          </a:xfrm>
          <a:prstGeom prst="rect">
            <a:avLst/>
          </a:prstGeom>
        </p:spPr>
      </p:pic>
      <p:pic>
        <p:nvPicPr>
          <p:cNvPr id="5" name="图片 4">
            <a:extLst>
              <a:ext uri="{FF2B5EF4-FFF2-40B4-BE49-F238E27FC236}">
                <a16:creationId xmlns:a16="http://schemas.microsoft.com/office/drawing/2014/main" id="{C4909C5F-A622-06F8-2FE8-2182829AFC95}"/>
              </a:ext>
            </a:extLst>
          </p:cNvPr>
          <p:cNvPicPr>
            <a:picLocks noChangeAspect="1"/>
          </p:cNvPicPr>
          <p:nvPr/>
        </p:nvPicPr>
        <p:blipFill>
          <a:blip r:embed="rId20"/>
          <a:stretch>
            <a:fillRect/>
          </a:stretch>
        </p:blipFill>
        <p:spPr>
          <a:xfrm>
            <a:off x="2246713" y="3776776"/>
            <a:ext cx="828919" cy="354347"/>
          </a:xfrm>
          <a:prstGeom prst="rect">
            <a:avLst/>
          </a:prstGeom>
        </p:spPr>
      </p:pic>
      <p:pic>
        <p:nvPicPr>
          <p:cNvPr id="6" name="图片 5">
            <a:extLst>
              <a:ext uri="{FF2B5EF4-FFF2-40B4-BE49-F238E27FC236}">
                <a16:creationId xmlns:a16="http://schemas.microsoft.com/office/drawing/2014/main" id="{02A57E55-F61F-6262-BC56-CE82DCB3F454}"/>
              </a:ext>
            </a:extLst>
          </p:cNvPr>
          <p:cNvPicPr>
            <a:picLocks noChangeAspect="1"/>
          </p:cNvPicPr>
          <p:nvPr/>
        </p:nvPicPr>
        <p:blipFill>
          <a:blip r:embed="rId19"/>
          <a:stretch>
            <a:fillRect/>
          </a:stretch>
        </p:blipFill>
        <p:spPr>
          <a:xfrm>
            <a:off x="3531860" y="3715584"/>
            <a:ext cx="562532" cy="352961"/>
          </a:xfrm>
          <a:prstGeom prst="rect">
            <a:avLst/>
          </a:prstGeom>
        </p:spPr>
      </p:pic>
      <p:pic>
        <p:nvPicPr>
          <p:cNvPr id="7" name="图片 6">
            <a:extLst>
              <a:ext uri="{FF2B5EF4-FFF2-40B4-BE49-F238E27FC236}">
                <a16:creationId xmlns:a16="http://schemas.microsoft.com/office/drawing/2014/main" id="{195D1523-0C2D-D5CA-F5E1-CA8D8DD64A33}"/>
              </a:ext>
            </a:extLst>
          </p:cNvPr>
          <p:cNvPicPr>
            <a:picLocks noChangeAspect="1"/>
          </p:cNvPicPr>
          <p:nvPr/>
        </p:nvPicPr>
        <p:blipFill>
          <a:blip r:embed="rId20"/>
          <a:stretch>
            <a:fillRect/>
          </a:stretch>
        </p:blipFill>
        <p:spPr>
          <a:xfrm>
            <a:off x="2503335" y="4125191"/>
            <a:ext cx="828919" cy="354347"/>
          </a:xfrm>
          <a:prstGeom prst="rect">
            <a:avLst/>
          </a:prstGeom>
        </p:spPr>
      </p:pic>
      <p:pic>
        <p:nvPicPr>
          <p:cNvPr id="9" name="图片 8">
            <a:extLst>
              <a:ext uri="{FF2B5EF4-FFF2-40B4-BE49-F238E27FC236}">
                <a16:creationId xmlns:a16="http://schemas.microsoft.com/office/drawing/2014/main" id="{252B6ED4-A3A6-1DEA-FE05-E91B65471FE4}"/>
              </a:ext>
            </a:extLst>
          </p:cNvPr>
          <p:cNvPicPr>
            <a:picLocks noChangeAspect="1"/>
          </p:cNvPicPr>
          <p:nvPr/>
        </p:nvPicPr>
        <p:blipFill>
          <a:blip r:embed="rId21"/>
          <a:stretch>
            <a:fillRect/>
          </a:stretch>
        </p:blipFill>
        <p:spPr>
          <a:xfrm>
            <a:off x="1001792" y="4479538"/>
            <a:ext cx="1505160" cy="3238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5" name="标题 1"/>
          <p:cNvSpPr txBox="1"/>
          <p:nvPr/>
        </p:nvSpPr>
        <p:spPr>
          <a:xfrm>
            <a:off x="660400" y="466776"/>
            <a:ext cx="10858500" cy="468000"/>
          </a:xfrm>
          <a:prstGeom prst="rect">
            <a:avLst/>
          </a:prstGeom>
          <a:noFill/>
          <a:ln>
            <a:noFill/>
          </a:ln>
        </p:spPr>
        <p:txBody>
          <a:bodyPr vert="horz" wrap="square" lIns="0" tIns="0" rIns="0" bIns="0" rtlCol="0" anchor="ctr"/>
          <a:lstStyle/>
          <a:p>
            <a:pPr algn="l">
              <a:lnSpc>
                <a:spcPct val="110000"/>
              </a:lnSpc>
            </a:pPr>
            <a:r>
              <a:rPr kumimoji="1" lang="en-US" altLang="zh-CN" sz="2800" b="1" dirty="0">
                <a:ln w="12700">
                  <a:noFill/>
                </a:ln>
                <a:solidFill>
                  <a:srgbClr val="262626">
                    <a:alpha val="100000"/>
                  </a:srgbClr>
                </a:solidFill>
                <a:latin typeface="+mj-ea"/>
                <a:ea typeface="+mj-ea"/>
                <a:cs typeface="Source Han Sans CN Bold"/>
              </a:rPr>
              <a:t>2.2 </a:t>
            </a:r>
            <a:r>
              <a:rPr kumimoji="1" lang="zh-CN" altLang="en-US" sz="2800" b="1" dirty="0">
                <a:ln w="12700">
                  <a:noFill/>
                </a:ln>
                <a:solidFill>
                  <a:srgbClr val="262626">
                    <a:alpha val="100000"/>
                  </a:srgbClr>
                </a:solidFill>
                <a:latin typeface="+mj-ea"/>
                <a:ea typeface="+mj-ea"/>
                <a:cs typeface="Source Han Sans CN Bold"/>
              </a:rPr>
              <a:t>学习部分</a:t>
            </a:r>
            <a:endParaRPr kumimoji="1" lang="zh-CN" altLang="en-US" b="1" dirty="0">
              <a:latin typeface="+mj-ea"/>
              <a:ea typeface="+mj-ea"/>
            </a:endParaRPr>
          </a:p>
        </p:txBody>
      </p:sp>
      <p:pic>
        <p:nvPicPr>
          <p:cNvPr id="2097162" name="图片 5" descr="校徽紫色版"/>
          <p:cNvPicPr>
            <a:picLocks noChangeAspect="1"/>
          </p:cNvPicPr>
          <p:nvPr>
            <p:custDataLst>
              <p:tags r:id="rId1"/>
            </p:custDataLst>
          </p:nvPr>
        </p:nvPicPr>
        <p:blipFill>
          <a:blip r:embed="rId4"/>
          <a:stretch>
            <a:fillRect/>
          </a:stretch>
        </p:blipFill>
        <p:spPr>
          <a:xfrm>
            <a:off x="9377045" y="-278130"/>
            <a:ext cx="2713990" cy="1753235"/>
          </a:xfrm>
          <a:prstGeom prst="rect">
            <a:avLst/>
          </a:prstGeom>
        </p:spPr>
      </p:pic>
      <p:sp>
        <p:nvSpPr>
          <p:cNvPr id="3" name="文本框 2"/>
          <p:cNvSpPr txBox="1"/>
          <p:nvPr/>
        </p:nvSpPr>
        <p:spPr>
          <a:xfrm>
            <a:off x="1002665" y="1042009"/>
            <a:ext cx="9906000" cy="2745512"/>
          </a:xfrm>
          <a:prstGeom prst="rect">
            <a:avLst/>
          </a:prstGeom>
          <a:noFill/>
        </p:spPr>
        <p:txBody>
          <a:bodyPr wrap="square" rtlCol="0" anchor="t">
            <a:noAutofit/>
          </a:bodyPr>
          <a:lstStyle/>
          <a:p>
            <a:pPr>
              <a:lnSpc>
                <a:spcPct val="150000"/>
              </a:lnSpc>
            </a:pPr>
            <a:r>
              <a:rPr kumimoji="1" lang="zh-CN" altLang="en-US" sz="2400" b="1" dirty="0">
                <a:ln w="12700">
                  <a:noFill/>
                </a:ln>
                <a:solidFill>
                  <a:schemeClr val="bg2">
                    <a:lumMod val="25000"/>
                  </a:schemeClr>
                </a:solidFill>
                <a:latin typeface="等线" panose="02010600030101010101" pitchFamily="2" charset="-122"/>
                <a:ea typeface="等线" panose="02010600030101010101" pitchFamily="2" charset="-122"/>
                <a:cs typeface="Source Han Sans CN Bold"/>
                <a:sym typeface="+mn-ea"/>
              </a:rPr>
              <a:t>学习成功进化对</a:t>
            </a:r>
          </a:p>
          <a:p>
            <a:pPr>
              <a:lnSpc>
                <a:spcPct val="150000"/>
              </a:lnSpc>
            </a:pPr>
            <a:r>
              <a:rPr kumimoji="1" lang="zh-CN" altLang="en-US" sz="2400" dirty="0">
                <a:latin typeface="等线" panose="02010600030101010101" pitchFamily="2" charset="-122"/>
                <a:ea typeface="等线" panose="02010600030101010101" pitchFamily="2" charset="-122"/>
                <a:sym typeface="+mn-ea"/>
              </a:rPr>
              <a:t>利用成功进化对，</a:t>
            </a:r>
            <a:r>
              <a:rPr kumimoji="1" lang="en-US" altLang="zh-CN" sz="2400" dirty="0">
                <a:latin typeface="等线" panose="02010600030101010101" pitchFamily="2" charset="-122"/>
                <a:ea typeface="等线" panose="02010600030101010101" pitchFamily="2" charset="-122"/>
                <a:sym typeface="+mn-ea"/>
              </a:rPr>
              <a:t>ANN</a:t>
            </a:r>
            <a:r>
              <a:rPr kumimoji="1" lang="zh-CN" altLang="en-US" sz="2400" dirty="0">
                <a:latin typeface="等线" panose="02010600030101010101" pitchFamily="2" charset="-122"/>
                <a:ea typeface="等线" panose="02010600030101010101" pitchFamily="2" charset="-122"/>
                <a:sym typeface="+mn-ea"/>
              </a:rPr>
              <a:t>可以自适应地更新其权重，更好地学习成功</a:t>
            </a:r>
            <a:r>
              <a:rPr kumimoji="1" lang="en-US" altLang="zh-CN" sz="2400" dirty="0">
                <a:latin typeface="等线" panose="02010600030101010101" pitchFamily="2" charset="-122"/>
                <a:ea typeface="等线" panose="02010600030101010101" pitchFamily="2" charset="-122"/>
                <a:sym typeface="+mn-ea"/>
              </a:rPr>
              <a:t>SEPS</a:t>
            </a:r>
            <a:r>
              <a:rPr kumimoji="1" lang="zh-CN" altLang="en-US" sz="2400" dirty="0">
                <a:latin typeface="等线" panose="02010600030101010101" pitchFamily="2" charset="-122"/>
                <a:ea typeface="等线" panose="02010600030101010101" pitchFamily="2" charset="-122"/>
                <a:sym typeface="+mn-ea"/>
              </a:rPr>
              <a:t>。具体而言，人工神经网络在每一代中都会使用档案中的所有数据进行一次反向传播，以更新其权重。人工神经网络的损失函数是网络输出与目标输出之间的均方误差，具体可写为</a:t>
            </a:r>
            <a:r>
              <a:rPr kumimoji="1" lang="en-US" altLang="zh-CN" sz="2400" dirty="0">
                <a:latin typeface="等线" panose="02010600030101010101" pitchFamily="2" charset="-122"/>
                <a:ea typeface="等线" panose="02010600030101010101" pitchFamily="2" charset="-122"/>
                <a:sym typeface="+mn-ea"/>
              </a:rPr>
              <a:t>:</a:t>
            </a:r>
          </a:p>
          <a:p>
            <a:pPr marL="342900" indent="-342900">
              <a:lnSpc>
                <a:spcPct val="150000"/>
              </a:lnSpc>
              <a:buFont typeface="Wingdings" panose="05000000000000000000" charset="0"/>
              <a:buChar char="Ø"/>
            </a:pPr>
            <a:endParaRPr kumimoji="1" lang="zh-CN" altLang="en-US" sz="2400" dirty="0">
              <a:latin typeface="等线" panose="02010600030101010101" pitchFamily="2" charset="-122"/>
              <a:ea typeface="等线" panose="02010600030101010101" pitchFamily="2" charset="-122"/>
            </a:endParaRPr>
          </a:p>
          <a:p>
            <a:pPr>
              <a:lnSpc>
                <a:spcPct val="150000"/>
              </a:lnSpc>
            </a:pPr>
            <a:endParaRPr kumimoji="1" lang="zh-CN" altLang="en-US" sz="2400" b="1" dirty="0" err="1">
              <a:ln w="12700">
                <a:noFill/>
              </a:ln>
              <a:solidFill>
                <a:schemeClr val="bg2">
                  <a:lumMod val="25000"/>
                </a:schemeClr>
              </a:solidFill>
              <a:latin typeface="等线" panose="02010600030101010101" pitchFamily="2" charset="-122"/>
              <a:ea typeface="等线" panose="02010600030101010101" pitchFamily="2" charset="-122"/>
              <a:cs typeface="Source Han Sans CN Bold"/>
            </a:endParaRPr>
          </a:p>
          <a:p>
            <a:pPr>
              <a:lnSpc>
                <a:spcPct val="150000"/>
              </a:lnSpc>
            </a:pPr>
            <a:endParaRPr kumimoji="1" lang="zh-CN" altLang="en-US" sz="2400" b="0" i="0" dirty="0">
              <a:latin typeface="等线" panose="02010600030101010101" pitchFamily="2" charset="-122"/>
              <a:ea typeface="等线" panose="02010600030101010101" pitchFamily="2" charset="-122"/>
            </a:endParaRPr>
          </a:p>
          <a:p>
            <a:pPr>
              <a:lnSpc>
                <a:spcPct val="150000"/>
              </a:lnSpc>
            </a:pPr>
            <a:endParaRPr kumimoji="1" lang="zh-CN" altLang="en-US" sz="2400" dirty="0">
              <a:latin typeface="等线" panose="02010600030101010101" pitchFamily="2" charset="-122"/>
              <a:ea typeface="等线" panose="02010600030101010101" pitchFamily="2" charset="-122"/>
              <a:sym typeface="+mn-ea"/>
            </a:endParaRPr>
          </a:p>
          <a:p>
            <a:pPr>
              <a:lnSpc>
                <a:spcPct val="150000"/>
              </a:lnSpc>
            </a:pPr>
            <a:endParaRPr kumimoji="1" lang="zh-CN" altLang="en-US" sz="2400" dirty="0">
              <a:latin typeface="等线" panose="02010600030101010101" pitchFamily="2" charset="-122"/>
              <a:ea typeface="等线" panose="02010600030101010101" pitchFamily="2" charset="-122"/>
              <a:sym typeface="+mn-ea"/>
            </a:endParaRPr>
          </a:p>
        </p:txBody>
      </p:sp>
      <p:pic>
        <p:nvPicPr>
          <p:cNvPr id="6" name="图片 5">
            <a:extLst>
              <a:ext uri="{FF2B5EF4-FFF2-40B4-BE49-F238E27FC236}">
                <a16:creationId xmlns:a16="http://schemas.microsoft.com/office/drawing/2014/main" id="{2EC6D2F2-178C-0EF0-4A84-7E2A08861F0D}"/>
              </a:ext>
            </a:extLst>
          </p:cNvPr>
          <p:cNvPicPr>
            <a:picLocks noChangeAspect="1"/>
          </p:cNvPicPr>
          <p:nvPr/>
        </p:nvPicPr>
        <p:blipFill>
          <a:blip r:embed="rId5"/>
          <a:stretch>
            <a:fillRect/>
          </a:stretch>
        </p:blipFill>
        <p:spPr>
          <a:xfrm>
            <a:off x="3164450" y="3787520"/>
            <a:ext cx="5582429" cy="1086002"/>
          </a:xfrm>
          <a:prstGeom prst="rect">
            <a:avLst/>
          </a:prstGeom>
        </p:spPr>
      </p:pic>
      <p:sp>
        <p:nvSpPr>
          <p:cNvPr id="7" name="文本框 6">
            <a:extLst>
              <a:ext uri="{FF2B5EF4-FFF2-40B4-BE49-F238E27FC236}">
                <a16:creationId xmlns:a16="http://schemas.microsoft.com/office/drawing/2014/main" id="{66EED47F-9867-801A-6100-2FD5F47181B4}"/>
              </a:ext>
            </a:extLst>
          </p:cNvPr>
          <p:cNvSpPr txBox="1"/>
          <p:nvPr/>
        </p:nvSpPr>
        <p:spPr>
          <a:xfrm>
            <a:off x="914400" y="4899280"/>
            <a:ext cx="10702344" cy="830997"/>
          </a:xfrm>
          <a:prstGeom prst="rect">
            <a:avLst/>
          </a:prstGeom>
          <a:noFill/>
        </p:spPr>
        <p:txBody>
          <a:bodyPr wrap="square" rtlCol="0">
            <a:spAutoFit/>
          </a:bodyPr>
          <a:lstStyle/>
          <a:p>
            <a:r>
              <a:rPr kumimoji="1" lang="zh-CN" altLang="en-US" sz="2400" dirty="0">
                <a:latin typeface="等线" panose="02010600030101010101" pitchFamily="2" charset="-122"/>
                <a:ea typeface="等线" panose="02010600030101010101" pitchFamily="2" charset="-122"/>
                <a:sym typeface="+mn-ea"/>
              </a:rPr>
              <a:t>随着世代的推进，人工神经网络将进行多轮训练，且每一轮训练都会使用最新的成功解决方案对作为训练数据。</a:t>
            </a:r>
            <a:endParaRPr lang="zh-CN" alt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5" name="标题 1"/>
          <p:cNvSpPr txBox="1"/>
          <p:nvPr/>
        </p:nvSpPr>
        <p:spPr>
          <a:xfrm>
            <a:off x="660400" y="466776"/>
            <a:ext cx="10858500" cy="468000"/>
          </a:xfrm>
          <a:prstGeom prst="rect">
            <a:avLst/>
          </a:prstGeom>
          <a:noFill/>
          <a:ln>
            <a:noFill/>
          </a:ln>
        </p:spPr>
        <p:txBody>
          <a:bodyPr vert="horz" wrap="square" lIns="0" tIns="0" rIns="0" bIns="0" rtlCol="0" anchor="ctr"/>
          <a:lstStyle/>
          <a:p>
            <a:pPr algn="l">
              <a:lnSpc>
                <a:spcPct val="110000"/>
              </a:lnSpc>
            </a:pPr>
            <a:r>
              <a:rPr kumimoji="1" lang="en-US" altLang="zh-CN" sz="2800" b="1" dirty="0">
                <a:ln w="12700">
                  <a:noFill/>
                </a:ln>
                <a:solidFill>
                  <a:srgbClr val="262626">
                    <a:alpha val="100000"/>
                  </a:srgbClr>
                </a:solidFill>
                <a:latin typeface="+mj-ea"/>
                <a:ea typeface="+mj-ea"/>
                <a:cs typeface="Source Han Sans CN Bold"/>
              </a:rPr>
              <a:t>2.3 </a:t>
            </a:r>
            <a:r>
              <a:rPr kumimoji="1" lang="zh-CN" altLang="en-US" sz="2800" b="1" dirty="0">
                <a:ln w="12700">
                  <a:noFill/>
                </a:ln>
                <a:solidFill>
                  <a:srgbClr val="262626">
                    <a:alpha val="100000"/>
                  </a:srgbClr>
                </a:solidFill>
                <a:latin typeface="+mj-ea"/>
                <a:ea typeface="+mj-ea"/>
                <a:cs typeface="Source Han Sans CN Bold"/>
              </a:rPr>
              <a:t>学习辅助进化算子</a:t>
            </a:r>
          </a:p>
        </p:txBody>
      </p:sp>
      <p:pic>
        <p:nvPicPr>
          <p:cNvPr id="2097162" name="图片 5" descr="校徽紫色版"/>
          <p:cNvPicPr>
            <a:picLocks noChangeAspect="1"/>
          </p:cNvPicPr>
          <p:nvPr>
            <p:custDataLst>
              <p:tags r:id="rId1"/>
            </p:custDataLst>
          </p:nvPr>
        </p:nvPicPr>
        <p:blipFill>
          <a:blip r:embed="rId3"/>
          <a:stretch>
            <a:fillRect/>
          </a:stretch>
        </p:blipFill>
        <p:spPr>
          <a:xfrm>
            <a:off x="9377045" y="-278130"/>
            <a:ext cx="2713990" cy="1753235"/>
          </a:xfrm>
          <a:prstGeom prst="rect">
            <a:avLst/>
          </a:prstGeom>
        </p:spPr>
      </p:pic>
      <p:sp>
        <p:nvSpPr>
          <p:cNvPr id="3" name="文本框 2"/>
          <p:cNvSpPr txBox="1"/>
          <p:nvPr/>
        </p:nvSpPr>
        <p:spPr>
          <a:xfrm>
            <a:off x="822360" y="1281112"/>
            <a:ext cx="10015220" cy="4295775"/>
          </a:xfrm>
          <a:prstGeom prst="rect">
            <a:avLst/>
          </a:prstGeom>
          <a:noFill/>
        </p:spPr>
        <p:txBody>
          <a:bodyPr wrap="square" rtlCol="0" anchor="t">
            <a:noAutofit/>
          </a:bodyPr>
          <a:lstStyle/>
          <a:p>
            <a:pPr algn="l">
              <a:lnSpc>
                <a:spcPct val="150000"/>
              </a:lnSpc>
              <a:buClrTx/>
              <a:buSzTx/>
              <a:buFontTx/>
            </a:pPr>
            <a:r>
              <a:rPr kumimoji="1" lang="zh-CN" altLang="en-US" sz="2800" b="1" dirty="0">
                <a:ln w="12700">
                  <a:noFill/>
                </a:ln>
                <a:solidFill>
                  <a:schemeClr val="bg2">
                    <a:lumMod val="25000"/>
                  </a:schemeClr>
                </a:solidFill>
                <a:latin typeface="等线" panose="02010600030101010101" pitchFamily="2" charset="-122"/>
                <a:ea typeface="等线" panose="02010600030101010101" pitchFamily="2" charset="-122"/>
                <a:cs typeface="等线" panose="02010600030101010101" pitchFamily="2" charset="-122"/>
                <a:sym typeface="+mn-ea"/>
              </a:rPr>
              <a:t>学习辅助变异算子</a:t>
            </a:r>
            <a:r>
              <a:rPr kumimoji="1" lang="en-US" altLang="zh-CN" sz="2800" b="1" dirty="0">
                <a:ln w="12700">
                  <a:noFill/>
                </a:ln>
                <a:solidFill>
                  <a:schemeClr val="bg2">
                    <a:lumMod val="25000"/>
                  </a:schemeClr>
                </a:solidFill>
                <a:latin typeface="等线" panose="02010600030101010101" pitchFamily="2" charset="-122"/>
                <a:ea typeface="等线" panose="02010600030101010101" pitchFamily="2" charset="-122"/>
                <a:cs typeface="等线" panose="02010600030101010101" pitchFamily="2" charset="-122"/>
                <a:sym typeface="+mn-ea"/>
              </a:rPr>
              <a:t>(LM)</a:t>
            </a:r>
            <a:r>
              <a:rPr kumimoji="1" lang="zh-CN" altLang="en-US" sz="2400"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基于 </a:t>
            </a:r>
            <a:r>
              <a:rPr kumimoji="1" lang="en-US" altLang="zh-CN" sz="2400"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ANN </a:t>
            </a:r>
            <a:r>
              <a:rPr kumimoji="1" lang="zh-CN" altLang="en-US" sz="2400"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输出和种群随机信息，生成一个既符合学习知识、又有多样性的新解。</a:t>
            </a:r>
            <a:endParaRPr kumimoji="1" lang="en-US" altLang="zh-CN" sz="2400"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endParaRPr>
          </a:p>
          <a:p>
            <a:pPr algn="l">
              <a:lnSpc>
                <a:spcPct val="150000"/>
              </a:lnSpc>
              <a:buClrTx/>
              <a:buSzTx/>
              <a:buFontTx/>
            </a:pPr>
            <a:endParaRPr kumimoji="1" lang="en-US" altLang="zh-CN" sz="2400"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endParaRPr>
          </a:p>
          <a:p>
            <a:pPr>
              <a:lnSpc>
                <a:spcPct val="150000"/>
              </a:lnSpc>
            </a:pPr>
            <a:r>
              <a:rPr kumimoji="1" lang="en-US" altLang="zh-CN" sz="2400" dirty="0" err="1">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new</a:t>
            </a:r>
            <a:r>
              <a:rPr kumimoji="1" lang="en-US" altLang="zh-CN" sz="2400" b="1" dirty="0" err="1">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X</a:t>
            </a:r>
            <a:r>
              <a:rPr kumimoji="1" lang="zh-CN" altLang="en-US" sz="2400"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是</a:t>
            </a:r>
            <a:r>
              <a:rPr kumimoji="1" lang="en-US" altLang="zh-CN" sz="2400"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LM </a:t>
            </a:r>
            <a:r>
              <a:rPr kumimoji="1" lang="zh-CN" altLang="en-US" sz="2400"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算子最终生成的变异新解；</a:t>
            </a:r>
            <a:r>
              <a:rPr kumimoji="1" lang="en-US" altLang="zh-CN" sz="2400" b="1"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XA</a:t>
            </a:r>
            <a:r>
              <a:rPr kumimoji="1" lang="en-US" altLang="zh-CN" sz="2400"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 </a:t>
            </a:r>
            <a:r>
              <a:rPr kumimoji="1" lang="en-US" altLang="zh-CN" sz="2400" b="1"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XB</a:t>
            </a:r>
            <a:r>
              <a:rPr kumimoji="1" lang="en-US" altLang="zh-CN" sz="2400"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 </a:t>
            </a:r>
            <a:r>
              <a:rPr kumimoji="1" lang="en-US" altLang="zh-CN" sz="2400" b="1"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XC</a:t>
            </a:r>
            <a:r>
              <a:rPr kumimoji="1" lang="zh-CN" altLang="en-US" sz="2400"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时从当前种群中选取的三个原始个体；</a:t>
            </a:r>
            <a:r>
              <a:rPr kumimoji="1" lang="en-US" altLang="zh-CN" sz="2400" b="1"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L(XA)</a:t>
            </a:r>
            <a:r>
              <a:rPr kumimoji="1" lang="zh-CN" altLang="en-US" sz="2400"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是将</a:t>
            </a:r>
            <a:r>
              <a:rPr kumimoji="1" lang="en-US" altLang="zh-CN" sz="2400"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XA</a:t>
            </a:r>
            <a:r>
              <a:rPr kumimoji="1" lang="zh-CN" altLang="en-US" sz="2400"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输入已训练的 </a:t>
            </a:r>
            <a:r>
              <a:rPr kumimoji="1" lang="en-US" altLang="zh-CN" sz="2400"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ANN </a:t>
            </a:r>
            <a:r>
              <a:rPr kumimoji="1" lang="zh-CN" altLang="en-US" sz="2400"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后，得到的优化后解；</a:t>
            </a:r>
            <a:r>
              <a:rPr kumimoji="1" lang="en-US" altLang="zh-CN" sz="2400"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α</a:t>
            </a:r>
          </a:p>
          <a:p>
            <a:pPr>
              <a:lnSpc>
                <a:spcPct val="150000"/>
              </a:lnSpc>
            </a:pPr>
            <a:r>
              <a:rPr kumimoji="1" lang="zh-CN" altLang="en-US" sz="2400"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变异参数控制种群随机探索的权重；</a:t>
            </a:r>
            <a:r>
              <a:rPr kumimoji="1" lang="en-US" altLang="zh-CN" sz="2400" b="1"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 XB</a:t>
            </a:r>
            <a:r>
              <a:rPr kumimoji="1" lang="en-US" altLang="zh-CN" sz="2400"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a:t>
            </a:r>
            <a:r>
              <a:rPr kumimoji="1" lang="en-US" altLang="zh-CN" sz="2400" b="1"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XC</a:t>
            </a:r>
            <a:r>
              <a:rPr kumimoji="1" lang="zh-CN" altLang="en-US" sz="2400"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代表种群随机信息两个随机解的差值，代表种群内的自然变异方向，避免 </a:t>
            </a:r>
            <a:r>
              <a:rPr kumimoji="1" lang="en-US" altLang="zh-CN" sz="2400"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ANN </a:t>
            </a:r>
            <a:r>
              <a:rPr kumimoji="1" lang="zh-CN" altLang="en-US" sz="2400" dirty="0">
                <a:ln w="12700">
                  <a:noFill/>
                </a:ln>
                <a:solidFill>
                  <a:schemeClr val="tx1">
                    <a:alpha val="100000"/>
                  </a:schemeClr>
                </a:solidFill>
                <a:latin typeface="等线" panose="02010600030101010101" pitchFamily="2" charset="-122"/>
                <a:ea typeface="等线" panose="02010600030101010101" pitchFamily="2" charset="-122"/>
                <a:cs typeface="等线" panose="02010600030101010101" pitchFamily="2" charset="-122"/>
                <a:sym typeface="+mn-ea"/>
              </a:rPr>
              <a:t>输出过于单一，防止局部最优</a:t>
            </a:r>
          </a:p>
          <a:p>
            <a:pPr>
              <a:lnSpc>
                <a:spcPct val="150000"/>
              </a:lnSpc>
            </a:pPr>
            <a:endParaRPr kumimoji="1" lang="zh-CN" altLang="en-US" sz="2400" dirty="0">
              <a:solidFill>
                <a:schemeClr val="tx1"/>
              </a:solidFill>
              <a:latin typeface="等线" panose="02010600030101010101" pitchFamily="2" charset="-122"/>
              <a:ea typeface="等线" panose="02010600030101010101" pitchFamily="2" charset="-122"/>
              <a:sym typeface="+mn-ea"/>
            </a:endParaRPr>
          </a:p>
        </p:txBody>
      </p:sp>
      <p:pic>
        <p:nvPicPr>
          <p:cNvPr id="4" name="图片 3">
            <a:extLst>
              <a:ext uri="{FF2B5EF4-FFF2-40B4-BE49-F238E27FC236}">
                <a16:creationId xmlns:a16="http://schemas.microsoft.com/office/drawing/2014/main" id="{20BD69D9-5895-8CE8-2AB4-D4DD7868E4DA}"/>
              </a:ext>
            </a:extLst>
          </p:cNvPr>
          <p:cNvPicPr>
            <a:picLocks noChangeAspect="1"/>
          </p:cNvPicPr>
          <p:nvPr/>
        </p:nvPicPr>
        <p:blipFill>
          <a:blip r:embed="rId4"/>
          <a:stretch>
            <a:fillRect/>
          </a:stretch>
        </p:blipFill>
        <p:spPr>
          <a:xfrm>
            <a:off x="1354420" y="2591341"/>
            <a:ext cx="8317907" cy="56300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5" name="标题 1"/>
          <p:cNvSpPr txBox="1"/>
          <p:nvPr/>
        </p:nvSpPr>
        <p:spPr>
          <a:xfrm>
            <a:off x="783520" y="467040"/>
            <a:ext cx="10671175" cy="468000"/>
          </a:xfrm>
          <a:prstGeom prst="rect">
            <a:avLst/>
          </a:prstGeom>
          <a:noFill/>
          <a:ln>
            <a:noFill/>
          </a:ln>
        </p:spPr>
        <p:txBody>
          <a:bodyPr vert="horz" wrap="square" lIns="0" tIns="0" rIns="0" bIns="0" rtlCol="0" anchor="ctr"/>
          <a:lstStyle/>
          <a:p>
            <a:pPr>
              <a:lnSpc>
                <a:spcPct val="110000"/>
              </a:lnSpc>
            </a:pPr>
            <a:r>
              <a:rPr kumimoji="1" lang="en-US" altLang="zh-CN" sz="2800" b="1" dirty="0">
                <a:ln w="12700">
                  <a:noFill/>
                </a:ln>
                <a:solidFill>
                  <a:srgbClr val="262626">
                    <a:alpha val="100000"/>
                  </a:srgbClr>
                </a:solidFill>
                <a:latin typeface="+mj-ea"/>
                <a:cs typeface="Source Han Sans CN Bold"/>
              </a:rPr>
              <a:t>2.3 </a:t>
            </a:r>
            <a:r>
              <a:rPr kumimoji="1" lang="zh-CN" altLang="en-US" sz="2800" b="1" dirty="0">
                <a:ln w="12700">
                  <a:noFill/>
                </a:ln>
                <a:solidFill>
                  <a:srgbClr val="262626">
                    <a:alpha val="100000"/>
                  </a:srgbClr>
                </a:solidFill>
                <a:latin typeface="+mj-ea"/>
                <a:cs typeface="Source Han Sans CN Bold"/>
              </a:rPr>
              <a:t>学习辅助进化算子</a:t>
            </a:r>
          </a:p>
        </p:txBody>
      </p:sp>
      <p:pic>
        <p:nvPicPr>
          <p:cNvPr id="2097167" name="图片 10"/>
          <p:cNvPicPr>
            <a:picLocks noChangeAspect="1"/>
          </p:cNvPicPr>
          <p:nvPr/>
        </p:nvPicPr>
        <p:blipFill>
          <a:blip r:embed="rId2"/>
          <a:stretch>
            <a:fillRect/>
          </a:stretch>
        </p:blipFill>
        <p:spPr>
          <a:xfrm>
            <a:off x="9640218" y="258850"/>
            <a:ext cx="2114286" cy="676190"/>
          </a:xfrm>
          <a:prstGeom prst="rect">
            <a:avLst/>
          </a:prstGeom>
        </p:spPr>
      </p:pic>
      <p:sp>
        <p:nvSpPr>
          <p:cNvPr id="1048706" name="文本框 13"/>
          <p:cNvSpPr txBox="1"/>
          <p:nvPr/>
        </p:nvSpPr>
        <p:spPr>
          <a:xfrm>
            <a:off x="4978859" y="4069724"/>
            <a:ext cx="1962854" cy="369332"/>
          </a:xfrm>
          <a:prstGeom prst="rect">
            <a:avLst/>
          </a:prstGeom>
          <a:noFill/>
        </p:spPr>
        <p:txBody>
          <a:bodyPr wrap="square" rtlCol="0">
            <a:spAutoFit/>
          </a:bodyPr>
          <a:lstStyle/>
          <a:p>
            <a:pPr algn="ctr"/>
            <a:endParaRPr/>
          </a:p>
        </p:txBody>
      </p:sp>
      <p:pic>
        <p:nvPicPr>
          <p:cNvPr id="3" name="图片 2">
            <a:extLst>
              <a:ext uri="{FF2B5EF4-FFF2-40B4-BE49-F238E27FC236}">
                <a16:creationId xmlns:a16="http://schemas.microsoft.com/office/drawing/2014/main" id="{82AB55FB-2F44-D447-19C0-F3F539C28F08}"/>
              </a:ext>
            </a:extLst>
          </p:cNvPr>
          <p:cNvPicPr>
            <a:picLocks noChangeAspect="1"/>
          </p:cNvPicPr>
          <p:nvPr/>
        </p:nvPicPr>
        <p:blipFill>
          <a:blip r:embed="rId3"/>
          <a:stretch>
            <a:fillRect/>
          </a:stretch>
        </p:blipFill>
        <p:spPr>
          <a:xfrm>
            <a:off x="961955" y="2253573"/>
            <a:ext cx="9558993" cy="1175427"/>
          </a:xfrm>
          <a:prstGeom prst="rect">
            <a:avLst/>
          </a:prstGeom>
        </p:spPr>
      </p:pic>
      <p:sp>
        <p:nvSpPr>
          <p:cNvPr id="4" name="文本框 3">
            <a:extLst>
              <a:ext uri="{FF2B5EF4-FFF2-40B4-BE49-F238E27FC236}">
                <a16:creationId xmlns:a16="http://schemas.microsoft.com/office/drawing/2014/main" id="{2DA93F47-1238-71EE-7C41-C4C0455E347F}"/>
              </a:ext>
            </a:extLst>
          </p:cNvPr>
          <p:cNvSpPr txBox="1"/>
          <p:nvPr/>
        </p:nvSpPr>
        <p:spPr>
          <a:xfrm>
            <a:off x="783520" y="1411393"/>
            <a:ext cx="9737428" cy="1254288"/>
          </a:xfrm>
          <a:prstGeom prst="rect">
            <a:avLst/>
          </a:prstGeom>
          <a:noFill/>
        </p:spPr>
        <p:txBody>
          <a:bodyPr wrap="square" rtlCol="0">
            <a:spAutoFit/>
          </a:bodyPr>
          <a:lstStyle/>
          <a:p>
            <a:r>
              <a:rPr kumimoji="1" lang="zh-CN" altLang="en-US" sz="2800" b="1" dirty="0">
                <a:ln w="12700">
                  <a:noFill/>
                </a:ln>
                <a:solidFill>
                  <a:schemeClr val="bg2">
                    <a:lumMod val="25000"/>
                  </a:schemeClr>
                </a:solidFill>
                <a:latin typeface="等线" panose="02010600030101010101" pitchFamily="2" charset="-122"/>
                <a:ea typeface="等线" panose="02010600030101010101" pitchFamily="2" charset="-122"/>
                <a:cs typeface="Source Han Sans CN Bold"/>
                <a:sym typeface="+mn-ea"/>
              </a:rPr>
              <a:t>学习辅助交叉算子</a:t>
            </a:r>
            <a:r>
              <a:rPr kumimoji="1" lang="en-US" altLang="zh-CN" sz="2800" b="1" dirty="0">
                <a:ln w="12700">
                  <a:noFill/>
                </a:ln>
                <a:solidFill>
                  <a:schemeClr val="bg2">
                    <a:lumMod val="25000"/>
                  </a:schemeClr>
                </a:solidFill>
                <a:latin typeface="等线" panose="02010600030101010101" pitchFamily="2" charset="-122"/>
                <a:ea typeface="等线" panose="02010600030101010101" pitchFamily="2" charset="-122"/>
                <a:cs typeface="Source Han Sans CN Bold"/>
                <a:sym typeface="+mn-ea"/>
              </a:rPr>
              <a:t>(LC)</a:t>
            </a:r>
            <a:r>
              <a:rPr kumimoji="1" lang="zh-CN" altLang="en-US" sz="2400" dirty="0">
                <a:ln w="12700">
                  <a:noFill/>
                </a:ln>
                <a:solidFill>
                  <a:srgbClr val="262626">
                    <a:alpha val="100000"/>
                  </a:srgbClr>
                </a:solidFill>
                <a:latin typeface="等线" panose="02010600030101010101" pitchFamily="2" charset="-122"/>
                <a:ea typeface="等线" panose="02010600030101010101" pitchFamily="2" charset="-122"/>
                <a:cs typeface="Source Han Sans"/>
                <a:sym typeface="+mn-ea"/>
              </a:rPr>
              <a:t>负责融合学习特征与当前解特征，对</a:t>
            </a:r>
            <a:r>
              <a:rPr kumimoji="1" lang="en-US" altLang="zh-CN" sz="2400" dirty="0">
                <a:ln w="12700">
                  <a:noFill/>
                </a:ln>
                <a:solidFill>
                  <a:srgbClr val="262626">
                    <a:alpha val="100000"/>
                  </a:srgbClr>
                </a:solidFill>
                <a:latin typeface="等线" panose="02010600030101010101" pitchFamily="2" charset="-122"/>
                <a:ea typeface="等线" panose="02010600030101010101" pitchFamily="2" charset="-122"/>
                <a:cs typeface="Source Han Sans"/>
                <a:sym typeface="+mn-ea"/>
              </a:rPr>
              <a:t>LM </a:t>
            </a:r>
            <a:r>
              <a:rPr kumimoji="1" lang="zh-CN" altLang="en-US" sz="2400" dirty="0">
                <a:ln w="12700">
                  <a:noFill/>
                </a:ln>
                <a:solidFill>
                  <a:srgbClr val="262626">
                    <a:alpha val="100000"/>
                  </a:srgbClr>
                </a:solidFill>
                <a:latin typeface="等线" panose="02010600030101010101" pitchFamily="2" charset="-122"/>
                <a:ea typeface="等线" panose="02010600030101010101" pitchFamily="2" charset="-122"/>
                <a:cs typeface="Source Han Sans"/>
                <a:sym typeface="+mn-ea"/>
              </a:rPr>
              <a:t>生成的新解与种群中的原始解进行交叉，进一步保留种群多样性。</a:t>
            </a:r>
            <a:endParaRPr kumimoji="1" lang="en-US" altLang="zh-CN" sz="2400" dirty="0">
              <a:ln w="12700">
                <a:noFill/>
              </a:ln>
              <a:solidFill>
                <a:srgbClr val="262626">
                  <a:alpha val="100000"/>
                </a:srgbClr>
              </a:solidFill>
              <a:latin typeface="等线" panose="02010600030101010101" pitchFamily="2" charset="-122"/>
              <a:ea typeface="等线" panose="02010600030101010101" pitchFamily="2" charset="-122"/>
              <a:cs typeface="Source Han Sans"/>
              <a:sym typeface="+mn-ea"/>
            </a:endParaRPr>
          </a:p>
          <a:p>
            <a:endParaRPr lang="zh-CN" altLang="en-US" sz="2400" dirty="0"/>
          </a:p>
        </p:txBody>
      </p:sp>
      <p:sp>
        <p:nvSpPr>
          <p:cNvPr id="5" name="文本框 4">
            <a:extLst>
              <a:ext uri="{FF2B5EF4-FFF2-40B4-BE49-F238E27FC236}">
                <a16:creationId xmlns:a16="http://schemas.microsoft.com/office/drawing/2014/main" id="{2B153A09-B413-9917-517D-FA3B760565B3}"/>
              </a:ext>
            </a:extLst>
          </p:cNvPr>
          <p:cNvSpPr txBox="1"/>
          <p:nvPr/>
        </p:nvSpPr>
        <p:spPr>
          <a:xfrm>
            <a:off x="908459" y="3507861"/>
            <a:ext cx="9558993" cy="1569660"/>
          </a:xfrm>
          <a:prstGeom prst="rect">
            <a:avLst/>
          </a:prstGeom>
          <a:noFill/>
        </p:spPr>
        <p:txBody>
          <a:bodyPr wrap="square" rtlCol="0">
            <a:spAutoFit/>
          </a:bodyPr>
          <a:lstStyle/>
          <a:p>
            <a:r>
              <a:rPr lang="en-US" altLang="zh-CN" sz="2400" b="1" dirty="0" err="1">
                <a:latin typeface="等线" panose="02010600030101010101" pitchFamily="2" charset="-122"/>
                <a:ea typeface="等线" panose="02010600030101010101" pitchFamily="2" charset="-122"/>
              </a:rPr>
              <a:t>newX</a:t>
            </a:r>
            <a:r>
              <a:rPr lang="zh-CN" altLang="en-US" sz="2400" dirty="0">
                <a:latin typeface="等线" panose="02010600030101010101" pitchFamily="2" charset="-122"/>
                <a:ea typeface="等线" panose="02010600030101010101" pitchFamily="2" charset="-122"/>
              </a:rPr>
              <a:t>是</a:t>
            </a:r>
            <a:r>
              <a:rPr lang="en-US" altLang="zh-CN" sz="2400" b="1" dirty="0">
                <a:latin typeface="等线" panose="02010600030101010101" pitchFamily="2" charset="-122"/>
                <a:ea typeface="等线" panose="02010600030101010101" pitchFamily="2" charset="-122"/>
              </a:rPr>
              <a:t>LC</a:t>
            </a:r>
            <a:r>
              <a:rPr lang="en-US" altLang="zh-CN" sz="2400" dirty="0">
                <a:latin typeface="等线" panose="02010600030101010101" pitchFamily="2" charset="-122"/>
                <a:ea typeface="等线" panose="02010600030101010101" pitchFamily="2" charset="-122"/>
              </a:rPr>
              <a:t> </a:t>
            </a:r>
            <a:r>
              <a:rPr lang="zh-CN" altLang="en-US" sz="2400" dirty="0">
                <a:latin typeface="等线" panose="02010600030101010101" pitchFamily="2" charset="-122"/>
                <a:ea typeface="等线" panose="02010600030101010101" pitchFamily="2" charset="-122"/>
              </a:rPr>
              <a:t>算子最终生成的 交叉新解</a:t>
            </a:r>
            <a:r>
              <a:rPr lang="en-US" altLang="zh-CN" sz="2400"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XA</a:t>
            </a:r>
            <a:r>
              <a:rPr lang="en-US" altLang="zh-CN" sz="2400" dirty="0">
                <a:latin typeface="等线" panose="02010600030101010101" pitchFamily="2" charset="-122"/>
                <a:ea typeface="等线" panose="02010600030101010101" pitchFamily="2" charset="-122"/>
              </a:rPr>
              <a:t>, </a:t>
            </a:r>
            <a:r>
              <a:rPr lang="en-US" altLang="zh-CN" sz="2400" b="1" dirty="0">
                <a:latin typeface="等线" panose="02010600030101010101" pitchFamily="2" charset="-122"/>
                <a:ea typeface="等线" panose="02010600030101010101" pitchFamily="2" charset="-122"/>
              </a:rPr>
              <a:t>XB</a:t>
            </a:r>
            <a:r>
              <a:rPr lang="zh-CN" altLang="en-US" sz="2400" dirty="0">
                <a:latin typeface="等线" panose="02010600030101010101" pitchFamily="2" charset="-122"/>
                <a:ea typeface="等线" panose="02010600030101010101" pitchFamily="2" charset="-122"/>
              </a:rPr>
              <a:t>是</a:t>
            </a:r>
            <a:r>
              <a:rPr lang="en-US" altLang="zh-CN" sz="2400" dirty="0">
                <a:latin typeface="等线" panose="02010600030101010101" pitchFamily="2" charset="-122"/>
                <a:ea typeface="等线" panose="02010600030101010101" pitchFamily="2" charset="-122"/>
              </a:rPr>
              <a:t>2 </a:t>
            </a:r>
            <a:r>
              <a:rPr lang="zh-CN" altLang="en-US" sz="2400" dirty="0">
                <a:latin typeface="等线" panose="02010600030101010101" pitchFamily="2" charset="-122"/>
                <a:ea typeface="等线" panose="02010600030101010101" pitchFamily="2" charset="-122"/>
              </a:rPr>
              <a:t>个输入解通常是 “</a:t>
            </a:r>
            <a:r>
              <a:rPr lang="en-US" altLang="zh-CN" sz="2400" dirty="0">
                <a:latin typeface="等线" panose="02010600030101010101" pitchFamily="2" charset="-122"/>
                <a:ea typeface="等线" panose="02010600030101010101" pitchFamily="2" charset="-122"/>
              </a:rPr>
              <a:t>LM </a:t>
            </a:r>
            <a:r>
              <a:rPr lang="zh-CN" altLang="en-US" sz="2400" dirty="0">
                <a:latin typeface="等线" panose="02010600030101010101" pitchFamily="2" charset="-122"/>
                <a:ea typeface="等线" panose="02010600030101010101" pitchFamily="2" charset="-122"/>
              </a:rPr>
              <a:t>生成的新解和种群中的原始解；</a:t>
            </a:r>
            <a:r>
              <a:rPr lang="en-US" altLang="zh-CN" sz="2400" dirty="0">
                <a:latin typeface="等线" panose="02010600030101010101" pitchFamily="2" charset="-122"/>
                <a:ea typeface="等线" panose="02010600030101010101" pitchFamily="2" charset="-122"/>
              </a:rPr>
              <a:t>j</a:t>
            </a:r>
            <a:r>
              <a:rPr lang="zh-CN" altLang="en-US" sz="2400" dirty="0">
                <a:latin typeface="等线" panose="02010600030101010101" pitchFamily="2" charset="-122"/>
                <a:ea typeface="等线" panose="02010600030101010101" pitchFamily="2" charset="-122"/>
              </a:rPr>
              <a:t>解的维度索引；</a:t>
            </a:r>
            <a:r>
              <a:rPr lang="en-US" altLang="zh-CN" sz="2400" b="1" dirty="0" err="1">
                <a:latin typeface="等线" panose="02010600030101010101" pitchFamily="2" charset="-122"/>
                <a:ea typeface="等线" panose="02010600030101010101" pitchFamily="2" charset="-122"/>
              </a:rPr>
              <a:t>XA,j</a:t>
            </a:r>
            <a:r>
              <a:rPr lang="en-US" altLang="zh-CN" sz="2400" dirty="0">
                <a:latin typeface="等线" panose="02010600030101010101" pitchFamily="2" charset="-122"/>
                <a:ea typeface="等线" panose="02010600030101010101" pitchFamily="2" charset="-122"/>
              </a:rPr>
              <a:t>/</a:t>
            </a:r>
            <a:r>
              <a:rPr lang="en-US" altLang="zh-CN" sz="2400" b="1" dirty="0" err="1">
                <a:latin typeface="等线" panose="02010600030101010101" pitchFamily="2" charset="-122"/>
                <a:ea typeface="等线" panose="02010600030101010101" pitchFamily="2" charset="-122"/>
              </a:rPr>
              <a:t>XB,j</a:t>
            </a:r>
            <a:r>
              <a:rPr lang="zh-CN" altLang="en-US" sz="2400" dirty="0">
                <a:latin typeface="等线" panose="02010600030101010101" pitchFamily="2" charset="-122"/>
                <a:ea typeface="等线" panose="02010600030101010101" pitchFamily="2" charset="-122"/>
              </a:rPr>
              <a:t>是</a:t>
            </a:r>
            <a:r>
              <a:rPr lang="en-US" altLang="zh-CN" sz="2400" b="1" dirty="0">
                <a:latin typeface="等线" panose="02010600030101010101" pitchFamily="2" charset="-122"/>
                <a:ea typeface="等线" panose="02010600030101010101" pitchFamily="2" charset="-122"/>
              </a:rPr>
              <a:t>XA</a:t>
            </a:r>
            <a:r>
              <a:rPr lang="en-US" altLang="zh-CN" sz="2400"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XB</a:t>
            </a:r>
            <a:r>
              <a:rPr lang="en-US" altLang="zh-CN" sz="2400" dirty="0">
                <a:latin typeface="等线" panose="02010600030101010101" pitchFamily="2" charset="-122"/>
                <a:ea typeface="等线" panose="02010600030101010101" pitchFamily="2" charset="-122"/>
              </a:rPr>
              <a:t>)</a:t>
            </a:r>
            <a:r>
              <a:rPr lang="zh-CN" altLang="en-US" sz="2400" dirty="0">
                <a:latin typeface="等线" panose="02010600030101010101" pitchFamily="2" charset="-122"/>
                <a:ea typeface="等线" panose="02010600030101010101" pitchFamily="2" charset="-122"/>
              </a:rPr>
              <a:t>在第 </a:t>
            </a:r>
            <a:r>
              <a:rPr lang="en-US" altLang="zh-CN" sz="2400" b="1" dirty="0">
                <a:latin typeface="等线" panose="02010600030101010101" pitchFamily="2" charset="-122"/>
                <a:ea typeface="等线" panose="02010600030101010101" pitchFamily="2" charset="-122"/>
              </a:rPr>
              <a:t>j </a:t>
            </a:r>
            <a:r>
              <a:rPr lang="zh-CN" altLang="en-US" sz="2400" dirty="0">
                <a:latin typeface="等线" panose="02010600030101010101" pitchFamily="2" charset="-122"/>
                <a:ea typeface="等线" panose="02010600030101010101" pitchFamily="2" charset="-122"/>
              </a:rPr>
              <a:t>维上的数值；</a:t>
            </a:r>
            <a:r>
              <a:rPr lang="en-US" altLang="zh-CN" sz="2400" b="1" dirty="0" err="1">
                <a:latin typeface="等线" panose="02010600030101010101" pitchFamily="2" charset="-122"/>
                <a:ea typeface="等线" panose="02010600030101010101" pitchFamily="2" charset="-122"/>
              </a:rPr>
              <a:t>randj</a:t>
            </a:r>
            <a:r>
              <a:rPr lang="zh-CN" altLang="en-US" sz="2400" dirty="0">
                <a:latin typeface="等线" panose="02010600030101010101" pitchFamily="2" charset="-122"/>
                <a:ea typeface="等线" panose="02010600030101010101" pitchFamily="2" charset="-122"/>
              </a:rPr>
              <a:t>是</a:t>
            </a:r>
            <a:r>
              <a:rPr lang="en-US" altLang="zh-CN" sz="2400" dirty="0">
                <a:latin typeface="等线" panose="02010600030101010101" pitchFamily="2" charset="-122"/>
                <a:ea typeface="等线" panose="02010600030101010101" pitchFamily="2" charset="-122"/>
              </a:rPr>
              <a:t>[0,1] </a:t>
            </a:r>
            <a:r>
              <a:rPr lang="zh-CN" altLang="en-US" sz="2400" dirty="0">
                <a:latin typeface="等线" panose="02010600030101010101" pitchFamily="2" charset="-122"/>
                <a:ea typeface="等线" panose="02010600030101010101" pitchFamily="2" charset="-122"/>
              </a:rPr>
              <a:t>区间的随机数，控制交叉的随机性；</a:t>
            </a:r>
            <a:r>
              <a:rPr lang="el-GR" altLang="zh-CN" sz="2400" b="1" dirty="0">
                <a:latin typeface="等线" panose="02010600030101010101" pitchFamily="2" charset="-122"/>
                <a:ea typeface="等线" panose="02010600030101010101" pitchFamily="2" charset="-122"/>
              </a:rPr>
              <a:t>β</a:t>
            </a:r>
            <a:r>
              <a:rPr lang="zh-CN" altLang="en-US" sz="2400" dirty="0">
                <a:latin typeface="等线" panose="02010600030101010101" pitchFamily="2" charset="-122"/>
                <a:ea typeface="等线" panose="02010600030101010101" pitchFamily="2" charset="-122"/>
              </a:rPr>
              <a:t>是交叉参数，控制保留原始特征的权重。</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5F0D0-A5C2-AB49-8118-A578FBFA5087}"/>
            </a:ext>
          </a:extLst>
        </p:cNvPr>
        <p:cNvGrpSpPr/>
        <p:nvPr/>
      </p:nvGrpSpPr>
      <p:grpSpPr>
        <a:xfrm>
          <a:off x="0" y="0"/>
          <a:ext cx="0" cy="0"/>
          <a:chOff x="0" y="0"/>
          <a:chExt cx="0" cy="0"/>
        </a:xfrm>
      </p:grpSpPr>
      <p:sp>
        <p:nvSpPr>
          <p:cNvPr id="1048705" name="标题 1">
            <a:extLst>
              <a:ext uri="{FF2B5EF4-FFF2-40B4-BE49-F238E27FC236}">
                <a16:creationId xmlns:a16="http://schemas.microsoft.com/office/drawing/2014/main" id="{1EC1429E-0908-2FCA-D60E-1862B95C9955}"/>
              </a:ext>
            </a:extLst>
          </p:cNvPr>
          <p:cNvSpPr txBox="1"/>
          <p:nvPr/>
        </p:nvSpPr>
        <p:spPr>
          <a:xfrm>
            <a:off x="783520" y="467040"/>
            <a:ext cx="10671175" cy="468000"/>
          </a:xfrm>
          <a:prstGeom prst="rect">
            <a:avLst/>
          </a:prstGeom>
          <a:noFill/>
          <a:ln>
            <a:noFill/>
          </a:ln>
        </p:spPr>
        <p:txBody>
          <a:bodyPr vert="horz" wrap="square" lIns="0" tIns="0" rIns="0" bIns="0" rtlCol="0" anchor="ctr"/>
          <a:lstStyle/>
          <a:p>
            <a:pPr>
              <a:lnSpc>
                <a:spcPct val="110000"/>
              </a:lnSpc>
            </a:pPr>
            <a:r>
              <a:rPr kumimoji="1" lang="en-US" altLang="zh-CN" sz="2800" b="1" dirty="0">
                <a:ln w="12700">
                  <a:noFill/>
                </a:ln>
                <a:solidFill>
                  <a:srgbClr val="262626">
                    <a:alpha val="100000"/>
                  </a:srgbClr>
                </a:solidFill>
                <a:latin typeface="+mj-ea"/>
                <a:cs typeface="Source Han Sans CN Bold"/>
              </a:rPr>
              <a:t>2.4 </a:t>
            </a:r>
            <a:r>
              <a:rPr kumimoji="1" lang="zh-CN" altLang="en-US" sz="2800" b="1" dirty="0">
                <a:ln w="12700">
                  <a:noFill/>
                </a:ln>
                <a:solidFill>
                  <a:srgbClr val="262626">
                    <a:alpha val="100000"/>
                  </a:srgbClr>
                </a:solidFill>
                <a:latin typeface="+mj-ea"/>
                <a:cs typeface="Source Han Sans CN Bold"/>
              </a:rPr>
              <a:t>传统进化算子与学习辅助进化算子结合</a:t>
            </a:r>
          </a:p>
        </p:txBody>
      </p:sp>
      <p:pic>
        <p:nvPicPr>
          <p:cNvPr id="2097167" name="图片 10">
            <a:extLst>
              <a:ext uri="{FF2B5EF4-FFF2-40B4-BE49-F238E27FC236}">
                <a16:creationId xmlns:a16="http://schemas.microsoft.com/office/drawing/2014/main" id="{30E06D33-9571-9FF5-19E2-46051CA1CB1D}"/>
              </a:ext>
            </a:extLst>
          </p:cNvPr>
          <p:cNvPicPr>
            <a:picLocks noChangeAspect="1"/>
          </p:cNvPicPr>
          <p:nvPr/>
        </p:nvPicPr>
        <p:blipFill>
          <a:blip r:embed="rId2"/>
          <a:stretch>
            <a:fillRect/>
          </a:stretch>
        </p:blipFill>
        <p:spPr>
          <a:xfrm>
            <a:off x="9640218" y="258850"/>
            <a:ext cx="2114286" cy="676190"/>
          </a:xfrm>
          <a:prstGeom prst="rect">
            <a:avLst/>
          </a:prstGeom>
        </p:spPr>
      </p:pic>
      <p:sp>
        <p:nvSpPr>
          <p:cNvPr id="2" name="文本框 1">
            <a:extLst>
              <a:ext uri="{FF2B5EF4-FFF2-40B4-BE49-F238E27FC236}">
                <a16:creationId xmlns:a16="http://schemas.microsoft.com/office/drawing/2014/main" id="{5EB7538F-7CEA-0971-1910-CF79EE0E99ED}"/>
              </a:ext>
            </a:extLst>
          </p:cNvPr>
          <p:cNvSpPr txBox="1"/>
          <p:nvPr/>
        </p:nvSpPr>
        <p:spPr>
          <a:xfrm>
            <a:off x="783520" y="1505396"/>
            <a:ext cx="10099128" cy="3847207"/>
          </a:xfrm>
          <a:prstGeom prst="rect">
            <a:avLst/>
          </a:prstGeom>
          <a:noFill/>
        </p:spPr>
        <p:txBody>
          <a:bodyPr wrap="square" rtlCol="0">
            <a:spAutoFit/>
          </a:bodyPr>
          <a:lstStyle/>
          <a:p>
            <a:r>
              <a:rPr lang="en-US" altLang="zh-CN" sz="2400" dirty="0">
                <a:latin typeface="等线" panose="02010600030101010101" pitchFamily="2" charset="-122"/>
                <a:ea typeface="等线" panose="02010600030101010101" pitchFamily="2" charset="-122"/>
              </a:rPr>
              <a:t>	</a:t>
            </a:r>
            <a:r>
              <a:rPr lang="zh-CN" altLang="en-US" sz="2400" dirty="0">
                <a:latin typeface="等线" panose="02010600030101010101" pitchFamily="2" charset="-122"/>
                <a:ea typeface="等线" panose="02010600030101010101" pitchFamily="2" charset="-122"/>
              </a:rPr>
              <a:t>因为使用过时的成功进化对训练的学习系统将不再适合驱动当前及未来各代和各阶段个体的进化。同时为了收集更多最新的成功进化对来更新学习系统，传统进化算子对于探索新的成功解对仍然至关重要。 </a:t>
            </a:r>
            <a:r>
              <a:rPr lang="en-US" altLang="zh-CN" sz="2400" dirty="0">
                <a:latin typeface="等线" panose="02010600030101010101" pitchFamily="2" charset="-122"/>
                <a:ea typeface="等线" panose="02010600030101010101" pitchFamily="2" charset="-122"/>
              </a:rPr>
              <a:t>LEO </a:t>
            </a:r>
            <a:r>
              <a:rPr lang="zh-CN" altLang="en-US" sz="2400" dirty="0">
                <a:latin typeface="等线" panose="02010600030101010101" pitchFamily="2" charset="-122"/>
                <a:ea typeface="等线" panose="02010600030101010101" pitchFamily="2" charset="-122"/>
              </a:rPr>
              <a:t>同时使用传统进化算子和学习系统来进化个体而不是仅使用学习系统。</a:t>
            </a:r>
            <a:endParaRPr lang="en-US" altLang="zh-CN" sz="2400" dirty="0">
              <a:latin typeface="等线" panose="02010600030101010101" pitchFamily="2" charset="-122"/>
              <a:ea typeface="等线" panose="02010600030101010101" pitchFamily="2" charset="-122"/>
            </a:endParaRPr>
          </a:p>
          <a:p>
            <a:r>
              <a:rPr lang="en-US" altLang="zh-CN" sz="2400" dirty="0">
                <a:latin typeface="等线" panose="02010600030101010101" pitchFamily="2" charset="-122"/>
                <a:ea typeface="等线" panose="02010600030101010101" pitchFamily="2" charset="-122"/>
              </a:rPr>
              <a:t>	</a:t>
            </a:r>
            <a:r>
              <a:rPr lang="zh-CN" altLang="en-US" sz="2400" dirty="0">
                <a:latin typeface="等线" panose="02010600030101010101" pitchFamily="2" charset="-122"/>
                <a:ea typeface="等线" panose="02010600030101010101" pitchFamily="2" charset="-122"/>
              </a:rPr>
              <a:t>对此，提出了一个</a:t>
            </a:r>
            <a:r>
              <a:rPr kumimoji="1" lang="zh-CN" altLang="en-US" sz="2400" b="1" dirty="0">
                <a:ln w="12700">
                  <a:noFill/>
                </a:ln>
                <a:solidFill>
                  <a:schemeClr val="bg2">
                    <a:lumMod val="25000"/>
                  </a:schemeClr>
                </a:solidFill>
                <a:latin typeface="等线" panose="02010600030101010101" pitchFamily="2" charset="-122"/>
                <a:ea typeface="等线" panose="02010600030101010101" pitchFamily="2" charset="-122"/>
                <a:cs typeface="Source Han Sans CN Bold"/>
                <a:sym typeface="+mn-ea"/>
              </a:rPr>
              <a:t>学习概率参数</a:t>
            </a:r>
            <a:r>
              <a:rPr kumimoji="1" lang="en-US" altLang="zh-CN" sz="2400" b="1" dirty="0" err="1">
                <a:ln w="12700">
                  <a:noFill/>
                </a:ln>
                <a:solidFill>
                  <a:schemeClr val="bg2">
                    <a:lumMod val="25000"/>
                  </a:schemeClr>
                </a:solidFill>
                <a:latin typeface="等线" panose="02010600030101010101" pitchFamily="2" charset="-122"/>
                <a:ea typeface="等线" panose="02010600030101010101" pitchFamily="2" charset="-122"/>
                <a:cs typeface="Source Han Sans CN Bold"/>
                <a:sym typeface="+mn-ea"/>
              </a:rPr>
              <a:t>lp</a:t>
            </a:r>
            <a:r>
              <a:rPr lang="zh-CN" altLang="en-US" sz="2400" dirty="0">
                <a:latin typeface="等线" panose="02010600030101010101" pitchFamily="2" charset="-122"/>
                <a:ea typeface="等线" panose="02010600030101010101" pitchFamily="2" charset="-122"/>
              </a:rPr>
              <a:t>，用于控制每一代中传统进化算子和学习辅助进化算子的使用。具体来说，在每一代中，如果从 </a:t>
            </a:r>
            <a:r>
              <a:rPr lang="en-US" altLang="zh-CN" sz="2400" dirty="0">
                <a:latin typeface="等线" panose="02010600030101010101" pitchFamily="2" charset="-122"/>
                <a:ea typeface="等线" panose="02010600030101010101" pitchFamily="2" charset="-122"/>
              </a:rPr>
              <a:t>[0,1]</a:t>
            </a:r>
            <a:r>
              <a:rPr lang="zh-CN" altLang="en-US" sz="2400" dirty="0">
                <a:latin typeface="等线" panose="02010600030101010101" pitchFamily="2" charset="-122"/>
                <a:ea typeface="等线" panose="02010600030101010101" pitchFamily="2" charset="-122"/>
              </a:rPr>
              <a:t>范围内随机采样的值小于</a:t>
            </a:r>
            <a:r>
              <a:rPr lang="en-US" altLang="zh-CN" sz="2400" b="1" dirty="0" err="1">
                <a:latin typeface="等线" panose="02010600030101010101" pitchFamily="2" charset="-122"/>
                <a:ea typeface="等线" panose="02010600030101010101" pitchFamily="2" charset="-122"/>
              </a:rPr>
              <a:t>lp</a:t>
            </a:r>
            <a:r>
              <a:rPr lang="en-US" altLang="zh-CN" sz="2400" b="1" dirty="0">
                <a:latin typeface="等线" panose="02010600030101010101" pitchFamily="2" charset="-122"/>
                <a:ea typeface="等线" panose="02010600030101010101" pitchFamily="2" charset="-122"/>
              </a:rPr>
              <a:t> </a:t>
            </a:r>
            <a:r>
              <a:rPr lang="zh-CN" altLang="en-US" sz="2400" dirty="0">
                <a:latin typeface="等线" panose="02010600030101010101" pitchFamily="2" charset="-122"/>
                <a:ea typeface="等线" panose="02010600030101010101" pitchFamily="2" charset="-122"/>
              </a:rPr>
              <a:t>，则使用传统进化算子进化个体，以帮助探索未知领域，发现更好的成功解对。否则，将使用学习辅助进化算子进化个体，以便充分利用所学的进化知识。通过这种方式，传统进化算子和学习辅助进化算子可以协同工作，更高效地进化个体。</a:t>
            </a:r>
          </a:p>
        </p:txBody>
      </p:sp>
    </p:spTree>
    <p:extLst>
      <p:ext uri="{BB962C8B-B14F-4D97-AF65-F5344CB8AC3E}">
        <p14:creationId xmlns:p14="http://schemas.microsoft.com/office/powerpoint/2010/main" val="4205067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18780-73F7-D3D1-4448-F778FD1DC0A7}"/>
            </a:ext>
          </a:extLst>
        </p:cNvPr>
        <p:cNvGrpSpPr/>
        <p:nvPr/>
      </p:nvGrpSpPr>
      <p:grpSpPr>
        <a:xfrm>
          <a:off x="0" y="0"/>
          <a:ext cx="0" cy="0"/>
          <a:chOff x="0" y="0"/>
          <a:chExt cx="0" cy="0"/>
        </a:xfrm>
      </p:grpSpPr>
      <p:sp>
        <p:nvSpPr>
          <p:cNvPr id="1048705" name="标题 1">
            <a:extLst>
              <a:ext uri="{FF2B5EF4-FFF2-40B4-BE49-F238E27FC236}">
                <a16:creationId xmlns:a16="http://schemas.microsoft.com/office/drawing/2014/main" id="{DD0B2A54-8E4A-429A-FB45-8037B03AE25A}"/>
              </a:ext>
            </a:extLst>
          </p:cNvPr>
          <p:cNvSpPr txBox="1"/>
          <p:nvPr/>
        </p:nvSpPr>
        <p:spPr>
          <a:xfrm>
            <a:off x="783520" y="467040"/>
            <a:ext cx="10671175" cy="468000"/>
          </a:xfrm>
          <a:prstGeom prst="rect">
            <a:avLst/>
          </a:prstGeom>
          <a:noFill/>
          <a:ln>
            <a:noFill/>
          </a:ln>
        </p:spPr>
        <p:txBody>
          <a:bodyPr vert="horz" wrap="square" lIns="0" tIns="0" rIns="0" bIns="0" rtlCol="0" anchor="ctr"/>
          <a:lstStyle/>
          <a:p>
            <a:pPr>
              <a:lnSpc>
                <a:spcPct val="110000"/>
              </a:lnSpc>
            </a:pPr>
            <a:r>
              <a:rPr kumimoji="1" lang="en-US" altLang="zh-CN" sz="2800" b="1" dirty="0">
                <a:ln w="12700">
                  <a:noFill/>
                </a:ln>
                <a:solidFill>
                  <a:srgbClr val="262626">
                    <a:alpha val="100000"/>
                  </a:srgbClr>
                </a:solidFill>
                <a:latin typeface="+mj-ea"/>
                <a:cs typeface="Source Han Sans CN Bold"/>
              </a:rPr>
              <a:t>2.5</a:t>
            </a:r>
            <a:r>
              <a:rPr kumimoji="1" lang="zh-CN" altLang="en-US" sz="2800" b="1" dirty="0">
                <a:ln w="12700">
                  <a:noFill/>
                </a:ln>
                <a:solidFill>
                  <a:srgbClr val="262626">
                    <a:alpha val="100000"/>
                  </a:srgbClr>
                </a:solidFill>
                <a:latin typeface="+mj-ea"/>
                <a:cs typeface="Source Han Sans CN Bold"/>
              </a:rPr>
              <a:t>完整的</a:t>
            </a:r>
            <a:r>
              <a:rPr kumimoji="1" lang="en-US" altLang="zh-CN" sz="2800" b="1" dirty="0">
                <a:ln w="12700">
                  <a:noFill/>
                </a:ln>
                <a:solidFill>
                  <a:srgbClr val="262626">
                    <a:alpha val="100000"/>
                  </a:srgbClr>
                </a:solidFill>
                <a:latin typeface="+mj-ea"/>
                <a:cs typeface="Source Han Sans CN Bold"/>
              </a:rPr>
              <a:t>LEO</a:t>
            </a:r>
            <a:r>
              <a:rPr kumimoji="1" lang="zh-CN" altLang="en-US" sz="2800" b="1" dirty="0">
                <a:ln w="12700">
                  <a:noFill/>
                </a:ln>
                <a:solidFill>
                  <a:srgbClr val="262626">
                    <a:alpha val="100000"/>
                  </a:srgbClr>
                </a:solidFill>
                <a:latin typeface="+mj-ea"/>
                <a:cs typeface="Source Han Sans CN Bold"/>
              </a:rPr>
              <a:t>算法</a:t>
            </a:r>
          </a:p>
        </p:txBody>
      </p:sp>
      <p:pic>
        <p:nvPicPr>
          <p:cNvPr id="4" name="图片 3">
            <a:extLst>
              <a:ext uri="{FF2B5EF4-FFF2-40B4-BE49-F238E27FC236}">
                <a16:creationId xmlns:a16="http://schemas.microsoft.com/office/drawing/2014/main" id="{B9269A6F-BC40-4097-3540-EDE58E6489F5}"/>
              </a:ext>
            </a:extLst>
          </p:cNvPr>
          <p:cNvPicPr>
            <a:picLocks noChangeAspect="1"/>
          </p:cNvPicPr>
          <p:nvPr/>
        </p:nvPicPr>
        <p:blipFill>
          <a:blip r:embed="rId2"/>
          <a:stretch>
            <a:fillRect/>
          </a:stretch>
        </p:blipFill>
        <p:spPr>
          <a:xfrm>
            <a:off x="6291909" y="-18235"/>
            <a:ext cx="5162786" cy="6894470"/>
          </a:xfrm>
          <a:prstGeom prst="rect">
            <a:avLst/>
          </a:prstGeom>
        </p:spPr>
      </p:pic>
      <p:sp>
        <p:nvSpPr>
          <p:cNvPr id="5" name="文本框 4">
            <a:extLst>
              <a:ext uri="{FF2B5EF4-FFF2-40B4-BE49-F238E27FC236}">
                <a16:creationId xmlns:a16="http://schemas.microsoft.com/office/drawing/2014/main" id="{E7CB626A-8757-63AE-3CF1-C52E8AC5485D}"/>
              </a:ext>
            </a:extLst>
          </p:cNvPr>
          <p:cNvSpPr txBox="1"/>
          <p:nvPr/>
        </p:nvSpPr>
        <p:spPr>
          <a:xfrm>
            <a:off x="737305" y="935040"/>
            <a:ext cx="5312480" cy="5847755"/>
          </a:xfrm>
          <a:prstGeom prst="rect">
            <a:avLst/>
          </a:prstGeom>
          <a:noFill/>
        </p:spPr>
        <p:txBody>
          <a:bodyPr wrap="square" rtlCol="0">
            <a:spAutoFit/>
          </a:bodyPr>
          <a:lstStyle/>
          <a:p>
            <a:r>
              <a:rPr lang="zh-CN" altLang="en-US" sz="2200" dirty="0">
                <a:latin typeface="等线" panose="02010600030101010101" pitchFamily="2" charset="-122"/>
                <a:ea typeface="等线" panose="02010600030101010101" pitchFamily="2" charset="-122"/>
              </a:rPr>
              <a:t>该算法包含五个主要步骤</a:t>
            </a:r>
            <a:r>
              <a:rPr lang="en-US" altLang="zh-CN" sz="2200" dirty="0">
                <a:latin typeface="等线" panose="02010600030101010101" pitchFamily="2" charset="-122"/>
                <a:ea typeface="等线" panose="02010600030101010101" pitchFamily="2" charset="-122"/>
              </a:rPr>
              <a:t>:</a:t>
            </a:r>
            <a:r>
              <a:rPr lang="zh-CN" altLang="en-US" sz="2200" dirty="0">
                <a:latin typeface="等线" panose="02010600030101010101" pitchFamily="2" charset="-122"/>
                <a:ea typeface="等线" panose="02010600030101010101" pitchFamily="2" charset="-122"/>
              </a:rPr>
              <a:t>初始化、个体进化、选择、</a:t>
            </a:r>
            <a:r>
              <a:rPr lang="en-US" altLang="zh-CN" sz="2200" dirty="0">
                <a:latin typeface="等线" panose="02010600030101010101" pitchFamily="2" charset="-122"/>
                <a:ea typeface="等线" panose="02010600030101010101" pitchFamily="2" charset="-122"/>
              </a:rPr>
              <a:t>SEP </a:t>
            </a:r>
            <a:r>
              <a:rPr lang="zh-CN" altLang="en-US" sz="2200" dirty="0">
                <a:latin typeface="等线" panose="02010600030101010101" pitchFamily="2" charset="-122"/>
                <a:ea typeface="等线" panose="02010600030101010101" pitchFamily="2" charset="-122"/>
              </a:rPr>
              <a:t>收集和学习系统更新。在个体进化中，只有当代数索引大于</a:t>
            </a:r>
            <a:r>
              <a:rPr lang="en-US" altLang="zh-CN" sz="2200" dirty="0">
                <a:latin typeface="等线" panose="02010600030101010101" pitchFamily="2" charset="-122"/>
                <a:ea typeface="等线" panose="02010600030101010101" pitchFamily="2" charset="-122"/>
              </a:rPr>
              <a:t>1</a:t>
            </a:r>
            <a:r>
              <a:rPr lang="zh-CN" altLang="en-US" sz="2200" dirty="0">
                <a:latin typeface="等线" panose="02010600030101010101" pitchFamily="2" charset="-122"/>
                <a:ea typeface="等线" panose="02010600030101010101" pitchFamily="2" charset="-122"/>
              </a:rPr>
              <a:t>且随机生成的值小于</a:t>
            </a:r>
            <a:r>
              <a:rPr lang="en-US" altLang="zh-CN" sz="2200" dirty="0" err="1">
                <a:latin typeface="等线" panose="02010600030101010101" pitchFamily="2" charset="-122"/>
                <a:ea typeface="等线" panose="02010600030101010101" pitchFamily="2" charset="-122"/>
              </a:rPr>
              <a:t>lp</a:t>
            </a:r>
            <a:r>
              <a:rPr lang="zh-CN" altLang="en-US" sz="2200" dirty="0">
                <a:latin typeface="等线" panose="02010600030101010101" pitchFamily="2" charset="-122"/>
                <a:ea typeface="等线" panose="02010600030101010101" pitchFamily="2" charset="-122"/>
              </a:rPr>
              <a:t>，学习系统才会通过学习辅助进化算子来进化个体，如算法</a:t>
            </a:r>
            <a:r>
              <a:rPr lang="en-US" altLang="zh-CN" sz="2200" dirty="0">
                <a:latin typeface="等线" panose="02010600030101010101" pitchFamily="2" charset="-122"/>
                <a:ea typeface="等线" panose="02010600030101010101" pitchFamily="2" charset="-122"/>
              </a:rPr>
              <a:t>1</a:t>
            </a:r>
            <a:r>
              <a:rPr lang="zh-CN" altLang="en-US" sz="2200" dirty="0">
                <a:latin typeface="等线" panose="02010600030101010101" pitchFamily="2" charset="-122"/>
                <a:ea typeface="等线" panose="02010600030101010101" pitchFamily="2" charset="-122"/>
              </a:rPr>
              <a:t>的第</a:t>
            </a:r>
            <a:r>
              <a:rPr lang="en-US" altLang="zh-CN" sz="2200" dirty="0">
                <a:latin typeface="等线" panose="02010600030101010101" pitchFamily="2" charset="-122"/>
                <a:ea typeface="等线" panose="02010600030101010101" pitchFamily="2" charset="-122"/>
              </a:rPr>
              <a:t>11</a:t>
            </a:r>
            <a:r>
              <a:rPr lang="zh-CN" altLang="en-US" sz="2200" dirty="0">
                <a:latin typeface="等线" panose="02010600030101010101" pitchFamily="2" charset="-122"/>
                <a:ea typeface="等线" panose="02010600030101010101" pitchFamily="2" charset="-122"/>
              </a:rPr>
              <a:t>行所示，原因是若满足，</a:t>
            </a:r>
            <a:r>
              <a:rPr lang="en-US" altLang="zh-CN" sz="2200" dirty="0">
                <a:latin typeface="等线" panose="02010600030101010101" pitchFamily="2" charset="-122"/>
                <a:ea typeface="等线" panose="02010600030101010101" pitchFamily="2" charset="-122"/>
              </a:rPr>
              <a:t>g&gt;1</a:t>
            </a:r>
            <a:r>
              <a:rPr lang="zh-CN" altLang="en-US" sz="2200" dirty="0">
                <a:latin typeface="等线" panose="02010600030101010101" pitchFamily="2" charset="-122"/>
                <a:ea typeface="等线" panose="02010600030101010101" pitchFamily="2" charset="-122"/>
              </a:rPr>
              <a:t>，那么人工神经网络肯定已经利用档案中的解对进行了更新，如算法</a:t>
            </a:r>
            <a:r>
              <a:rPr lang="en-US" altLang="zh-CN" sz="2200" dirty="0">
                <a:latin typeface="等线" panose="02010600030101010101" pitchFamily="2" charset="-122"/>
                <a:ea typeface="等线" panose="02010600030101010101" pitchFamily="2" charset="-122"/>
              </a:rPr>
              <a:t>1</a:t>
            </a:r>
            <a:r>
              <a:rPr lang="zh-CN" altLang="en-US" sz="2200" dirty="0">
                <a:latin typeface="等线" panose="02010600030101010101" pitchFamily="2" charset="-122"/>
                <a:ea typeface="等线" panose="02010600030101010101" pitchFamily="2" charset="-122"/>
              </a:rPr>
              <a:t>的第 </a:t>
            </a:r>
            <a:r>
              <a:rPr lang="en-US" altLang="zh-CN" sz="2200" dirty="0">
                <a:latin typeface="等线" panose="02010600030101010101" pitchFamily="2" charset="-122"/>
                <a:ea typeface="等线" panose="02010600030101010101" pitchFamily="2" charset="-122"/>
              </a:rPr>
              <a:t>30 </a:t>
            </a:r>
            <a:r>
              <a:rPr lang="zh-CN" altLang="en-US" sz="2200" dirty="0">
                <a:latin typeface="等线" panose="02010600030101010101" pitchFamily="2" charset="-122"/>
                <a:ea typeface="等线" panose="02010600030101010101" pitchFamily="2" charset="-122"/>
              </a:rPr>
              <a:t>行所示。换句话说在人工神经网络首次更新之前，不会用它来辅助个体进化，这能确保人工神经网络至少从成功的进化对中学习过一次进化知识。个体进化之后，算法会进行选择和 </a:t>
            </a:r>
            <a:r>
              <a:rPr lang="en-US" altLang="zh-CN" sz="2200" dirty="0">
                <a:latin typeface="等线" panose="02010600030101010101" pitchFamily="2" charset="-122"/>
                <a:ea typeface="等线" panose="02010600030101010101" pitchFamily="2" charset="-122"/>
              </a:rPr>
              <a:t>SEP </a:t>
            </a:r>
            <a:r>
              <a:rPr lang="zh-CN" altLang="en-US" sz="2200" dirty="0">
                <a:latin typeface="等线" panose="02010600030101010101" pitchFamily="2" charset="-122"/>
                <a:ea typeface="等线" panose="02010600030101010101" pitchFamily="2" charset="-122"/>
              </a:rPr>
              <a:t>收集。在这一步骤中成功的解对会被添加到档案 </a:t>
            </a:r>
            <a:r>
              <a:rPr lang="en-US" altLang="zh-CN" sz="2200" dirty="0">
                <a:latin typeface="等线" panose="02010600030101010101" pitchFamily="2" charset="-122"/>
                <a:ea typeface="等线" panose="02010600030101010101" pitchFamily="2" charset="-122"/>
              </a:rPr>
              <a:t>arch </a:t>
            </a:r>
            <a:r>
              <a:rPr lang="zh-CN" altLang="en-US" sz="2200" dirty="0">
                <a:latin typeface="等线" panose="02010600030101010101" pitchFamily="2" charset="-122"/>
                <a:ea typeface="等线" panose="02010600030101010101" pitchFamily="2" charset="-122"/>
              </a:rPr>
              <a:t>中作为训练数据。上述四个步骤会迭代执行，直到算法满足停止准则。最后算法输出找到的最优解作为结果。</a:t>
            </a:r>
          </a:p>
        </p:txBody>
      </p:sp>
    </p:spTree>
    <p:extLst>
      <p:ext uri="{BB962C8B-B14F-4D97-AF65-F5344CB8AC3E}">
        <p14:creationId xmlns:p14="http://schemas.microsoft.com/office/powerpoint/2010/main" val="2967685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1" name="标题 1"/>
          <p:cNvSpPr txBox="1"/>
          <p:nvPr/>
        </p:nvSpPr>
        <p:spPr>
          <a:xfrm>
            <a:off x="960082" y="1143230"/>
            <a:ext cx="3563444" cy="518787"/>
          </a:xfrm>
          <a:prstGeom prst="rect">
            <a:avLst/>
          </a:prstGeom>
          <a:noFill/>
          <a:ln cap="sq">
            <a:noFill/>
          </a:ln>
          <a:effectLst/>
        </p:spPr>
        <p:txBody>
          <a:bodyPr vert="horz" wrap="square" lIns="0" tIns="0" rIns="0" bIns="0" rtlCol="0" anchor="b"/>
          <a:lstStyle/>
          <a:p>
            <a:pPr marL="342900" indent="-342900" algn="l">
              <a:lnSpc>
                <a:spcPct val="130000"/>
              </a:lnSpc>
              <a:buClr>
                <a:srgbClr val="561F5C"/>
              </a:buClr>
              <a:buFont typeface="Wingdings" panose="05000000000000000000" charset="0"/>
              <a:buChar char="n"/>
            </a:pPr>
            <a:r>
              <a:rPr kumimoji="1" lang="zh-CN" altLang="en-US" sz="2800" dirty="0">
                <a:ln w="12700">
                  <a:noFill/>
                </a:ln>
                <a:solidFill>
                  <a:srgbClr val="330066"/>
                </a:solidFill>
                <a:latin typeface="等线" panose="02010600030101010101" pitchFamily="2" charset="-122"/>
                <a:ea typeface="等线" panose="02010600030101010101" pitchFamily="2" charset="-122"/>
                <a:cs typeface="Source Han Sans CN Bold"/>
              </a:rPr>
              <a:t>单目标优化问题</a:t>
            </a:r>
            <a:endParaRPr kumimoji="1" lang="zh-CN" altLang="en-US" sz="2800" dirty="0">
              <a:solidFill>
                <a:srgbClr val="330066"/>
              </a:solidFill>
              <a:latin typeface="等线" panose="02010600030101010101" pitchFamily="2" charset="-122"/>
              <a:ea typeface="等线" panose="02010600030101010101" pitchFamily="2" charset="-122"/>
            </a:endParaRPr>
          </a:p>
        </p:txBody>
      </p:sp>
      <p:sp>
        <p:nvSpPr>
          <p:cNvPr id="1048732" name="标题 1"/>
          <p:cNvSpPr txBox="1"/>
          <p:nvPr/>
        </p:nvSpPr>
        <p:spPr>
          <a:xfrm>
            <a:off x="960082" y="1828658"/>
            <a:ext cx="9690746" cy="4095623"/>
          </a:xfrm>
          <a:prstGeom prst="rect">
            <a:avLst/>
          </a:prstGeom>
          <a:noFill/>
          <a:ln>
            <a:noFill/>
          </a:ln>
        </p:spPr>
        <p:txBody>
          <a:bodyPr vert="horz" wrap="square" lIns="0" tIns="0" rIns="0" bIns="0" rtlCol="0" anchor="t"/>
          <a:lstStyle/>
          <a:p>
            <a:pPr algn="l">
              <a:lnSpc>
                <a:spcPct val="150000"/>
              </a:lnSpc>
            </a:pP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	</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在</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IEEE CEC 2021</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的十题单目标集上，分别测试</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10D</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与</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20D</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两种维度，涵盖多种复杂特性。</a:t>
            </a:r>
            <a:endPar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endParaRPr>
          </a:p>
          <a:p>
            <a:pPr algn="l">
              <a:lnSpc>
                <a:spcPct val="150000"/>
              </a:lnSpc>
            </a:pP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	LEO</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版本</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L-PSO</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L-DE</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L-NL-SHADE-RSP</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在</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19</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10</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7</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个问题上显著优于原算法，且从未出现性能下降。</a:t>
            </a:r>
            <a:endPar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endParaRPr>
          </a:p>
          <a:p>
            <a:pPr algn="l">
              <a:lnSpc>
                <a:spcPct val="150000"/>
              </a:lnSpc>
            </a:pP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	</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尤为突出的是，对</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2021</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年冠军算法</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NL-SHADE-RSP</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LEO</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仍能在</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7</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个实例刷新历史最佳，证明其强大的潜力。</a:t>
            </a:r>
          </a:p>
          <a:p>
            <a:pPr algn="l">
              <a:lnSpc>
                <a:spcPct val="150000"/>
              </a:lnSpc>
            </a:pPr>
            <a:endPar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endParaRPr>
          </a:p>
          <a:p>
            <a:pPr algn="l">
              <a:lnSpc>
                <a:spcPct val="150000"/>
              </a:lnSpc>
            </a:pPr>
            <a:endPar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endParaRPr>
          </a:p>
        </p:txBody>
      </p:sp>
      <p:sp>
        <p:nvSpPr>
          <p:cNvPr id="1048733" name="标题 1"/>
          <p:cNvSpPr txBox="1"/>
          <p:nvPr/>
        </p:nvSpPr>
        <p:spPr>
          <a:xfrm>
            <a:off x="783520" y="467040"/>
            <a:ext cx="10671175" cy="468000"/>
          </a:xfrm>
          <a:prstGeom prst="rect">
            <a:avLst/>
          </a:prstGeom>
          <a:noFill/>
          <a:ln>
            <a:noFill/>
          </a:ln>
        </p:spPr>
        <p:txBody>
          <a:bodyPr vert="horz" wrap="square" lIns="0" tIns="0" rIns="0" bIns="0" rtlCol="0" anchor="ctr"/>
          <a:lstStyle/>
          <a:p>
            <a:pPr algn="l">
              <a:lnSpc>
                <a:spcPct val="110000"/>
              </a:lnSpc>
              <a:buClrTx/>
              <a:buSzTx/>
              <a:buFontTx/>
            </a:pPr>
            <a:r>
              <a:rPr kumimoji="1" lang="en-US" altLang="zh-CN" sz="2800" b="1" dirty="0">
                <a:ln w="12700">
                  <a:noFill/>
                </a:ln>
                <a:latin typeface="+mj-ea"/>
                <a:ea typeface="+mj-ea"/>
                <a:cs typeface="Source Han Sans CN Bold"/>
              </a:rPr>
              <a:t>3.1</a:t>
            </a:r>
            <a:r>
              <a:rPr kumimoji="1" lang="zh-CN" altLang="en-US" sz="2800" b="1" dirty="0">
                <a:ln w="12700">
                  <a:noFill/>
                </a:ln>
                <a:solidFill>
                  <a:srgbClr val="262626">
                    <a:alpha val="100000"/>
                  </a:srgbClr>
                </a:solidFill>
                <a:latin typeface="+mj-ea"/>
                <a:ea typeface="+mj-ea"/>
                <a:cs typeface="Source Han Sans CN Bold"/>
              </a:rPr>
              <a:t>实验验证</a:t>
            </a:r>
            <a:endParaRPr kumimoji="1" lang="en-US" altLang="zh-CN" sz="2800" b="1" dirty="0" err="1">
              <a:ln w="12700">
                <a:noFill/>
              </a:ln>
              <a:solidFill>
                <a:srgbClr val="262626">
                  <a:alpha val="100000"/>
                </a:srgbClr>
              </a:solidFill>
              <a:latin typeface="+mj-ea"/>
              <a:ea typeface="+mj-ea"/>
              <a:cs typeface="Source Han Sans CN Bold"/>
            </a:endParaRPr>
          </a:p>
        </p:txBody>
      </p:sp>
      <p:pic>
        <p:nvPicPr>
          <p:cNvPr id="2097171" name="图片 1"/>
          <p:cNvPicPr>
            <a:picLocks noChangeAspect="1"/>
          </p:cNvPicPr>
          <p:nvPr/>
        </p:nvPicPr>
        <p:blipFill>
          <a:blip r:embed="rId2"/>
          <a:stretch>
            <a:fillRect/>
          </a:stretch>
        </p:blipFill>
        <p:spPr>
          <a:xfrm>
            <a:off x="9640218" y="258850"/>
            <a:ext cx="2114286" cy="6761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2" name="标题 1"/>
          <p:cNvSpPr txBox="1"/>
          <p:nvPr/>
        </p:nvSpPr>
        <p:spPr>
          <a:xfrm>
            <a:off x="783520" y="1030359"/>
            <a:ext cx="9751398" cy="5360601"/>
          </a:xfrm>
          <a:prstGeom prst="rect">
            <a:avLst/>
          </a:prstGeom>
          <a:noFill/>
          <a:ln>
            <a:noFill/>
          </a:ln>
        </p:spPr>
        <p:txBody>
          <a:bodyPr vert="horz" wrap="square" lIns="0" tIns="0" rIns="0" bIns="0" rtlCol="0" anchor="t"/>
          <a:lstStyle/>
          <a:p>
            <a:pPr marL="342900" indent="-342900">
              <a:lnSpc>
                <a:spcPct val="150000"/>
              </a:lnSpc>
              <a:buClr>
                <a:srgbClr val="561F5C"/>
              </a:buClr>
              <a:buFont typeface="Wingdings" panose="05000000000000000000" charset="0"/>
              <a:buChar char="n"/>
            </a:pPr>
            <a:r>
              <a:rPr kumimoji="1" lang="zh-CN" altLang="en-US" sz="2400" dirty="0">
                <a:ln w="12700">
                  <a:noFill/>
                </a:ln>
                <a:solidFill>
                  <a:srgbClr val="330066"/>
                </a:solidFill>
                <a:latin typeface="等线" panose="02010600030101010101" pitchFamily="2" charset="-122"/>
                <a:ea typeface="等线" panose="02010600030101010101" pitchFamily="2" charset="-122"/>
                <a:cs typeface="Source Han Sans CN Bold"/>
              </a:rPr>
              <a:t>多目标优化问题</a:t>
            </a:r>
            <a:endParaRPr kumimoji="1" lang="zh-CN" altLang="en-US" sz="2400" dirty="0">
              <a:solidFill>
                <a:srgbClr val="330066"/>
              </a:solidFill>
              <a:latin typeface="等线" panose="02010600030101010101" pitchFamily="2" charset="-122"/>
              <a:ea typeface="等线" panose="02010600030101010101" pitchFamily="2" charset="-122"/>
            </a:endParaRPr>
          </a:p>
          <a:p>
            <a:pPr>
              <a:lnSpc>
                <a:spcPct val="150000"/>
              </a:lnSpc>
              <a:buClr>
                <a:srgbClr val="561F5C"/>
              </a:buClr>
            </a:pPr>
            <a:r>
              <a:rPr kumimoji="1" lang="zh-CN" altLang="en-US" sz="2400" dirty="0">
                <a:latin typeface="等线" panose="02010600030101010101" pitchFamily="2" charset="-122"/>
                <a:ea typeface="等线" panose="02010600030101010101" pitchFamily="2" charset="-122"/>
                <a:sym typeface="+mn-ea"/>
              </a:rPr>
              <a:t>结果表明，</a:t>
            </a:r>
            <a:r>
              <a:rPr kumimoji="1" lang="en-US" altLang="zh-CN" sz="2400" dirty="0">
                <a:latin typeface="等线" panose="02010600030101010101" pitchFamily="2" charset="-122"/>
                <a:ea typeface="等线" panose="02010600030101010101" pitchFamily="2" charset="-122"/>
                <a:sym typeface="+mn-ea"/>
              </a:rPr>
              <a:t>LEO </a:t>
            </a:r>
            <a:r>
              <a:rPr kumimoji="1" lang="zh-CN" altLang="en-US" sz="2400" dirty="0">
                <a:latin typeface="等线" panose="02010600030101010101" pitchFamily="2" charset="-122"/>
                <a:ea typeface="等线" panose="02010600030101010101" pitchFamily="2" charset="-122"/>
                <a:sym typeface="+mn-ea"/>
              </a:rPr>
              <a:t>在提高进化计算算法在多目标</a:t>
            </a:r>
            <a:r>
              <a:rPr kumimoji="1" lang="en-US" altLang="zh-CN" sz="2400" dirty="0">
                <a:latin typeface="等线" panose="02010600030101010101" pitchFamily="2" charset="-122"/>
                <a:ea typeface="等线" panose="02010600030101010101" pitchFamily="2" charset="-122"/>
                <a:sym typeface="+mn-ea"/>
              </a:rPr>
              <a:t>/</a:t>
            </a:r>
            <a:r>
              <a:rPr kumimoji="1" lang="zh-CN" altLang="en-US" sz="2400" dirty="0">
                <a:latin typeface="等线" panose="02010600030101010101" pitchFamily="2" charset="-122"/>
                <a:ea typeface="等线" panose="02010600030101010101" pitchFamily="2" charset="-122"/>
                <a:sym typeface="+mn-ea"/>
              </a:rPr>
              <a:t>超多目标问题上的优化效率方面也非常有效。在</a:t>
            </a:r>
            <a:r>
              <a:rPr kumimoji="1" lang="en-US" altLang="zh-CN" sz="2400" dirty="0">
                <a:latin typeface="等线" panose="02010600030101010101" pitchFamily="2" charset="-122"/>
                <a:ea typeface="等线" panose="02010600030101010101" pitchFamily="2" charset="-122"/>
                <a:sym typeface="+mn-ea"/>
              </a:rPr>
              <a:t>14</a:t>
            </a:r>
            <a:r>
              <a:rPr kumimoji="1" lang="zh-CN" altLang="en-US" sz="2400" dirty="0">
                <a:latin typeface="等线" panose="02010600030101010101" pitchFamily="2" charset="-122"/>
                <a:ea typeface="等线" panose="02010600030101010101" pitchFamily="2" charset="-122"/>
                <a:sym typeface="+mn-ea"/>
              </a:rPr>
              <a:t>个、</a:t>
            </a:r>
            <a:r>
              <a:rPr kumimoji="1" lang="en-US" altLang="zh-CN" sz="2400" dirty="0">
                <a:latin typeface="等线" panose="02010600030101010101" pitchFamily="2" charset="-122"/>
                <a:ea typeface="等线" panose="02010600030101010101" pitchFamily="2" charset="-122"/>
                <a:sym typeface="+mn-ea"/>
              </a:rPr>
              <a:t>9 </a:t>
            </a:r>
            <a:r>
              <a:rPr kumimoji="1" lang="zh-CN" altLang="en-US" sz="2400" dirty="0">
                <a:latin typeface="等线" panose="02010600030101010101" pitchFamily="2" charset="-122"/>
                <a:ea typeface="等线" panose="02010600030101010101" pitchFamily="2" charset="-122"/>
                <a:sym typeface="+mn-ea"/>
              </a:rPr>
              <a:t>个和</a:t>
            </a:r>
            <a:r>
              <a:rPr kumimoji="1" lang="en-US" altLang="zh-CN" sz="2400" dirty="0">
                <a:latin typeface="等线" panose="02010600030101010101" pitchFamily="2" charset="-122"/>
                <a:ea typeface="等线" panose="02010600030101010101" pitchFamily="2" charset="-122"/>
                <a:sym typeface="+mn-ea"/>
              </a:rPr>
              <a:t>6</a:t>
            </a:r>
            <a:r>
              <a:rPr kumimoji="1" lang="zh-CN" altLang="en-US" sz="2400" dirty="0">
                <a:latin typeface="等线" panose="02010600030101010101" pitchFamily="2" charset="-122"/>
                <a:ea typeface="等线" panose="02010600030101010101" pitchFamily="2" charset="-122"/>
                <a:sym typeface="+mn-ea"/>
              </a:rPr>
              <a:t>个问题上，</a:t>
            </a:r>
            <a:r>
              <a:rPr kumimoji="1" lang="en-US" altLang="zh-CN" sz="2400" dirty="0">
                <a:latin typeface="等线" panose="02010600030101010101" pitchFamily="2" charset="-122"/>
                <a:ea typeface="等线" panose="02010600030101010101" pitchFamily="2" charset="-122"/>
                <a:sym typeface="+mn-ea"/>
              </a:rPr>
              <a:t>L-NSGA-11</a:t>
            </a:r>
            <a:r>
              <a:rPr kumimoji="1" lang="zh-CN" altLang="en-US" sz="2400" dirty="0">
                <a:latin typeface="等线" panose="02010600030101010101" pitchFamily="2" charset="-122"/>
                <a:ea typeface="等线" panose="02010600030101010101" pitchFamily="2" charset="-122"/>
                <a:sym typeface="+mn-ea"/>
              </a:rPr>
              <a:t>、</a:t>
            </a:r>
            <a:r>
              <a:rPr kumimoji="1" lang="en-US" altLang="zh-CN" sz="2400" dirty="0">
                <a:latin typeface="等线" panose="02010600030101010101" pitchFamily="2" charset="-122"/>
                <a:ea typeface="等线" panose="02010600030101010101" pitchFamily="2" charset="-122"/>
                <a:sym typeface="+mn-ea"/>
              </a:rPr>
              <a:t>L-MOEA/D </a:t>
            </a:r>
            <a:r>
              <a:rPr kumimoji="1" lang="zh-CN" altLang="en-US" sz="2400" dirty="0">
                <a:latin typeface="等线" panose="02010600030101010101" pitchFamily="2" charset="-122"/>
                <a:ea typeface="等线" panose="02010600030101010101" pitchFamily="2" charset="-122"/>
                <a:sym typeface="+mn-ea"/>
              </a:rPr>
              <a:t>和 </a:t>
            </a:r>
            <a:r>
              <a:rPr kumimoji="1" lang="en-US" altLang="zh-CN" sz="2400" dirty="0">
                <a:latin typeface="等线" panose="02010600030101010101" pitchFamily="2" charset="-122"/>
                <a:ea typeface="等线" panose="02010600030101010101" pitchFamily="2" charset="-122"/>
                <a:sym typeface="+mn-ea"/>
              </a:rPr>
              <a:t>L-RVEA</a:t>
            </a:r>
            <a:r>
              <a:rPr kumimoji="1" lang="zh-CN" altLang="en-US" sz="2400" dirty="0">
                <a:latin typeface="等线" panose="02010600030101010101" pitchFamily="2" charset="-122"/>
                <a:ea typeface="等线" panose="02010600030101010101" pitchFamily="2" charset="-122"/>
                <a:sym typeface="+mn-ea"/>
              </a:rPr>
              <a:t>能够获得显著优于</a:t>
            </a:r>
            <a:r>
              <a:rPr kumimoji="1" lang="en-US" altLang="zh-CN" sz="2400" dirty="0">
                <a:latin typeface="等线" panose="02010600030101010101" pitchFamily="2" charset="-122"/>
                <a:ea typeface="等线" panose="02010600030101010101" pitchFamily="2" charset="-122"/>
                <a:sym typeface="+mn-ea"/>
              </a:rPr>
              <a:t>NSGA-I1</a:t>
            </a:r>
            <a:r>
              <a:rPr kumimoji="1" lang="zh-CN" altLang="en-US" sz="2400" dirty="0">
                <a:latin typeface="等线" panose="02010600030101010101" pitchFamily="2" charset="-122"/>
                <a:ea typeface="等线" panose="02010600030101010101" pitchFamily="2" charset="-122"/>
                <a:sym typeface="+mn-ea"/>
              </a:rPr>
              <a:t>、</a:t>
            </a:r>
            <a:r>
              <a:rPr kumimoji="1" lang="en-US" altLang="zh-CN" sz="2400" dirty="0">
                <a:latin typeface="等线" panose="02010600030101010101" pitchFamily="2" charset="-122"/>
                <a:ea typeface="等线" panose="02010600030101010101" pitchFamily="2" charset="-122"/>
                <a:sym typeface="+mn-ea"/>
              </a:rPr>
              <a:t>MOEA/D</a:t>
            </a:r>
            <a:r>
              <a:rPr kumimoji="1" lang="zh-CN" altLang="en-US" sz="2400" dirty="0">
                <a:latin typeface="等线" panose="02010600030101010101" pitchFamily="2" charset="-122"/>
                <a:ea typeface="等线" panose="02010600030101010101" pitchFamily="2" charset="-122"/>
                <a:sym typeface="+mn-ea"/>
              </a:rPr>
              <a:t>和 </a:t>
            </a:r>
            <a:r>
              <a:rPr kumimoji="1" lang="en-US" altLang="zh-CN" sz="2400" dirty="0">
                <a:latin typeface="等线" panose="02010600030101010101" pitchFamily="2" charset="-122"/>
                <a:ea typeface="等线" panose="02010600030101010101" pitchFamily="2" charset="-122"/>
                <a:sym typeface="+mn-ea"/>
              </a:rPr>
              <a:t>RVEA</a:t>
            </a:r>
            <a:r>
              <a:rPr kumimoji="1" lang="zh-CN" altLang="en-US" sz="2400" dirty="0">
                <a:latin typeface="等线" panose="02010600030101010101" pitchFamily="2" charset="-122"/>
                <a:ea typeface="等线" panose="02010600030101010101" pitchFamily="2" charset="-122"/>
                <a:sym typeface="+mn-ea"/>
              </a:rPr>
              <a:t>的</a:t>
            </a:r>
            <a:r>
              <a:rPr kumimoji="1" lang="en-US" altLang="zh-CN" sz="2400" dirty="0">
                <a:latin typeface="等线" panose="02010600030101010101" pitchFamily="2" charset="-122"/>
                <a:ea typeface="等线" panose="02010600030101010101" pitchFamily="2" charset="-122"/>
                <a:sym typeface="+mn-ea"/>
              </a:rPr>
              <a:t>IGD </a:t>
            </a:r>
            <a:r>
              <a:rPr kumimoji="1" lang="zh-CN" altLang="en-US" sz="2400" dirty="0">
                <a:latin typeface="等线" panose="02010600030101010101" pitchFamily="2" charset="-122"/>
                <a:ea typeface="等线" panose="02010600030101010101" pitchFamily="2" charset="-122"/>
                <a:sym typeface="+mn-ea"/>
              </a:rPr>
              <a:t>结果，而结果较差的问题分别仅有</a:t>
            </a:r>
            <a:r>
              <a:rPr kumimoji="1" lang="en-US" altLang="zh-CN" sz="2400" dirty="0">
                <a:latin typeface="等线" panose="02010600030101010101" pitchFamily="2" charset="-122"/>
                <a:ea typeface="等线" panose="02010600030101010101" pitchFamily="2" charset="-122"/>
                <a:sym typeface="+mn-ea"/>
              </a:rPr>
              <a:t>8</a:t>
            </a:r>
            <a:r>
              <a:rPr kumimoji="1" lang="zh-CN" altLang="en-US" sz="2400" dirty="0">
                <a:latin typeface="等线" panose="02010600030101010101" pitchFamily="2" charset="-122"/>
                <a:ea typeface="等线" panose="02010600030101010101" pitchFamily="2" charset="-122"/>
                <a:sym typeface="+mn-ea"/>
              </a:rPr>
              <a:t>个、</a:t>
            </a:r>
            <a:r>
              <a:rPr kumimoji="1" lang="en-US" altLang="zh-CN" sz="2400" dirty="0">
                <a:latin typeface="等线" panose="02010600030101010101" pitchFamily="2" charset="-122"/>
                <a:ea typeface="等线" panose="02010600030101010101" pitchFamily="2" charset="-122"/>
                <a:sym typeface="+mn-ea"/>
              </a:rPr>
              <a:t>8</a:t>
            </a:r>
            <a:r>
              <a:rPr kumimoji="1" lang="zh-CN" altLang="en-US" sz="2400" dirty="0">
                <a:latin typeface="等线" panose="02010600030101010101" pitchFamily="2" charset="-122"/>
                <a:ea typeface="等线" panose="02010600030101010101" pitchFamily="2" charset="-122"/>
                <a:sym typeface="+mn-ea"/>
              </a:rPr>
              <a:t>个和</a:t>
            </a:r>
            <a:r>
              <a:rPr kumimoji="1" lang="en-US" altLang="zh-CN" sz="2400" dirty="0">
                <a:latin typeface="等线" panose="02010600030101010101" pitchFamily="2" charset="-122"/>
                <a:ea typeface="等线" panose="02010600030101010101" pitchFamily="2" charset="-122"/>
                <a:sym typeface="+mn-ea"/>
              </a:rPr>
              <a:t>5</a:t>
            </a:r>
            <a:r>
              <a:rPr kumimoji="1" lang="zh-CN" altLang="en-US" sz="2400" dirty="0">
                <a:latin typeface="等线" panose="02010600030101010101" pitchFamily="2" charset="-122"/>
                <a:ea typeface="等线" panose="02010600030101010101" pitchFamily="2" charset="-122"/>
                <a:sym typeface="+mn-ea"/>
              </a:rPr>
              <a:t>个。此外，表显示，当与 </a:t>
            </a:r>
            <a:r>
              <a:rPr kumimoji="1" lang="en-US" altLang="zh-CN" sz="2400" dirty="0">
                <a:latin typeface="等线" panose="02010600030101010101" pitchFamily="2" charset="-122"/>
                <a:ea typeface="等线" panose="02010600030101010101" pitchFamily="2" charset="-122"/>
                <a:sym typeface="+mn-ea"/>
              </a:rPr>
              <a:t>LEO </a:t>
            </a:r>
            <a:r>
              <a:rPr kumimoji="1" lang="zh-CN" altLang="en-US" sz="2400" dirty="0">
                <a:latin typeface="等线" panose="02010600030101010101" pitchFamily="2" charset="-122"/>
                <a:ea typeface="等线" panose="02010600030101010101" pitchFamily="2" charset="-122"/>
                <a:sym typeface="+mn-ea"/>
              </a:rPr>
              <a:t>集成时，</a:t>
            </a:r>
            <a:r>
              <a:rPr kumimoji="1" lang="en-US" altLang="zh-CN" sz="2400" dirty="0">
                <a:latin typeface="等线" panose="02010600030101010101" pitchFamily="2" charset="-122"/>
                <a:ea typeface="等线" panose="02010600030101010101" pitchFamily="2" charset="-122"/>
                <a:sym typeface="+mn-ea"/>
              </a:rPr>
              <a:t>NSGA-Il</a:t>
            </a:r>
            <a:r>
              <a:rPr kumimoji="1" lang="zh-CN" altLang="en-US" sz="2400" dirty="0">
                <a:latin typeface="等线" panose="02010600030101010101" pitchFamily="2" charset="-122"/>
                <a:ea typeface="等线" panose="02010600030101010101" pitchFamily="2" charset="-122"/>
                <a:sym typeface="+mn-ea"/>
              </a:rPr>
              <a:t>的改进比 </a:t>
            </a:r>
            <a:r>
              <a:rPr kumimoji="1" lang="en-US" altLang="zh-CN" sz="2400" dirty="0">
                <a:latin typeface="等线" panose="02010600030101010101" pitchFamily="2" charset="-122"/>
                <a:ea typeface="等线" panose="02010600030101010101" pitchFamily="2" charset="-122"/>
                <a:sym typeface="+mn-ea"/>
              </a:rPr>
              <a:t>MOEA/D </a:t>
            </a:r>
            <a:r>
              <a:rPr kumimoji="1" lang="zh-CN" altLang="en-US" sz="2400" dirty="0">
                <a:latin typeface="等线" panose="02010600030101010101" pitchFamily="2" charset="-122"/>
                <a:ea typeface="等线" panose="02010600030101010101" pitchFamily="2" charset="-122"/>
                <a:sym typeface="+mn-ea"/>
              </a:rPr>
              <a:t>和 </a:t>
            </a:r>
            <a:r>
              <a:rPr kumimoji="1" lang="en-US" altLang="zh-CN" sz="2400" dirty="0">
                <a:latin typeface="等线" panose="02010600030101010101" pitchFamily="2" charset="-122"/>
                <a:ea typeface="等线" panose="02010600030101010101" pitchFamily="2" charset="-122"/>
                <a:sym typeface="+mn-ea"/>
              </a:rPr>
              <a:t>RVEA</a:t>
            </a:r>
            <a:r>
              <a:rPr kumimoji="1" lang="zh-CN" altLang="en-US" sz="2400" dirty="0">
                <a:latin typeface="等线" panose="02010600030101010101" pitchFamily="2" charset="-122"/>
                <a:ea typeface="等线" panose="02010600030101010101" pitchFamily="2" charset="-122"/>
                <a:sym typeface="+mn-ea"/>
              </a:rPr>
              <a:t>更显著。这可能是因为当目标数量增加时，非支配解的数量会急剧增加，而 </a:t>
            </a:r>
            <a:r>
              <a:rPr kumimoji="1" lang="en-US" altLang="zh-CN" sz="2400" dirty="0">
                <a:latin typeface="等线" panose="02010600030101010101" pitchFamily="2" charset="-122"/>
                <a:ea typeface="等线" panose="02010600030101010101" pitchFamily="2" charset="-122"/>
                <a:sym typeface="+mn-ea"/>
              </a:rPr>
              <a:t>NSGA-II</a:t>
            </a:r>
            <a:r>
              <a:rPr kumimoji="1" lang="zh-CN" altLang="en-US" sz="2400" dirty="0">
                <a:latin typeface="等线" panose="02010600030101010101" pitchFamily="2" charset="-122"/>
                <a:ea typeface="等线" panose="02010600030101010101" pitchFamily="2" charset="-122"/>
                <a:sym typeface="+mn-ea"/>
              </a:rPr>
              <a:t>难以执行环境选择来挑选高质量解进入下一代以实现更好的进化。然而，</a:t>
            </a:r>
            <a:r>
              <a:rPr kumimoji="1" lang="en-US" altLang="zh-CN" sz="2400" dirty="0">
                <a:latin typeface="等线" panose="02010600030101010101" pitchFamily="2" charset="-122"/>
                <a:ea typeface="等线" panose="02010600030101010101" pitchFamily="2" charset="-122"/>
                <a:sym typeface="+mn-ea"/>
              </a:rPr>
              <a:t>LEO</a:t>
            </a:r>
            <a:r>
              <a:rPr kumimoji="1" lang="zh-CN" altLang="en-US" sz="2400" dirty="0">
                <a:latin typeface="等线" panose="02010600030101010101" pitchFamily="2" charset="-122"/>
                <a:ea typeface="等线" panose="02010600030101010101" pitchFamily="2" charset="-122"/>
                <a:sym typeface="+mn-ea"/>
              </a:rPr>
              <a:t>能够直接引导解向有前景的区域进化，因此可以显著改进</a:t>
            </a:r>
            <a:r>
              <a:rPr kumimoji="1" lang="en-US" altLang="zh-CN" sz="2400" dirty="0">
                <a:latin typeface="等线" panose="02010600030101010101" pitchFamily="2" charset="-122"/>
                <a:ea typeface="等线" panose="02010600030101010101" pitchFamily="2" charset="-122"/>
                <a:sym typeface="+mn-ea"/>
              </a:rPr>
              <a:t>NSGA-II</a:t>
            </a:r>
            <a:r>
              <a:rPr kumimoji="1" lang="zh-CN" altLang="en-US" sz="2400" dirty="0">
                <a:latin typeface="等线" panose="02010600030101010101" pitchFamily="2" charset="-122"/>
                <a:ea typeface="等线" panose="02010600030101010101" pitchFamily="2" charset="-122"/>
                <a:sym typeface="+mn-ea"/>
              </a:rPr>
              <a:t>。总体而言，这些结果证明了 </a:t>
            </a:r>
            <a:r>
              <a:rPr kumimoji="1" lang="en-US" altLang="zh-CN" sz="2400" dirty="0">
                <a:latin typeface="等线" panose="02010600030101010101" pitchFamily="2" charset="-122"/>
                <a:ea typeface="等线" panose="02010600030101010101" pitchFamily="2" charset="-122"/>
                <a:sym typeface="+mn-ea"/>
              </a:rPr>
              <a:t>LEO </a:t>
            </a:r>
            <a:r>
              <a:rPr kumimoji="1" lang="zh-CN" altLang="en-US" sz="2400" dirty="0">
                <a:latin typeface="等线" panose="02010600030101010101" pitchFamily="2" charset="-122"/>
                <a:ea typeface="等线" panose="02010600030101010101" pitchFamily="2" charset="-122"/>
                <a:sym typeface="+mn-ea"/>
              </a:rPr>
              <a:t>在多目标</a:t>
            </a:r>
            <a:r>
              <a:rPr kumimoji="1" lang="en-US" altLang="zh-CN" sz="2400" dirty="0">
                <a:latin typeface="等线" panose="02010600030101010101" pitchFamily="2" charset="-122"/>
                <a:ea typeface="等线" panose="02010600030101010101" pitchFamily="2" charset="-122"/>
                <a:sym typeface="+mn-ea"/>
              </a:rPr>
              <a:t>/</a:t>
            </a:r>
            <a:r>
              <a:rPr kumimoji="1" lang="zh-CN" altLang="en-US" sz="2400" dirty="0">
                <a:latin typeface="等线" panose="02010600030101010101" pitchFamily="2" charset="-122"/>
                <a:ea typeface="等线" panose="02010600030101010101" pitchFamily="2" charset="-122"/>
                <a:sym typeface="+mn-ea"/>
              </a:rPr>
              <a:t>超多目标优化问题上的有效性。</a:t>
            </a:r>
            <a:endParaRPr kumimoji="1" lang="zh-CN" altLang="en-US" sz="2400" dirty="0">
              <a:latin typeface="等线" panose="02010600030101010101" pitchFamily="2" charset="-122"/>
              <a:ea typeface="等线" panose="02010600030101010101" pitchFamily="2" charset="-122"/>
            </a:endParaRPr>
          </a:p>
        </p:txBody>
      </p:sp>
      <p:sp>
        <p:nvSpPr>
          <p:cNvPr id="1048733" name="标题 1"/>
          <p:cNvSpPr txBox="1"/>
          <p:nvPr/>
        </p:nvSpPr>
        <p:spPr>
          <a:xfrm>
            <a:off x="783520" y="467040"/>
            <a:ext cx="10671175" cy="468000"/>
          </a:xfrm>
          <a:prstGeom prst="rect">
            <a:avLst/>
          </a:prstGeom>
          <a:noFill/>
          <a:ln>
            <a:noFill/>
          </a:ln>
        </p:spPr>
        <p:txBody>
          <a:bodyPr vert="horz" wrap="square" lIns="0" tIns="0" rIns="0" bIns="0" rtlCol="0" anchor="ctr"/>
          <a:lstStyle/>
          <a:p>
            <a:pPr>
              <a:lnSpc>
                <a:spcPct val="110000"/>
              </a:lnSpc>
            </a:pPr>
            <a:r>
              <a:rPr kumimoji="1" lang="en-US" altLang="zh-CN" sz="2800" b="1" dirty="0">
                <a:ln w="12700">
                  <a:noFill/>
                </a:ln>
                <a:latin typeface="+mj-ea"/>
                <a:cs typeface="Source Han Sans CN Bold"/>
              </a:rPr>
              <a:t>3.1</a:t>
            </a:r>
            <a:r>
              <a:rPr kumimoji="1" lang="zh-CN" altLang="en-US" sz="2800" b="1" dirty="0">
                <a:ln w="12700">
                  <a:noFill/>
                </a:ln>
                <a:solidFill>
                  <a:srgbClr val="262626">
                    <a:alpha val="100000"/>
                  </a:srgbClr>
                </a:solidFill>
                <a:latin typeface="+mj-ea"/>
                <a:cs typeface="Source Han Sans CN Bold"/>
              </a:rPr>
              <a:t>实验验证</a:t>
            </a:r>
            <a:endParaRPr kumimoji="1" lang="en-US" altLang="zh-CN" sz="2800" b="1" dirty="0" err="1">
              <a:ln w="12700">
                <a:noFill/>
              </a:ln>
              <a:solidFill>
                <a:srgbClr val="262626">
                  <a:alpha val="100000"/>
                </a:srgbClr>
              </a:solidFill>
              <a:latin typeface="+mj-ea"/>
              <a:cs typeface="Source Han Sans CN Bold"/>
            </a:endParaRPr>
          </a:p>
        </p:txBody>
      </p:sp>
      <p:pic>
        <p:nvPicPr>
          <p:cNvPr id="2097171" name="图片 1"/>
          <p:cNvPicPr>
            <a:picLocks noChangeAspect="1"/>
          </p:cNvPicPr>
          <p:nvPr/>
        </p:nvPicPr>
        <p:blipFill>
          <a:blip r:embed="rId2"/>
          <a:stretch>
            <a:fillRect/>
          </a:stretch>
        </p:blipFill>
        <p:spPr>
          <a:xfrm>
            <a:off x="9640218" y="258850"/>
            <a:ext cx="2114286" cy="6761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B43A6-51DC-9527-046A-D334308C1C91}"/>
            </a:ext>
          </a:extLst>
        </p:cNvPr>
        <p:cNvGrpSpPr/>
        <p:nvPr/>
      </p:nvGrpSpPr>
      <p:grpSpPr>
        <a:xfrm>
          <a:off x="0" y="0"/>
          <a:ext cx="0" cy="0"/>
          <a:chOff x="0" y="0"/>
          <a:chExt cx="0" cy="0"/>
        </a:xfrm>
      </p:grpSpPr>
      <p:sp>
        <p:nvSpPr>
          <p:cNvPr id="1048731" name="标题 1">
            <a:extLst>
              <a:ext uri="{FF2B5EF4-FFF2-40B4-BE49-F238E27FC236}">
                <a16:creationId xmlns:a16="http://schemas.microsoft.com/office/drawing/2014/main" id="{6A4F23F4-963C-566C-78E2-5ECF68F7E5CF}"/>
              </a:ext>
            </a:extLst>
          </p:cNvPr>
          <p:cNvSpPr txBox="1"/>
          <p:nvPr/>
        </p:nvSpPr>
        <p:spPr>
          <a:xfrm>
            <a:off x="960082" y="1143230"/>
            <a:ext cx="3563444" cy="518787"/>
          </a:xfrm>
          <a:prstGeom prst="rect">
            <a:avLst/>
          </a:prstGeom>
          <a:noFill/>
          <a:ln cap="sq">
            <a:noFill/>
          </a:ln>
          <a:effectLst/>
        </p:spPr>
        <p:txBody>
          <a:bodyPr vert="horz" wrap="square" lIns="0" tIns="0" rIns="0" bIns="0" rtlCol="0" anchor="b"/>
          <a:lstStyle/>
          <a:p>
            <a:pPr marL="342900" indent="-342900" algn="l">
              <a:lnSpc>
                <a:spcPct val="130000"/>
              </a:lnSpc>
              <a:buClr>
                <a:srgbClr val="561F5C"/>
              </a:buClr>
              <a:buFont typeface="Wingdings" panose="05000000000000000000" charset="0"/>
              <a:buChar char="n"/>
            </a:pPr>
            <a:r>
              <a:rPr kumimoji="1" lang="zh-CN" altLang="en-US" sz="2800" dirty="0">
                <a:ln w="12700">
                  <a:noFill/>
                </a:ln>
                <a:solidFill>
                  <a:srgbClr val="330066"/>
                </a:solidFill>
                <a:latin typeface="等线" panose="02010600030101010101" pitchFamily="2" charset="-122"/>
                <a:ea typeface="等线" panose="02010600030101010101" pitchFamily="2" charset="-122"/>
                <a:cs typeface="Source Han Sans CN Bold"/>
              </a:rPr>
              <a:t>高维优化问题</a:t>
            </a:r>
            <a:endParaRPr kumimoji="1" lang="zh-CN" altLang="en-US" sz="2800" dirty="0">
              <a:solidFill>
                <a:srgbClr val="330066"/>
              </a:solidFill>
              <a:latin typeface="等线" panose="02010600030101010101" pitchFamily="2" charset="-122"/>
              <a:ea typeface="等线" panose="02010600030101010101" pitchFamily="2" charset="-122"/>
            </a:endParaRPr>
          </a:p>
        </p:txBody>
      </p:sp>
      <p:sp>
        <p:nvSpPr>
          <p:cNvPr id="1048732" name="标题 1">
            <a:extLst>
              <a:ext uri="{FF2B5EF4-FFF2-40B4-BE49-F238E27FC236}">
                <a16:creationId xmlns:a16="http://schemas.microsoft.com/office/drawing/2014/main" id="{A387C5C4-C51C-D564-FDCF-87569FC5DB21}"/>
              </a:ext>
            </a:extLst>
          </p:cNvPr>
          <p:cNvSpPr txBox="1"/>
          <p:nvPr/>
        </p:nvSpPr>
        <p:spPr>
          <a:xfrm>
            <a:off x="960082" y="1662018"/>
            <a:ext cx="9690746" cy="2716800"/>
          </a:xfrm>
          <a:prstGeom prst="rect">
            <a:avLst/>
          </a:prstGeom>
          <a:noFill/>
          <a:ln>
            <a:noFill/>
          </a:ln>
        </p:spPr>
        <p:txBody>
          <a:bodyPr vert="horz" wrap="square" lIns="0" tIns="0" rIns="0" bIns="0" rtlCol="0" anchor="t"/>
          <a:lstStyle/>
          <a:p>
            <a:pPr>
              <a:lnSpc>
                <a:spcPct val="150000"/>
              </a:lnSpc>
            </a:pP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	</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在 </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100 </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维的问题中，</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L-PSO</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L-DE</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和 </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L-NL-SHADE-RSP </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分别在 </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10 </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个、</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8 </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个和</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6</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个问题上显著优于 </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PSO</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DE</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和 </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NL-SHADE-RSP</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，且在所有问题上均末出现更差的结果。根据</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p</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值，在这 </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10</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个问题上，</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L-PSO</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L-DE</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和</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L-NL-SHADE-RSP </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的整体性能显著优于 </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PSO</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DE</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和 </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NL-SHADE-RSP</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。因此，实验结果进一步验证了</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LEO </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在高维问题上的优越性。</a:t>
            </a:r>
            <a:endPar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endParaRPr>
          </a:p>
          <a:p>
            <a:pPr>
              <a:lnSpc>
                <a:spcPct val="150000"/>
              </a:lnSpc>
            </a:pPr>
            <a:endPar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endParaRPr>
          </a:p>
          <a:p>
            <a:pPr algn="l">
              <a:lnSpc>
                <a:spcPct val="150000"/>
              </a:lnSpc>
            </a:pPr>
            <a:endPar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endParaRPr>
          </a:p>
        </p:txBody>
      </p:sp>
      <p:sp>
        <p:nvSpPr>
          <p:cNvPr id="1048733" name="标题 1">
            <a:extLst>
              <a:ext uri="{FF2B5EF4-FFF2-40B4-BE49-F238E27FC236}">
                <a16:creationId xmlns:a16="http://schemas.microsoft.com/office/drawing/2014/main" id="{3F0993A0-8C73-5778-49F9-C83DFE69D3C1}"/>
              </a:ext>
            </a:extLst>
          </p:cNvPr>
          <p:cNvSpPr txBox="1"/>
          <p:nvPr/>
        </p:nvSpPr>
        <p:spPr>
          <a:xfrm>
            <a:off x="783520" y="467040"/>
            <a:ext cx="10671175" cy="468000"/>
          </a:xfrm>
          <a:prstGeom prst="rect">
            <a:avLst/>
          </a:prstGeom>
          <a:noFill/>
          <a:ln>
            <a:noFill/>
          </a:ln>
        </p:spPr>
        <p:txBody>
          <a:bodyPr vert="horz" wrap="square" lIns="0" tIns="0" rIns="0" bIns="0" rtlCol="0" anchor="ctr"/>
          <a:lstStyle/>
          <a:p>
            <a:pPr algn="l">
              <a:lnSpc>
                <a:spcPct val="110000"/>
              </a:lnSpc>
              <a:buClrTx/>
              <a:buSzTx/>
              <a:buFontTx/>
            </a:pPr>
            <a:r>
              <a:rPr kumimoji="1" lang="en-US" altLang="zh-CN" sz="2800" b="1" dirty="0">
                <a:ln w="12700">
                  <a:noFill/>
                </a:ln>
                <a:latin typeface="+mj-ea"/>
                <a:ea typeface="+mj-ea"/>
                <a:cs typeface="Source Han Sans CN Bold"/>
              </a:rPr>
              <a:t>3.1</a:t>
            </a:r>
            <a:r>
              <a:rPr kumimoji="1" lang="zh-CN" altLang="en-US" sz="2800" b="1" dirty="0">
                <a:ln w="12700">
                  <a:noFill/>
                </a:ln>
                <a:solidFill>
                  <a:srgbClr val="262626">
                    <a:alpha val="100000"/>
                  </a:srgbClr>
                </a:solidFill>
                <a:latin typeface="+mj-ea"/>
                <a:ea typeface="+mj-ea"/>
                <a:cs typeface="Source Han Sans CN Bold"/>
              </a:rPr>
              <a:t>实验验证</a:t>
            </a:r>
            <a:endParaRPr kumimoji="1" lang="en-US" altLang="zh-CN" sz="2800" b="1" dirty="0" err="1">
              <a:ln w="12700">
                <a:noFill/>
              </a:ln>
              <a:solidFill>
                <a:srgbClr val="262626">
                  <a:alpha val="100000"/>
                </a:srgbClr>
              </a:solidFill>
              <a:latin typeface="+mj-ea"/>
              <a:ea typeface="+mj-ea"/>
              <a:cs typeface="Source Han Sans CN Bold"/>
            </a:endParaRPr>
          </a:p>
        </p:txBody>
      </p:sp>
      <p:pic>
        <p:nvPicPr>
          <p:cNvPr id="2097171" name="图片 1">
            <a:extLst>
              <a:ext uri="{FF2B5EF4-FFF2-40B4-BE49-F238E27FC236}">
                <a16:creationId xmlns:a16="http://schemas.microsoft.com/office/drawing/2014/main" id="{D8780893-7181-706F-A431-9C3392A44FA9}"/>
              </a:ext>
            </a:extLst>
          </p:cNvPr>
          <p:cNvPicPr>
            <a:picLocks noChangeAspect="1"/>
          </p:cNvPicPr>
          <p:nvPr/>
        </p:nvPicPr>
        <p:blipFill>
          <a:blip r:embed="rId2"/>
          <a:stretch>
            <a:fillRect/>
          </a:stretch>
        </p:blipFill>
        <p:spPr>
          <a:xfrm>
            <a:off x="9640218" y="258850"/>
            <a:ext cx="2114286" cy="676190"/>
          </a:xfrm>
          <a:prstGeom prst="rect">
            <a:avLst/>
          </a:prstGeom>
        </p:spPr>
      </p:pic>
      <p:sp>
        <p:nvSpPr>
          <p:cNvPr id="3" name="标题 1">
            <a:extLst>
              <a:ext uri="{FF2B5EF4-FFF2-40B4-BE49-F238E27FC236}">
                <a16:creationId xmlns:a16="http://schemas.microsoft.com/office/drawing/2014/main" id="{715E2E5E-1698-6BEB-A9A7-75E671FA7E08}"/>
              </a:ext>
            </a:extLst>
          </p:cNvPr>
          <p:cNvSpPr txBox="1"/>
          <p:nvPr/>
        </p:nvSpPr>
        <p:spPr>
          <a:xfrm>
            <a:off x="960082" y="4414465"/>
            <a:ext cx="4152831" cy="518787"/>
          </a:xfrm>
          <a:prstGeom prst="rect">
            <a:avLst/>
          </a:prstGeom>
          <a:noFill/>
          <a:ln cap="sq">
            <a:noFill/>
          </a:ln>
          <a:effectLst/>
        </p:spPr>
        <p:txBody>
          <a:bodyPr vert="horz" wrap="square" lIns="0" tIns="0" rIns="0" bIns="0" rtlCol="0" anchor="b"/>
          <a:lstStyle/>
          <a:p>
            <a:pPr marL="342900" indent="-342900" algn="l">
              <a:lnSpc>
                <a:spcPct val="130000"/>
              </a:lnSpc>
              <a:buClr>
                <a:srgbClr val="561F5C"/>
              </a:buClr>
              <a:buFont typeface="Wingdings" panose="05000000000000000000" charset="0"/>
              <a:buChar char="n"/>
            </a:pPr>
            <a:r>
              <a:rPr kumimoji="1" lang="zh-CN" altLang="en-US" sz="2800" dirty="0">
                <a:ln w="12700">
                  <a:noFill/>
                </a:ln>
                <a:solidFill>
                  <a:srgbClr val="330066"/>
                </a:solidFill>
                <a:latin typeface="等线" panose="02010600030101010101" pitchFamily="2" charset="-122"/>
                <a:ea typeface="等线" panose="02010600030101010101" pitchFamily="2" charset="-122"/>
                <a:cs typeface="Source Han Sans CN Bold"/>
              </a:rPr>
              <a:t>低地球轨道的时间效率</a:t>
            </a:r>
            <a:endParaRPr kumimoji="1" lang="zh-CN" altLang="en-US" sz="2800" dirty="0">
              <a:solidFill>
                <a:srgbClr val="330066"/>
              </a:solidFill>
              <a:latin typeface="等线" panose="02010600030101010101" pitchFamily="2" charset="-122"/>
              <a:ea typeface="等线" panose="02010600030101010101" pitchFamily="2" charset="-122"/>
            </a:endParaRPr>
          </a:p>
        </p:txBody>
      </p:sp>
      <p:sp>
        <p:nvSpPr>
          <p:cNvPr id="4" name="标题 1">
            <a:extLst>
              <a:ext uri="{FF2B5EF4-FFF2-40B4-BE49-F238E27FC236}">
                <a16:creationId xmlns:a16="http://schemas.microsoft.com/office/drawing/2014/main" id="{C7108A3E-E430-6924-1DE8-B35D2AB59EE6}"/>
              </a:ext>
            </a:extLst>
          </p:cNvPr>
          <p:cNvSpPr txBox="1"/>
          <p:nvPr/>
        </p:nvSpPr>
        <p:spPr>
          <a:xfrm>
            <a:off x="783520" y="5105796"/>
            <a:ext cx="9690746" cy="1285164"/>
          </a:xfrm>
          <a:prstGeom prst="rect">
            <a:avLst/>
          </a:prstGeom>
          <a:noFill/>
          <a:ln>
            <a:noFill/>
          </a:ln>
        </p:spPr>
        <p:txBody>
          <a:bodyPr vert="horz" wrap="square" lIns="0" tIns="0" rIns="0" bIns="0" rtlCol="0" anchor="t"/>
          <a:lstStyle/>
          <a:p>
            <a:pPr>
              <a:lnSpc>
                <a:spcPct val="150000"/>
              </a:lnSpc>
            </a:pP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	</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使用 </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LEO </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所付出的额外时间成本是相当经济且值得的，并且</a:t>
            </a:r>
            <a:r>
              <a:rPr kumimoji="1" lang="en-US" altLang="zh-CN" sz="2400" dirty="0">
                <a:ln w="12700">
                  <a:noFill/>
                </a:ln>
                <a:solidFill>
                  <a:srgbClr val="000000">
                    <a:alpha val="100000"/>
                  </a:srgbClr>
                </a:solidFill>
                <a:latin typeface="等线" panose="02010600030101010101" pitchFamily="2" charset="-122"/>
                <a:ea typeface="等线" panose="02010600030101010101" pitchFamily="2" charset="-122"/>
              </a:rPr>
              <a:t>LE0 </a:t>
            </a:r>
            <a:r>
              <a:rPr kumimoji="1" lang="zh-CN" altLang="en-US" sz="2400" dirty="0">
                <a:ln w="12700">
                  <a:noFill/>
                </a:ln>
                <a:solidFill>
                  <a:srgbClr val="000000">
                    <a:alpha val="100000"/>
                  </a:srgbClr>
                </a:solidFill>
                <a:latin typeface="等线" panose="02010600030101010101" pitchFamily="2" charset="-122"/>
                <a:ea typeface="等线" panose="02010600030101010101" pitchFamily="2" charset="-122"/>
              </a:rPr>
              <a:t>在将计算成本转化为算法性能提升方面非常高效。</a:t>
            </a:r>
          </a:p>
        </p:txBody>
      </p:sp>
    </p:spTree>
    <p:extLst>
      <p:ext uri="{BB962C8B-B14F-4D97-AF65-F5344CB8AC3E}">
        <p14:creationId xmlns:p14="http://schemas.microsoft.com/office/powerpoint/2010/main" val="3750768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5" name="标题 1"/>
          <p:cNvSpPr txBox="1"/>
          <p:nvPr/>
        </p:nvSpPr>
        <p:spPr>
          <a:xfrm>
            <a:off x="660400" y="466776"/>
            <a:ext cx="10858500" cy="468000"/>
          </a:xfrm>
          <a:prstGeom prst="rect">
            <a:avLst/>
          </a:prstGeom>
          <a:noFill/>
          <a:ln>
            <a:noFill/>
          </a:ln>
        </p:spPr>
        <p:txBody>
          <a:bodyPr vert="horz" wrap="square" lIns="0" tIns="0" rIns="0" bIns="0" rtlCol="0" anchor="ctr"/>
          <a:lstStyle/>
          <a:p>
            <a:pPr algn="l">
              <a:lnSpc>
                <a:spcPct val="110000"/>
              </a:lnSpc>
            </a:pPr>
            <a:r>
              <a:rPr kumimoji="1" lang="en-US" altLang="zh-CN" sz="2800" b="1" dirty="0">
                <a:ln w="12700">
                  <a:noFill/>
                </a:ln>
                <a:solidFill>
                  <a:srgbClr val="262626">
                    <a:alpha val="100000"/>
                  </a:srgbClr>
                </a:solidFill>
                <a:latin typeface="+mj-ea"/>
                <a:ea typeface="+mj-ea"/>
                <a:cs typeface="Source Han Sans CN Bold"/>
              </a:rPr>
              <a:t>4.1</a:t>
            </a:r>
            <a:r>
              <a:rPr kumimoji="1" lang="zh-CN" altLang="en-US" sz="2800" b="1" dirty="0">
                <a:ln w="12700">
                  <a:noFill/>
                </a:ln>
                <a:solidFill>
                  <a:srgbClr val="262626">
                    <a:alpha val="100000"/>
                  </a:srgbClr>
                </a:solidFill>
                <a:latin typeface="+mj-ea"/>
                <a:ea typeface="+mj-ea"/>
                <a:cs typeface="Source Han Sans CN Bold"/>
              </a:rPr>
              <a:t>关键参数</a:t>
            </a:r>
          </a:p>
        </p:txBody>
      </p:sp>
      <p:pic>
        <p:nvPicPr>
          <p:cNvPr id="2097162" name="图片 5" descr="校徽紫色版"/>
          <p:cNvPicPr>
            <a:picLocks noChangeAspect="1"/>
          </p:cNvPicPr>
          <p:nvPr>
            <p:custDataLst>
              <p:tags r:id="rId1"/>
            </p:custDataLst>
          </p:nvPr>
        </p:nvPicPr>
        <p:blipFill>
          <a:blip r:embed="rId3"/>
          <a:stretch>
            <a:fillRect/>
          </a:stretch>
        </p:blipFill>
        <p:spPr>
          <a:xfrm>
            <a:off x="9377045" y="-278130"/>
            <a:ext cx="2713990" cy="1753235"/>
          </a:xfrm>
          <a:prstGeom prst="rect">
            <a:avLst/>
          </a:prstGeom>
        </p:spPr>
      </p:pic>
      <p:sp>
        <p:nvSpPr>
          <p:cNvPr id="4" name="Shape 1">
            <a:extLst>
              <a:ext uri="{FF2B5EF4-FFF2-40B4-BE49-F238E27FC236}">
                <a16:creationId xmlns:a16="http://schemas.microsoft.com/office/drawing/2014/main" id="{F18B02FE-C760-E533-48B5-1F008EE7810D}"/>
              </a:ext>
            </a:extLst>
          </p:cNvPr>
          <p:cNvSpPr/>
          <p:nvPr/>
        </p:nvSpPr>
        <p:spPr>
          <a:xfrm>
            <a:off x="4019609" y="2425346"/>
            <a:ext cx="0" cy="928914"/>
          </a:xfrm>
          <a:prstGeom prst="line">
            <a:avLst/>
          </a:prstGeom>
          <a:noFill/>
          <a:ln w="19050">
            <a:solidFill>
              <a:srgbClr val="D9D9D9"/>
            </a:solidFill>
            <a:prstDash val="solid"/>
            <a:headEnd type="none"/>
            <a:tailEnd type="none"/>
          </a:ln>
        </p:spPr>
        <p:txBody>
          <a:bodyPr/>
          <a:lstStyle/>
          <a:p>
            <a:endParaRPr lang="zh-CN" altLang="en-US" sz="2400">
              <a:latin typeface="等线" panose="02010600030101010101" pitchFamily="2" charset="-122"/>
              <a:ea typeface="等线" panose="02010600030101010101" pitchFamily="2" charset="-122"/>
            </a:endParaRPr>
          </a:p>
        </p:txBody>
      </p:sp>
      <p:sp>
        <p:nvSpPr>
          <p:cNvPr id="5" name="Shape 2">
            <a:extLst>
              <a:ext uri="{FF2B5EF4-FFF2-40B4-BE49-F238E27FC236}">
                <a16:creationId xmlns:a16="http://schemas.microsoft.com/office/drawing/2014/main" id="{424C16F1-00C5-B48D-42AA-E6210EA46E67}"/>
              </a:ext>
            </a:extLst>
          </p:cNvPr>
          <p:cNvSpPr/>
          <p:nvPr/>
        </p:nvSpPr>
        <p:spPr>
          <a:xfrm>
            <a:off x="7677209" y="2290726"/>
            <a:ext cx="0" cy="928914"/>
          </a:xfrm>
          <a:prstGeom prst="line">
            <a:avLst/>
          </a:prstGeom>
          <a:noFill/>
          <a:ln w="19050">
            <a:solidFill>
              <a:srgbClr val="D9D9D9"/>
            </a:solidFill>
            <a:prstDash val="solid"/>
            <a:headEnd type="none"/>
            <a:tailEnd type="none"/>
          </a:ln>
        </p:spPr>
        <p:txBody>
          <a:bodyPr/>
          <a:lstStyle/>
          <a:p>
            <a:endParaRPr lang="zh-CN" altLang="en-US" sz="2400">
              <a:latin typeface="等线" panose="02010600030101010101" pitchFamily="2" charset="-122"/>
              <a:ea typeface="等线" panose="02010600030101010101" pitchFamily="2" charset="-122"/>
            </a:endParaRPr>
          </a:p>
        </p:txBody>
      </p:sp>
      <p:sp>
        <p:nvSpPr>
          <p:cNvPr id="8" name="Text 3">
            <a:extLst>
              <a:ext uri="{FF2B5EF4-FFF2-40B4-BE49-F238E27FC236}">
                <a16:creationId xmlns:a16="http://schemas.microsoft.com/office/drawing/2014/main" id="{6F35F1E5-1144-49DE-592C-EABA2354B62D}"/>
              </a:ext>
            </a:extLst>
          </p:cNvPr>
          <p:cNvSpPr/>
          <p:nvPr/>
        </p:nvSpPr>
        <p:spPr>
          <a:xfrm>
            <a:off x="880168" y="1679682"/>
            <a:ext cx="2853690" cy="714375"/>
          </a:xfrm>
          <a:prstGeom prst="rect">
            <a:avLst/>
          </a:prstGeom>
          <a:noFill/>
          <a:ln/>
        </p:spPr>
        <p:txBody>
          <a:bodyPr wrap="square" lIns="0" tIns="0" rIns="0" bIns="0" rtlCol="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2400" dirty="0">
                <a:ln w="12700">
                  <a:noFill/>
                </a:ln>
                <a:solidFill>
                  <a:srgbClr val="330066"/>
                </a:solidFill>
                <a:latin typeface="等线" panose="02010600030101010101" pitchFamily="2" charset="-122"/>
                <a:ea typeface="等线" panose="02010600030101010101" pitchFamily="2" charset="-122"/>
                <a:cs typeface="Source Han Sans CN Bold"/>
              </a:rPr>
              <a:t>学习概率</a:t>
            </a:r>
            <a:r>
              <a:rPr kumimoji="1" lang="en-US" altLang="zh-CN" sz="2400" dirty="0" err="1">
                <a:ln w="12700">
                  <a:noFill/>
                </a:ln>
                <a:solidFill>
                  <a:srgbClr val="330066"/>
                </a:solidFill>
                <a:latin typeface="等线" panose="02010600030101010101" pitchFamily="2" charset="-122"/>
                <a:ea typeface="等线" panose="02010600030101010101" pitchFamily="2" charset="-122"/>
                <a:cs typeface="Source Han Sans CN Bold"/>
              </a:rPr>
              <a:t>lp</a:t>
            </a:r>
            <a:endParaRPr lang="en-US" sz="2400" dirty="0">
              <a:latin typeface="等线" panose="02010600030101010101" pitchFamily="2" charset="-122"/>
              <a:ea typeface="等线" panose="02010600030101010101" pitchFamily="2" charset="-122"/>
            </a:endParaRPr>
          </a:p>
        </p:txBody>
      </p:sp>
      <p:sp>
        <p:nvSpPr>
          <p:cNvPr id="9" name="Text 4">
            <a:extLst>
              <a:ext uri="{FF2B5EF4-FFF2-40B4-BE49-F238E27FC236}">
                <a16:creationId xmlns:a16="http://schemas.microsoft.com/office/drawing/2014/main" id="{9E622CF2-6C79-7205-CF28-1A6D27E7CA80}"/>
              </a:ext>
            </a:extLst>
          </p:cNvPr>
          <p:cNvSpPr/>
          <p:nvPr/>
        </p:nvSpPr>
        <p:spPr>
          <a:xfrm>
            <a:off x="880168" y="2393422"/>
            <a:ext cx="2853055" cy="2515870"/>
          </a:xfrm>
          <a:prstGeom prst="rect">
            <a:avLst/>
          </a:prstGeom>
          <a:noFill/>
          <a:ln/>
        </p:spPr>
        <p:txBody>
          <a:bodyPr wrap="square" lIns="0" tIns="0" rIns="0" bIns="0" rtlCol="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just">
              <a:lnSpc>
                <a:spcPct val="150000"/>
              </a:lnSpc>
              <a:buNone/>
            </a:pPr>
            <a:r>
              <a:rPr lang="en-US" sz="2400" dirty="0">
                <a:solidFill>
                  <a:srgbClr val="262626"/>
                </a:solidFill>
                <a:latin typeface="等线" panose="02010600030101010101" pitchFamily="2" charset="-122"/>
                <a:ea typeface="等线" panose="02010600030101010101" pitchFamily="2" charset="-122"/>
                <a:cs typeface="MiSans" pitchFamily="34" charset="-120"/>
              </a:rPr>
              <a:t>系统消融实验显示学习概率lp=0.5在探索与利用间取得最佳平衡，既保证了知识的及时更新，又避免了过早陷入局部偏好。</a:t>
            </a:r>
            <a:endParaRPr lang="en-US" sz="2400" dirty="0">
              <a:latin typeface="等线" panose="02010600030101010101" pitchFamily="2" charset="-122"/>
              <a:ea typeface="等线" panose="02010600030101010101" pitchFamily="2" charset="-122"/>
            </a:endParaRPr>
          </a:p>
        </p:txBody>
      </p:sp>
      <p:sp>
        <p:nvSpPr>
          <p:cNvPr id="10" name="Text 5">
            <a:extLst>
              <a:ext uri="{FF2B5EF4-FFF2-40B4-BE49-F238E27FC236}">
                <a16:creationId xmlns:a16="http://schemas.microsoft.com/office/drawing/2014/main" id="{84B8235C-F696-52E7-EE36-0B5A16B279AB}"/>
              </a:ext>
            </a:extLst>
          </p:cNvPr>
          <p:cNvSpPr/>
          <p:nvPr/>
        </p:nvSpPr>
        <p:spPr>
          <a:xfrm>
            <a:off x="4480618" y="1679682"/>
            <a:ext cx="2853690" cy="714375"/>
          </a:xfrm>
          <a:prstGeom prst="rect">
            <a:avLst/>
          </a:prstGeom>
          <a:noFill/>
          <a:ln/>
        </p:spPr>
        <p:txBody>
          <a:bodyPr wrap="square" lIns="0" tIns="0" rIns="0" bIns="0" rtlCol="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2400" dirty="0">
                <a:ln w="12700">
                  <a:noFill/>
                </a:ln>
                <a:solidFill>
                  <a:srgbClr val="330066"/>
                </a:solidFill>
                <a:latin typeface="等线" panose="02010600030101010101" pitchFamily="2" charset="-122"/>
                <a:ea typeface="等线" panose="02010600030101010101" pitchFamily="2" charset="-122"/>
                <a:cs typeface="Source Han Sans CN Bold"/>
              </a:rPr>
              <a:t>存档大小</a:t>
            </a:r>
            <a:r>
              <a:rPr kumimoji="1" lang="en-US" altLang="zh-CN" sz="2400" dirty="0" err="1">
                <a:ln w="12700">
                  <a:noFill/>
                </a:ln>
                <a:solidFill>
                  <a:srgbClr val="330066"/>
                </a:solidFill>
                <a:latin typeface="等线" panose="02010600030101010101" pitchFamily="2" charset="-122"/>
                <a:ea typeface="等线" panose="02010600030101010101" pitchFamily="2" charset="-122"/>
                <a:cs typeface="Source Han Sans CN Bold"/>
              </a:rPr>
              <a:t>arch_size</a:t>
            </a:r>
            <a:endParaRPr kumimoji="1" lang="en-US" altLang="zh-CN" sz="2400" dirty="0">
              <a:ln w="12700">
                <a:noFill/>
              </a:ln>
              <a:solidFill>
                <a:srgbClr val="330066"/>
              </a:solidFill>
              <a:latin typeface="等线" panose="02010600030101010101" pitchFamily="2" charset="-122"/>
              <a:ea typeface="等线" panose="02010600030101010101" pitchFamily="2" charset="-122"/>
              <a:cs typeface="Source Han Sans CN Bold"/>
            </a:endParaRPr>
          </a:p>
          <a:p>
            <a:pPr algn="ctr"/>
            <a:endParaRPr lang="en-US" altLang="zh-CN" sz="2400" dirty="0">
              <a:latin typeface="等线" panose="02010600030101010101" pitchFamily="2" charset="-122"/>
              <a:ea typeface="等线" panose="02010600030101010101" pitchFamily="2" charset="-122"/>
            </a:endParaRPr>
          </a:p>
        </p:txBody>
      </p:sp>
      <p:sp>
        <p:nvSpPr>
          <p:cNvPr id="11" name="Text 6">
            <a:extLst>
              <a:ext uri="{FF2B5EF4-FFF2-40B4-BE49-F238E27FC236}">
                <a16:creationId xmlns:a16="http://schemas.microsoft.com/office/drawing/2014/main" id="{F9D25D73-60E1-1F51-5A59-0D98975527D7}"/>
              </a:ext>
            </a:extLst>
          </p:cNvPr>
          <p:cNvSpPr/>
          <p:nvPr/>
        </p:nvSpPr>
        <p:spPr>
          <a:xfrm>
            <a:off x="4480618" y="2393422"/>
            <a:ext cx="2853055" cy="2515870"/>
          </a:xfrm>
          <a:prstGeom prst="rect">
            <a:avLst/>
          </a:prstGeom>
          <a:noFill/>
          <a:ln/>
        </p:spPr>
        <p:txBody>
          <a:bodyPr wrap="square" lIns="0" tIns="0" rIns="0" bIns="0" rtlCol="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just">
              <a:lnSpc>
                <a:spcPct val="150000"/>
              </a:lnSpc>
              <a:buNone/>
            </a:pPr>
            <a:r>
              <a:rPr lang="en-US" sz="2400" dirty="0">
                <a:solidFill>
                  <a:srgbClr val="262626"/>
                </a:solidFill>
                <a:latin typeface="等线" panose="02010600030101010101" pitchFamily="2" charset="-122"/>
                <a:ea typeface="等线" panose="02010600030101010101" pitchFamily="2" charset="-122"/>
                <a:cs typeface="MiSans" pitchFamily="34" charset="-120"/>
              </a:rPr>
              <a:t>存档大小arch_size=100足以捕获主流进化知识，继续增大无显著增益，为参数设置提供了明确的参考。</a:t>
            </a:r>
            <a:endParaRPr lang="en-US" sz="2400" dirty="0">
              <a:latin typeface="等线" panose="02010600030101010101" pitchFamily="2" charset="-122"/>
              <a:ea typeface="等线" panose="02010600030101010101" pitchFamily="2" charset="-122"/>
            </a:endParaRPr>
          </a:p>
        </p:txBody>
      </p:sp>
      <p:sp>
        <p:nvSpPr>
          <p:cNvPr id="12" name="Text 7">
            <a:extLst>
              <a:ext uri="{FF2B5EF4-FFF2-40B4-BE49-F238E27FC236}">
                <a16:creationId xmlns:a16="http://schemas.microsoft.com/office/drawing/2014/main" id="{0D761594-545C-929D-1F50-CB747A9A0D51}"/>
              </a:ext>
            </a:extLst>
          </p:cNvPr>
          <p:cNvSpPr/>
          <p:nvPr/>
        </p:nvSpPr>
        <p:spPr>
          <a:xfrm>
            <a:off x="8080433" y="1677142"/>
            <a:ext cx="2853690" cy="716280"/>
          </a:xfrm>
          <a:prstGeom prst="rect">
            <a:avLst/>
          </a:prstGeom>
          <a:noFill/>
          <a:ln/>
        </p:spPr>
        <p:txBody>
          <a:bodyPr wrap="square" lIns="0" tIns="0" rIns="0" bIns="0" rtlCol="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2400" dirty="0">
                <a:ln w="12700">
                  <a:noFill/>
                </a:ln>
                <a:solidFill>
                  <a:srgbClr val="330066"/>
                </a:solidFill>
                <a:latin typeface="等线" panose="02010600030101010101" pitchFamily="2" charset="-122"/>
                <a:ea typeface="等线" panose="02010600030101010101" pitchFamily="2" charset="-122"/>
                <a:cs typeface="Source Han Sans CN Bold"/>
              </a:rPr>
              <a:t>隐藏层神经元</a:t>
            </a:r>
          </a:p>
          <a:p>
            <a:pPr algn="ctr"/>
            <a:endParaRPr kumimoji="1" lang="en-US" altLang="zh-CN" sz="2400" dirty="0">
              <a:ln w="12700">
                <a:noFill/>
              </a:ln>
              <a:solidFill>
                <a:srgbClr val="330066"/>
              </a:solidFill>
              <a:latin typeface="等线" panose="02010600030101010101" pitchFamily="2" charset="-122"/>
              <a:ea typeface="等线" panose="02010600030101010101" pitchFamily="2" charset="-122"/>
              <a:cs typeface="Source Han Sans CN Bold"/>
            </a:endParaRPr>
          </a:p>
        </p:txBody>
      </p:sp>
      <p:sp>
        <p:nvSpPr>
          <p:cNvPr id="13" name="Text 8">
            <a:extLst>
              <a:ext uri="{FF2B5EF4-FFF2-40B4-BE49-F238E27FC236}">
                <a16:creationId xmlns:a16="http://schemas.microsoft.com/office/drawing/2014/main" id="{30B7EEE2-94C8-EA5B-0FF5-08B5A57BC8C1}"/>
              </a:ext>
            </a:extLst>
          </p:cNvPr>
          <p:cNvSpPr/>
          <p:nvPr/>
        </p:nvSpPr>
        <p:spPr>
          <a:xfrm>
            <a:off x="8080433" y="2390882"/>
            <a:ext cx="2853055" cy="2515870"/>
          </a:xfrm>
          <a:prstGeom prst="rect">
            <a:avLst/>
          </a:prstGeom>
          <a:noFill/>
          <a:ln/>
        </p:spPr>
        <p:txBody>
          <a:bodyPr wrap="square" lIns="0" tIns="0" rIns="0" bIns="0" rtlCol="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just">
              <a:lnSpc>
                <a:spcPct val="150000"/>
              </a:lnSpc>
              <a:buNone/>
            </a:pPr>
            <a:r>
              <a:rPr lang="en-US" sz="2400" dirty="0">
                <a:solidFill>
                  <a:srgbClr val="262626"/>
                </a:solidFill>
                <a:latin typeface="等线" panose="02010600030101010101" pitchFamily="2" charset="-122"/>
                <a:ea typeface="等线" panose="02010600030101010101" pitchFamily="2" charset="-122"/>
                <a:cs typeface="MiSans" pitchFamily="34" charset="-120"/>
              </a:rPr>
              <a:t>隐藏层神经元3×D已能提供足够模型容量，再增宽度对结果影响微弱，表明LEO对超参选择并不敏感。</a:t>
            </a:r>
            <a:endParaRPr lang="en-US" sz="2400" dirty="0">
              <a:latin typeface="等线" panose="02010600030101010101" pitchFamily="2" charset="-122"/>
              <a:ea typeface="等线"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5" name="标题 1"/>
          <p:cNvSpPr txBox="1"/>
          <p:nvPr/>
        </p:nvSpPr>
        <p:spPr>
          <a:xfrm>
            <a:off x="660400" y="466776"/>
            <a:ext cx="10858500" cy="468000"/>
          </a:xfrm>
          <a:prstGeom prst="rect">
            <a:avLst/>
          </a:prstGeom>
          <a:noFill/>
          <a:ln>
            <a:noFill/>
          </a:ln>
        </p:spPr>
        <p:txBody>
          <a:bodyPr vert="horz" wrap="square" lIns="0" tIns="0" rIns="0" bIns="0" rtlCol="0" anchor="ctr"/>
          <a:lstStyle/>
          <a:p>
            <a:pPr algn="l">
              <a:lnSpc>
                <a:spcPct val="110000"/>
              </a:lnSpc>
            </a:pPr>
            <a:r>
              <a:rPr kumimoji="1" lang="en-US" altLang="zh-CN" sz="2800" b="1" dirty="0">
                <a:ln w="12700">
                  <a:noFill/>
                </a:ln>
                <a:latin typeface="+mj-ea"/>
                <a:ea typeface="+mj-ea"/>
                <a:cs typeface="Source Han Sans CN Bold"/>
              </a:rPr>
              <a:t>4.2</a:t>
            </a:r>
            <a:r>
              <a:rPr kumimoji="1" lang="zh-CN" altLang="en-US" sz="2800" b="1" dirty="0">
                <a:ln w="12700">
                  <a:noFill/>
                </a:ln>
                <a:latin typeface="+mj-ea"/>
                <a:ea typeface="+mj-ea"/>
                <a:cs typeface="Source Han Sans CN Bold"/>
              </a:rPr>
              <a:t>结论与未来方向</a:t>
            </a:r>
          </a:p>
        </p:txBody>
      </p:sp>
      <p:pic>
        <p:nvPicPr>
          <p:cNvPr id="2097162" name="图片 5" descr="校徽紫色版"/>
          <p:cNvPicPr>
            <a:picLocks noChangeAspect="1"/>
          </p:cNvPicPr>
          <p:nvPr>
            <p:custDataLst>
              <p:tags r:id="rId1"/>
            </p:custDataLst>
          </p:nvPr>
        </p:nvPicPr>
        <p:blipFill>
          <a:blip r:embed="rId3"/>
          <a:stretch>
            <a:fillRect/>
          </a:stretch>
        </p:blipFill>
        <p:spPr>
          <a:xfrm>
            <a:off x="9377045" y="-278130"/>
            <a:ext cx="2713990" cy="1753235"/>
          </a:xfrm>
          <a:prstGeom prst="rect">
            <a:avLst/>
          </a:prstGeom>
        </p:spPr>
      </p:pic>
      <p:sp>
        <p:nvSpPr>
          <p:cNvPr id="1048732" name="标题 1"/>
          <p:cNvSpPr txBox="1"/>
          <p:nvPr/>
        </p:nvSpPr>
        <p:spPr>
          <a:xfrm>
            <a:off x="660400" y="934776"/>
            <a:ext cx="11072254" cy="5784769"/>
          </a:xfrm>
          <a:prstGeom prst="rect">
            <a:avLst/>
          </a:prstGeom>
          <a:noFill/>
          <a:ln>
            <a:noFill/>
          </a:ln>
        </p:spPr>
        <p:txBody>
          <a:bodyPr vert="horz" wrap="square" lIns="0" tIns="0" rIns="0" bIns="0" rtlCol="0" anchor="t"/>
          <a:lstStyle/>
          <a:p>
            <a:pPr marL="457200" indent="-457200">
              <a:lnSpc>
                <a:spcPct val="150000"/>
              </a:lnSpc>
              <a:buClr>
                <a:srgbClr val="561F5C"/>
              </a:buClr>
              <a:buFont typeface="Arial" panose="020B0604020202020204" pitchFamily="34" charset="0"/>
              <a:buChar char="•"/>
            </a:pPr>
            <a:r>
              <a:rPr kumimoji="1" lang="en-US" altLang="zh-CN" sz="2800" dirty="0">
                <a:latin typeface="等线" panose="02010600030101010101" pitchFamily="2" charset="-122"/>
                <a:ea typeface="等线" panose="02010600030101010101" pitchFamily="2" charset="-122"/>
                <a:sym typeface="+mn-ea"/>
              </a:rPr>
              <a:t>LE0 </a:t>
            </a:r>
            <a:r>
              <a:rPr kumimoji="1" lang="zh-CN" altLang="en-US" sz="2800" dirty="0">
                <a:latin typeface="等线" panose="02010600030101010101" pitchFamily="2" charset="-122"/>
                <a:ea typeface="等线" panose="02010600030101010101" pitchFamily="2" charset="-122"/>
                <a:sym typeface="+mn-ea"/>
              </a:rPr>
              <a:t>框架的概念和核心思想简单易懂，非常有效且高效，为进化计算算法解决全局优化问题提供了一种新颖且更高效的范式。</a:t>
            </a:r>
            <a:endParaRPr kumimoji="1" lang="en-US" altLang="zh-CN" sz="2800" dirty="0">
              <a:latin typeface="等线" panose="02010600030101010101" pitchFamily="2" charset="-122"/>
              <a:ea typeface="等线" panose="02010600030101010101" pitchFamily="2" charset="-122"/>
              <a:sym typeface="+mn-ea"/>
            </a:endParaRPr>
          </a:p>
          <a:p>
            <a:pPr marL="457200" indent="-457200">
              <a:lnSpc>
                <a:spcPct val="150000"/>
              </a:lnSpc>
              <a:buClr>
                <a:srgbClr val="561F5C"/>
              </a:buClr>
              <a:buFont typeface="Arial" panose="020B0604020202020204" pitchFamily="34" charset="0"/>
              <a:buChar char="•"/>
            </a:pPr>
            <a:r>
              <a:rPr kumimoji="1" lang="en-US" altLang="zh-CN" sz="2800" dirty="0">
                <a:latin typeface="等线" panose="02010600030101010101" pitchFamily="2" charset="-122"/>
                <a:ea typeface="等线" panose="02010600030101010101" pitchFamily="2" charset="-122"/>
              </a:rPr>
              <a:t>LE0 </a:t>
            </a:r>
            <a:r>
              <a:rPr kumimoji="1" lang="zh-CN" altLang="en-US" sz="2800" dirty="0">
                <a:latin typeface="等线" panose="02010600030101010101" pitchFamily="2" charset="-122"/>
                <a:ea typeface="等线" panose="02010600030101010101" pitchFamily="2" charset="-122"/>
              </a:rPr>
              <a:t>框架和基于 </a:t>
            </a:r>
            <a:r>
              <a:rPr kumimoji="1" lang="en-US" altLang="zh-CN" sz="2800" dirty="0">
                <a:latin typeface="等线" panose="02010600030101010101" pitchFamily="2" charset="-122"/>
                <a:ea typeface="等线" panose="02010600030101010101" pitchFamily="2" charset="-122"/>
              </a:rPr>
              <a:t>LEO </a:t>
            </a:r>
            <a:r>
              <a:rPr kumimoji="1" lang="zh-CN" altLang="en-US" sz="2800" dirty="0">
                <a:latin typeface="等线" panose="02010600030101010101" pitchFamily="2" charset="-122"/>
                <a:ea typeface="等线" panose="02010600030101010101" pitchFamily="2" charset="-122"/>
              </a:rPr>
              <a:t>的算法仍有改进空间。首先，复杂问题的难度可能会给基于 </a:t>
            </a:r>
            <a:r>
              <a:rPr kumimoji="1" lang="en-US" altLang="zh-CN" sz="2800" dirty="0">
                <a:latin typeface="等线" panose="02010600030101010101" pitchFamily="2" charset="-122"/>
                <a:ea typeface="等线" panose="02010600030101010101" pitchFamily="2" charset="-122"/>
              </a:rPr>
              <a:t>LEO </a:t>
            </a:r>
            <a:r>
              <a:rPr kumimoji="1" lang="zh-CN" altLang="en-US" sz="2800" dirty="0">
                <a:latin typeface="等线" panose="02010600030101010101" pitchFamily="2" charset="-122"/>
                <a:ea typeface="等线" panose="02010600030101010101" pitchFamily="2" charset="-122"/>
              </a:rPr>
              <a:t>的算法带来新的挑战，其次，如果问题的适应度评估成本较高，那么能够通过真实适应度评估进行评价的解决方案将寥寥无几。</a:t>
            </a:r>
          </a:p>
          <a:p>
            <a:pPr marL="457200" indent="-457200">
              <a:lnSpc>
                <a:spcPct val="150000"/>
              </a:lnSpc>
              <a:buClr>
                <a:srgbClr val="561F5C"/>
              </a:buClr>
              <a:buFont typeface="Arial" panose="020B0604020202020204" pitchFamily="34" charset="0"/>
              <a:buChar char="•"/>
            </a:pPr>
            <a:r>
              <a:rPr kumimoji="1" lang="zh-CN" altLang="en-US" sz="2800" dirty="0">
                <a:latin typeface="等线" panose="02010600030101010101" pitchFamily="2" charset="-122"/>
                <a:ea typeface="等线" panose="02010600030101010101" pitchFamily="2" charset="-122"/>
              </a:rPr>
              <a:t>因此，未来我们不仅会改进基于 </a:t>
            </a:r>
            <a:r>
              <a:rPr kumimoji="1" lang="en-US" altLang="zh-CN" sz="2800" dirty="0">
                <a:latin typeface="等线" panose="02010600030101010101" pitchFamily="2" charset="-122"/>
                <a:ea typeface="等线" panose="02010600030101010101" pitchFamily="2" charset="-122"/>
              </a:rPr>
              <a:t>LE0 </a:t>
            </a:r>
            <a:r>
              <a:rPr kumimoji="1" lang="zh-CN" altLang="en-US" sz="2800" dirty="0">
                <a:latin typeface="等线" panose="02010600030101010101" pitchFamily="2" charset="-122"/>
                <a:ea typeface="等线" panose="02010600030101010101" pitchFamily="2" charset="-122"/>
              </a:rPr>
              <a:t>的算法以妥善解决上述问题，还希望将知识学习的理念扩展到进化计算</a:t>
            </a:r>
            <a:r>
              <a:rPr kumimoji="1" lang="en-US" altLang="zh-CN" sz="2800" dirty="0">
                <a:latin typeface="等线" panose="02010600030101010101" pitchFamily="2" charset="-122"/>
                <a:ea typeface="等线" panose="02010600030101010101" pitchFamily="2" charset="-122"/>
              </a:rPr>
              <a:t>(EC)</a:t>
            </a:r>
            <a:r>
              <a:rPr kumimoji="1" lang="zh-CN" altLang="en-US" sz="2800" dirty="0">
                <a:latin typeface="等线" panose="02010600030101010101" pitchFamily="2" charset="-122"/>
                <a:ea typeface="等线" panose="02010600030101010101" pitchFamily="2" charset="-122"/>
              </a:rPr>
              <a:t>更多的研究方面以及实际应用问题中，</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9" name="矩形 2"/>
          <p:cNvSpPr/>
          <p:nvPr/>
        </p:nvSpPr>
        <p:spPr>
          <a:xfrm>
            <a:off x="596900" y="549275"/>
            <a:ext cx="10909300" cy="5643880"/>
          </a:xfrm>
          <a:prstGeom prst="rect">
            <a:avLst/>
          </a:prstGeom>
          <a:solidFill>
            <a:schemeClr val="bg1">
              <a:alpha val="4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80" name="矩形 4"/>
          <p:cNvSpPr/>
          <p:nvPr/>
        </p:nvSpPr>
        <p:spPr>
          <a:xfrm>
            <a:off x="2153285" y="2705100"/>
            <a:ext cx="9057005" cy="1106805"/>
          </a:xfrm>
          <a:prstGeom prst="rect">
            <a:avLst/>
          </a:prstGeom>
        </p:spPr>
        <p:txBody>
          <a:bodyPr wrap="square">
            <a:spAutoFit/>
          </a:bodyPr>
          <a:lstStyle/>
          <a:p>
            <a:r>
              <a:rPr lang="zh-CN" altLang="en-US" sz="6600" b="1" dirty="0">
                <a:solidFill>
                  <a:schemeClr val="bg2">
                    <a:lumMod val="25000"/>
                  </a:schemeClr>
                </a:solidFill>
                <a:effectLst>
                  <a:outerShdw blurRad="38100" dist="25400" dir="5400000" algn="ctr" rotWithShape="0">
                    <a:srgbClr val="6E747A">
                      <a:alpha val="43000"/>
                    </a:srgbClr>
                  </a:outerShdw>
                </a:effectLst>
                <a:cs typeface="+mn-ea"/>
                <a:sym typeface="+mn-lt"/>
              </a:rPr>
              <a:t>敬请各位老师批评指正</a:t>
            </a:r>
            <a:r>
              <a:rPr lang="en-US" altLang="zh-CN" sz="6600" b="1" dirty="0">
                <a:solidFill>
                  <a:schemeClr val="bg2">
                    <a:lumMod val="25000"/>
                  </a:schemeClr>
                </a:solidFill>
                <a:effectLst>
                  <a:outerShdw blurRad="38100" dist="25400" dir="5400000" algn="ctr" rotWithShape="0">
                    <a:srgbClr val="6E747A">
                      <a:alpha val="43000"/>
                    </a:srgbClr>
                  </a:outerShdw>
                </a:effectLst>
                <a:cs typeface="+mn-ea"/>
                <a:sym typeface="+mn-lt"/>
              </a:rPr>
              <a:t> </a:t>
            </a:r>
            <a:r>
              <a:rPr lang="zh-CN" altLang="en-US" sz="6600" b="1" dirty="0">
                <a:solidFill>
                  <a:schemeClr val="bg2">
                    <a:lumMod val="25000"/>
                  </a:schemeClr>
                </a:solidFill>
                <a:effectLst>
                  <a:outerShdw blurRad="38100" dist="25400" dir="5400000" algn="ctr" rotWithShape="0">
                    <a:srgbClr val="6E747A">
                      <a:alpha val="43000"/>
                    </a:srgbClr>
                  </a:outerShdw>
                </a:effectLst>
                <a:cs typeface="+mn-ea"/>
                <a:sym typeface="+mn-lt"/>
              </a:rPr>
              <a:t> </a:t>
            </a:r>
          </a:p>
        </p:txBody>
      </p:sp>
      <p:sp>
        <p:nvSpPr>
          <p:cNvPr id="1048781" name="矩形 5"/>
          <p:cNvSpPr/>
          <p:nvPr/>
        </p:nvSpPr>
        <p:spPr>
          <a:xfrm>
            <a:off x="3123871" y="2258042"/>
            <a:ext cx="271781" cy="447040"/>
          </a:xfrm>
          <a:prstGeom prst="rect">
            <a:avLst/>
          </a:prstGeom>
        </p:spPr>
        <p:txBody>
          <a:bodyPr wrap="none">
            <a:spAutoFit/>
          </a:bodyPr>
          <a:lstStyle/>
          <a:p>
            <a:r>
              <a:rPr lang="en-US" altLang="zh-CN" sz="2400" dirty="0">
                <a:solidFill>
                  <a:schemeClr val="accent5">
                    <a:lumMod val="50000"/>
                  </a:schemeClr>
                </a:solidFill>
                <a:cs typeface="+mn-ea"/>
                <a:sym typeface="+mn-lt"/>
              </a:rPr>
              <a:t> </a:t>
            </a:r>
            <a:endParaRPr lang="zh-CN" altLang="en-US" sz="2400" dirty="0">
              <a:solidFill>
                <a:schemeClr val="accent5">
                  <a:lumMod val="50000"/>
                </a:schemeClr>
              </a:solidFill>
              <a:cs typeface="+mn-ea"/>
              <a:sym typeface="+mn-lt"/>
            </a:endParaRPr>
          </a:p>
        </p:txBody>
      </p:sp>
      <p:pic>
        <p:nvPicPr>
          <p:cNvPr id="2097177" name="图片 52" descr="校徽紫色版"/>
          <p:cNvPicPr>
            <a:picLocks noChangeAspect="1"/>
          </p:cNvPicPr>
          <p:nvPr/>
        </p:nvPicPr>
        <p:blipFill>
          <a:blip r:embed="rId2"/>
          <a:stretch>
            <a:fillRect/>
          </a:stretch>
        </p:blipFill>
        <p:spPr>
          <a:xfrm>
            <a:off x="4199255" y="549275"/>
            <a:ext cx="3704590" cy="239331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70&quot;:[3322479,3312417]}"/>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15.1907086614173,&quot;left&quot;:266.164094488189,&quot;top&quot;:119.13377952755904,&quot;width&quot;:626.545748031496}"/>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03.45,&quot;left&quot;:109.4,&quot;top&quot;:140.6,&quot;width&quot;:690.2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03.45,&quot;left&quot;:109.4,&quot;top&quot;:140.6,&quot;width&quot;:690.25}"/>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03.45,&quot;left&quot;:109.4,&quot;top&quot;:140.6,&quot;width&quot;:690.25}"/>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03.45,&quot;left&quot;:109.4,&quot;top&quot;:140.6,&quot;width&quot;:690.25}"/>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03.45,&quot;left&quot;:109.4,&quot;top&quot;:140.6,&quot;width&quot;:690.25}"/>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03.45,&quot;left&quot;:109.4,&quot;top&quot;:140.6,&quot;width&quot;:690.25}"/>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414.57173228346454,&quot;left&quot;:43.37503937007874,&quot;top&quot;:104.42826771653543,&quot;width&quot;:879.7249606299213}"/>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03.45,&quot;left&quot;:109.4,&quot;top&quot;:140.6,&quot;width&quot;:690.25}"/>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03.45,&quot;left&quot;:109.4,&quot;top&quot;:140.6,&quot;width&quot;:690.25}"/>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414.57173228346454,&quot;left&quot;:43.37503937007874,&quot;top&quot;:104.42826771653543,&quot;width&quot;:879.7249606299213}"/>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414.57173228346454,&quot;left&quot;:43.37503937007874,&quot;top&quot;:104.42826771653543,&quot;width&quot;:879.7249606299213}"/>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414.57173228346454,&quot;left&quot;:43.37503937007874,&quot;top&quot;:104.42826771653543,&quot;width&quot;:879.7249606299213}"/>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03.45,&quot;left&quot;:109.4,&quot;top&quot;:140.6,&quot;width&quot;:690.25}"/>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414.57173228346454,&quot;left&quot;:43.37503937007874,&quot;top&quot;:104.42826771653543,&quot;width&quot;:879.7249606299213}"/>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414.57173228346454,&quot;left&quot;:43.37503937007874,&quot;top&quot;:104.42826771653543,&quot;width&quot;:879.7249606299213}"/>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414.57173228346454,&quot;left&quot;:43.37503937007874,&quot;top&quot;:104.42826771653543,&quot;width&quot;:879.7249606299213}"/>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203.45,&quot;left&quot;:109.4,&quot;top&quot;:140.6,&quot;width&quot;:690.25}"/>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414.57173228346454,&quot;left&quot;:43.37503937007874,&quot;top&quot;:104.42826771653543,&quot;width&quot;:879.7249606299213}"/>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414.57173228346454,&quot;left&quot;:43.37503937007874,&quot;top&quot;:104.42826771653543,&quot;width&quot;:879.7249606299213}"/>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414.57173228346454,&quot;left&quot;:43.37503937007874,&quot;top&quot;:104.42826771653543,&quot;width&quot;:879.7249606299213}"/>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414.57173228346454,&quot;left&quot;:43.37503937007874,&quot;top&quot;:104.42826771653543,&quot;width&quot;:879.7249606299213}"/>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414.57173228346454,&quot;left&quot;:43.37503937007874,&quot;top&quot;:104.42826771653543,&quot;width&quot;:879.7249606299213}"/>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414.57173228346454,&quot;left&quot;:43.37503937007874,&quot;top&quot;:104.42826771653543,&quot;width&quot;:879.7249606299213}"/>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414.57173228346454,&quot;left&quot;:43.37503937007874,&quot;top&quot;:104.42826771653543,&quot;width&quot;:879.7249606299213}"/>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414.57173228346454,&quot;left&quot;:43.37503937007874,&quot;top&quot;:104.42826771653543,&quot;width&quot;:879.7249606299213}"/>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414.57173228346454,&quot;left&quot;:43.37503937007874,&quot;top&quot;:104.42826771653543,&quot;width&quot;:879.7249606299213}"/>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鸢尾">
      <a:dk1>
        <a:srgbClr val="000000"/>
      </a:dk1>
      <a:lt1>
        <a:srgbClr val="FFFFFF"/>
      </a:lt1>
      <a:dk2>
        <a:srgbClr val="412B40"/>
      </a:dk2>
      <a:lt2>
        <a:srgbClr val="F9F0FA"/>
      </a:lt2>
      <a:accent1>
        <a:srgbClr val="AD84C6"/>
      </a:accent1>
      <a:accent2>
        <a:srgbClr val="FFC000"/>
      </a:accent2>
      <a:accent3>
        <a:srgbClr val="5D739A"/>
      </a:accent3>
      <a:accent4>
        <a:srgbClr val="6997AF"/>
      </a:accent4>
      <a:accent5>
        <a:srgbClr val="84ACB6"/>
      </a:accent5>
      <a:accent6>
        <a:srgbClr val="6F8183"/>
      </a:accent6>
      <a:hlink>
        <a:srgbClr val="EDEDEC"/>
      </a:hlink>
      <a:folHlink>
        <a:srgbClr val="C8C7C6"/>
      </a:folHlink>
    </a:clrScheme>
    <a:fontScheme name="bvdb00dd">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鸢尾">
      <a:dk1>
        <a:srgbClr val="000000"/>
      </a:dk1>
      <a:lt1>
        <a:srgbClr val="FFFFFF"/>
      </a:lt1>
      <a:dk2>
        <a:srgbClr val="412B40"/>
      </a:dk2>
      <a:lt2>
        <a:srgbClr val="F9F0FA"/>
      </a:lt2>
      <a:accent1>
        <a:srgbClr val="AD84C6"/>
      </a:accent1>
      <a:accent2>
        <a:srgbClr val="FFC000"/>
      </a:accent2>
      <a:accent3>
        <a:srgbClr val="5D739A"/>
      </a:accent3>
      <a:accent4>
        <a:srgbClr val="6997AF"/>
      </a:accent4>
      <a:accent5>
        <a:srgbClr val="84ACB6"/>
      </a:accent5>
      <a:accent6>
        <a:srgbClr val="6F8183"/>
      </a:accent6>
      <a:hlink>
        <a:srgbClr val="EDEDEC"/>
      </a:hlink>
      <a:folHlink>
        <a:srgbClr val="C8C7C6"/>
      </a:folHlink>
    </a:clrScheme>
    <a:fontScheme name="bvdb00dd">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9_Office 主题​​">
  <a:themeElements>
    <a:clrScheme name="鸢尾">
      <a:dk1>
        <a:srgbClr val="000000"/>
      </a:dk1>
      <a:lt1>
        <a:srgbClr val="FFFFFF"/>
      </a:lt1>
      <a:dk2>
        <a:srgbClr val="412B40"/>
      </a:dk2>
      <a:lt2>
        <a:srgbClr val="F9F0FA"/>
      </a:lt2>
      <a:accent1>
        <a:srgbClr val="AD84C6"/>
      </a:accent1>
      <a:accent2>
        <a:srgbClr val="FFC000"/>
      </a:accent2>
      <a:accent3>
        <a:srgbClr val="5D739A"/>
      </a:accent3>
      <a:accent4>
        <a:srgbClr val="6997AF"/>
      </a:accent4>
      <a:accent5>
        <a:srgbClr val="84ACB6"/>
      </a:accent5>
      <a:accent6>
        <a:srgbClr val="6F8183"/>
      </a:accent6>
      <a:hlink>
        <a:srgbClr val="EDEDEC"/>
      </a:hlink>
      <a:folHlink>
        <a:srgbClr val="C8C7C6"/>
      </a:folHlink>
    </a:clrScheme>
    <a:fontScheme name="bvdb00dd">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0_Office 主题​​">
  <a:themeElements>
    <a:clrScheme name="鸢尾">
      <a:dk1>
        <a:srgbClr val="000000"/>
      </a:dk1>
      <a:lt1>
        <a:srgbClr val="FFFFFF"/>
      </a:lt1>
      <a:dk2>
        <a:srgbClr val="412B40"/>
      </a:dk2>
      <a:lt2>
        <a:srgbClr val="F9F0FA"/>
      </a:lt2>
      <a:accent1>
        <a:srgbClr val="AD84C6"/>
      </a:accent1>
      <a:accent2>
        <a:srgbClr val="FFC000"/>
      </a:accent2>
      <a:accent3>
        <a:srgbClr val="5D739A"/>
      </a:accent3>
      <a:accent4>
        <a:srgbClr val="6997AF"/>
      </a:accent4>
      <a:accent5>
        <a:srgbClr val="84ACB6"/>
      </a:accent5>
      <a:accent6>
        <a:srgbClr val="6F8183"/>
      </a:accent6>
      <a:hlink>
        <a:srgbClr val="EDEDEC"/>
      </a:hlink>
      <a:folHlink>
        <a:srgbClr val="C8C7C6"/>
      </a:folHlink>
    </a:clrScheme>
    <a:fontScheme name="bvdb00dd">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1_Office 主题​​">
  <a:themeElements>
    <a:clrScheme name="鸢尾">
      <a:dk1>
        <a:srgbClr val="000000"/>
      </a:dk1>
      <a:lt1>
        <a:srgbClr val="FFFFFF"/>
      </a:lt1>
      <a:dk2>
        <a:srgbClr val="412B40"/>
      </a:dk2>
      <a:lt2>
        <a:srgbClr val="F9F0FA"/>
      </a:lt2>
      <a:accent1>
        <a:srgbClr val="AD84C6"/>
      </a:accent1>
      <a:accent2>
        <a:srgbClr val="FFC000"/>
      </a:accent2>
      <a:accent3>
        <a:srgbClr val="5D739A"/>
      </a:accent3>
      <a:accent4>
        <a:srgbClr val="6997AF"/>
      </a:accent4>
      <a:accent5>
        <a:srgbClr val="84ACB6"/>
      </a:accent5>
      <a:accent6>
        <a:srgbClr val="6F8183"/>
      </a:accent6>
      <a:hlink>
        <a:srgbClr val="EDEDEC"/>
      </a:hlink>
      <a:folHlink>
        <a:srgbClr val="C8C7C6"/>
      </a:folHlink>
    </a:clrScheme>
    <a:fontScheme name="bvdb00dd">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Office 主题​​">
  <a:themeElements>
    <a:clrScheme name="鸢尾">
      <a:dk1>
        <a:srgbClr val="000000"/>
      </a:dk1>
      <a:lt1>
        <a:srgbClr val="FFFFFF"/>
      </a:lt1>
      <a:dk2>
        <a:srgbClr val="412B40"/>
      </a:dk2>
      <a:lt2>
        <a:srgbClr val="F9F0FA"/>
      </a:lt2>
      <a:accent1>
        <a:srgbClr val="AD84C6"/>
      </a:accent1>
      <a:accent2>
        <a:srgbClr val="FFC000"/>
      </a:accent2>
      <a:accent3>
        <a:srgbClr val="5D739A"/>
      </a:accent3>
      <a:accent4>
        <a:srgbClr val="6997AF"/>
      </a:accent4>
      <a:accent5>
        <a:srgbClr val="84ACB6"/>
      </a:accent5>
      <a:accent6>
        <a:srgbClr val="6F8183"/>
      </a:accent6>
      <a:hlink>
        <a:srgbClr val="EDEDEC"/>
      </a:hlink>
      <a:folHlink>
        <a:srgbClr val="C8C7C6"/>
      </a:folHlink>
    </a:clrScheme>
    <a:fontScheme name="bvdb00dd">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8_Office 主题​​">
  <a:themeElements>
    <a:clrScheme name="鸢尾">
      <a:dk1>
        <a:srgbClr val="000000"/>
      </a:dk1>
      <a:lt1>
        <a:srgbClr val="FFFFFF"/>
      </a:lt1>
      <a:dk2>
        <a:srgbClr val="412B40"/>
      </a:dk2>
      <a:lt2>
        <a:srgbClr val="F9F0FA"/>
      </a:lt2>
      <a:accent1>
        <a:srgbClr val="AD84C6"/>
      </a:accent1>
      <a:accent2>
        <a:srgbClr val="FFC000"/>
      </a:accent2>
      <a:accent3>
        <a:srgbClr val="5D739A"/>
      </a:accent3>
      <a:accent4>
        <a:srgbClr val="6997AF"/>
      </a:accent4>
      <a:accent5>
        <a:srgbClr val="84ACB6"/>
      </a:accent5>
      <a:accent6>
        <a:srgbClr val="6F8183"/>
      </a:accent6>
      <a:hlink>
        <a:srgbClr val="EDEDEC"/>
      </a:hlink>
      <a:folHlink>
        <a:srgbClr val="C8C7C6"/>
      </a:folHlink>
    </a:clrScheme>
    <a:fontScheme name="bvdb00dd">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2_Office 主题​​">
  <a:themeElements>
    <a:clrScheme name="鸢尾">
      <a:dk1>
        <a:srgbClr val="000000"/>
      </a:dk1>
      <a:lt1>
        <a:srgbClr val="FFFFFF"/>
      </a:lt1>
      <a:dk2>
        <a:srgbClr val="412B40"/>
      </a:dk2>
      <a:lt2>
        <a:srgbClr val="F9F0FA"/>
      </a:lt2>
      <a:accent1>
        <a:srgbClr val="AD84C6"/>
      </a:accent1>
      <a:accent2>
        <a:srgbClr val="FFC000"/>
      </a:accent2>
      <a:accent3>
        <a:srgbClr val="5D739A"/>
      </a:accent3>
      <a:accent4>
        <a:srgbClr val="6997AF"/>
      </a:accent4>
      <a:accent5>
        <a:srgbClr val="84ACB6"/>
      </a:accent5>
      <a:accent6>
        <a:srgbClr val="6F8183"/>
      </a:accent6>
      <a:hlink>
        <a:srgbClr val="EDEDEC"/>
      </a:hlink>
      <a:folHlink>
        <a:srgbClr val="C8C7C6"/>
      </a:folHlink>
    </a:clrScheme>
    <a:fontScheme name="bvdb00dd">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327</TotalTime>
  <Words>1879</Words>
  <Application>Microsoft Office PowerPoint</Application>
  <PresentationFormat>宽屏</PresentationFormat>
  <Paragraphs>85</Paragraphs>
  <Slides>18</Slides>
  <Notes>4</Notes>
  <HiddenSlides>0</HiddenSlides>
  <MMClips>0</MMClips>
  <ScaleCrop>false</ScaleCrop>
  <HeadingPairs>
    <vt:vector size="6" baseType="variant">
      <vt:variant>
        <vt:lpstr>已用的字体</vt:lpstr>
      </vt:variant>
      <vt:variant>
        <vt:i4>5</vt:i4>
      </vt:variant>
      <vt:variant>
        <vt:lpstr>主题</vt:lpstr>
      </vt:variant>
      <vt:variant>
        <vt:i4>8</vt:i4>
      </vt:variant>
      <vt:variant>
        <vt:lpstr>幻灯片标题</vt:lpstr>
      </vt:variant>
      <vt:variant>
        <vt:i4>18</vt:i4>
      </vt:variant>
    </vt:vector>
  </HeadingPairs>
  <TitlesOfParts>
    <vt:vector size="31" baseType="lpstr">
      <vt:lpstr>MiSans</vt:lpstr>
      <vt:lpstr>等线</vt:lpstr>
      <vt:lpstr>Arial</vt:lpstr>
      <vt:lpstr>Impact</vt:lpstr>
      <vt:lpstr>Wingdings</vt:lpstr>
      <vt:lpstr>Office 主题​​</vt:lpstr>
      <vt:lpstr>3_Office 主题​​</vt:lpstr>
      <vt:lpstr>9_Office 主题​​</vt:lpstr>
      <vt:lpstr>10_Office 主题​​</vt:lpstr>
      <vt:lpstr>11_Office 主题​​</vt:lpstr>
      <vt:lpstr>6_Office 主题​​</vt:lpstr>
      <vt:lpstr>8_Office 主题​​</vt:lpstr>
      <vt:lpstr>12_Office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office2016mac10413</dc:creator>
  <cp:lastModifiedBy>振毫 刘</cp:lastModifiedBy>
  <cp:revision>35</cp:revision>
  <dcterms:created xsi:type="dcterms:W3CDTF">2025-04-19T01:49:00Z</dcterms:created>
  <dcterms:modified xsi:type="dcterms:W3CDTF">2025-10-29T18:09:08Z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KSOTemplateUUID">
    <vt:lpwstr>v1.0_mb_znHGC65DvJoUAL1zlx+X1w==</vt:lpwstr>
  </property>
  <property fmtid="{D5CDD505-2E9C-101B-9397-08002B2CF9AE}" pid="4" name="ICV">
    <vt:lpwstr>73D6946E5FE14DDAB07C309D4EA5DD93_13</vt:lpwstr>
  </property>
</Properties>
</file>